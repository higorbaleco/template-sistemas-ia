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8.xml"/>
  <Override ContentType="application/vnd.openxmlformats-officedocument.theme+xml" PartName="/ppt/theme/theme9.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53" r:id="rId3"/>
    <p:sldMasterId id="2147483754" r:id="rId4"/>
    <p:sldMasterId id="2147483755" r:id="rId5"/>
    <p:sldMasterId id="2147483756" r:id="rId6"/>
    <p:sldMasterId id="2147483757" r:id="rId7"/>
    <p:sldMasterId id="2147483758" r:id="rId8"/>
    <p:sldMasterId id="2147483759" r:id="rId9"/>
    <p:sldMasterId id="2147483760" r:id="rId10"/>
  </p:sldMasterIdLst>
  <p:notesMasterIdLst>
    <p:notesMasterId r:id="rId11"/>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 id="286" r:id="rId42"/>
    <p:sldId id="287" r:id="rId43"/>
    <p:sldId id="288" r:id="rId44"/>
    <p:sldId id="289" r:id="rId45"/>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 id="320" r:id="rId76"/>
    <p:sldId id="321" r:id="rId77"/>
    <p:sldId id="322" r:id="rId78"/>
    <p:sldId id="323" r:id="rId79"/>
    <p:sldId id="324" r:id="rId80"/>
    <p:sldId id="325" r:id="rId81"/>
    <p:sldId id="326" r:id="rId82"/>
    <p:sldId id="327" r:id="rId83"/>
    <p:sldId id="328" r:id="rId84"/>
    <p:sldId id="329" r:id="rId85"/>
    <p:sldId id="330" r:id="rId86"/>
    <p:sldId id="331" r:id="rId87"/>
    <p:sldId id="332" r:id="rId88"/>
    <p:sldId id="333" r:id="rId89"/>
    <p:sldId id="334" r:id="rId90"/>
    <p:sldId id="335" r:id="rId91"/>
    <p:sldId id="336" r:id="rId92"/>
    <p:sldId id="337" r:id="rId93"/>
    <p:sldId id="338" r:id="rId94"/>
    <p:sldId id="339" r:id="rId95"/>
    <p:sldId id="340" r:id="rId96"/>
    <p:sldId id="341" r:id="rId97"/>
    <p:sldId id="342" r:id="rId98"/>
    <p:sldId id="343" r:id="rId99"/>
    <p:sldId id="344" r:id="rId100"/>
    <p:sldId id="345" r:id="rId101"/>
    <p:sldId id="346" r:id="rId102"/>
    <p:sldId id="347" r:id="rId103"/>
    <p:sldId id="348" r:id="rId104"/>
    <p:sldId id="349" r:id="rId105"/>
    <p:sldId id="350" r:id="rId106"/>
    <p:sldId id="351" r:id="rId107"/>
    <p:sldId id="352" r:id="rId108"/>
    <p:sldId id="353" r:id="rId109"/>
    <p:sldId id="354" r:id="rId110"/>
    <p:sldId id="355" r:id="rId111"/>
    <p:sldId id="356" r:id="rId112"/>
    <p:sldId id="357" r:id="rId113"/>
    <p:sldId id="358" r:id="rId114"/>
    <p:sldId id="359" r:id="rId115"/>
    <p:sldId id="360" r:id="rId116"/>
    <p:sldId id="361" r:id="rId117"/>
    <p:sldId id="362" r:id="rId118"/>
    <p:sldId id="363" r:id="rId119"/>
    <p:sldId id="364" r:id="rId120"/>
    <p:sldId id="365" r:id="rId121"/>
    <p:sldId id="366" r:id="rId122"/>
    <p:sldId id="367" r:id="rId123"/>
    <p:sldId id="368" r:id="rId124"/>
    <p:sldId id="369" r:id="rId125"/>
    <p:sldId id="370" r:id="rId126"/>
    <p:sldId id="371" r:id="rId127"/>
    <p:sldId id="372" r:id="rId128"/>
  </p:sldIdLst>
  <p:sldSz cy="5143500" cx="9144000"/>
  <p:notesSz cx="6858000" cy="9144000"/>
  <p:embeddedFontLst>
    <p:embeddedFont>
      <p:font typeface="Raleway"/>
      <p:regular r:id="rId129"/>
      <p:bold r:id="rId130"/>
      <p:italic r:id="rId131"/>
      <p:boldItalic r:id="rId132"/>
    </p:embeddedFont>
    <p:embeddedFont>
      <p:font typeface="Montserrat SemiBold"/>
      <p:regular r:id="rId133"/>
      <p:bold r:id="rId134"/>
      <p:italic r:id="rId135"/>
      <p:boldItalic r:id="rId136"/>
    </p:embeddedFont>
    <p:embeddedFont>
      <p:font typeface="Montserrat"/>
      <p:regular r:id="rId137"/>
      <p:bold r:id="rId138"/>
      <p:italic r:id="rId139"/>
      <p:boldItalic r:id="rId140"/>
    </p:embeddedFont>
    <p:embeddedFont>
      <p:font typeface="Montserrat Medium"/>
      <p:regular r:id="rId141"/>
      <p:bold r:id="rId142"/>
      <p:italic r:id="rId143"/>
      <p:boldItalic r:id="rId144"/>
    </p:embeddedFont>
    <p:embeddedFont>
      <p:font typeface="Quattrocento Sans"/>
      <p:bold r:id="rId145"/>
      <p:boldItalic r:id="rId146"/>
    </p:embeddedFont>
    <p:embeddedFont>
      <p:font typeface="Montserrat ExtraBold"/>
      <p:bold r:id="rId147"/>
      <p:boldItalic r:id="rId148"/>
    </p:embeddedFont>
    <p:embeddedFont>
      <p:font typeface="Open Sans"/>
      <p:regular r:id="rId149"/>
      <p:bold r:id="rId150"/>
      <p:italic r:id="rId151"/>
      <p:boldItalic r:id="rId152"/>
    </p:embeddedFont>
    <p:embeddedFont>
      <p:font typeface="Century Gothic"/>
      <p:regular r:id="rId153"/>
      <p:bold r:id="rId154"/>
      <p:italic r:id="rId155"/>
      <p:boldItalic r:id="rId1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29.xml"/><Relationship Id="rId42" Type="http://schemas.openxmlformats.org/officeDocument/2006/relationships/slide" Target="slides/slide31.xml"/><Relationship Id="rId41" Type="http://schemas.openxmlformats.org/officeDocument/2006/relationships/slide" Target="slides/slide30.xml"/><Relationship Id="rId44" Type="http://schemas.openxmlformats.org/officeDocument/2006/relationships/slide" Target="slides/slide33.xml"/><Relationship Id="rId43" Type="http://schemas.openxmlformats.org/officeDocument/2006/relationships/slide" Target="slides/slide32.xml"/><Relationship Id="rId46" Type="http://schemas.openxmlformats.org/officeDocument/2006/relationships/slide" Target="slides/slide35.xml"/><Relationship Id="rId45" Type="http://schemas.openxmlformats.org/officeDocument/2006/relationships/slide" Target="slides/slide34.xml"/><Relationship Id="rId107" Type="http://schemas.openxmlformats.org/officeDocument/2006/relationships/slide" Target="slides/slide96.xml"/><Relationship Id="rId106" Type="http://schemas.openxmlformats.org/officeDocument/2006/relationships/slide" Target="slides/slide95.xml"/><Relationship Id="rId105" Type="http://schemas.openxmlformats.org/officeDocument/2006/relationships/slide" Target="slides/slide94.xml"/><Relationship Id="rId104" Type="http://schemas.openxmlformats.org/officeDocument/2006/relationships/slide" Target="slides/slide93.xml"/><Relationship Id="rId109" Type="http://schemas.openxmlformats.org/officeDocument/2006/relationships/slide" Target="slides/slide98.xml"/><Relationship Id="rId108" Type="http://schemas.openxmlformats.org/officeDocument/2006/relationships/slide" Target="slides/slide97.xml"/><Relationship Id="rId48" Type="http://schemas.openxmlformats.org/officeDocument/2006/relationships/slide" Target="slides/slide37.xml"/><Relationship Id="rId47" Type="http://schemas.openxmlformats.org/officeDocument/2006/relationships/slide" Target="slides/slide36.xml"/><Relationship Id="rId49" Type="http://schemas.openxmlformats.org/officeDocument/2006/relationships/slide" Target="slides/slide38.xml"/><Relationship Id="rId103" Type="http://schemas.openxmlformats.org/officeDocument/2006/relationships/slide" Target="slides/slide92.xml"/><Relationship Id="rId102" Type="http://schemas.openxmlformats.org/officeDocument/2006/relationships/slide" Target="slides/slide91.xml"/><Relationship Id="rId101" Type="http://schemas.openxmlformats.org/officeDocument/2006/relationships/slide" Target="slides/slide90.xml"/><Relationship Id="rId100" Type="http://schemas.openxmlformats.org/officeDocument/2006/relationships/slide" Target="slides/slide89.xml"/><Relationship Id="rId31" Type="http://schemas.openxmlformats.org/officeDocument/2006/relationships/slide" Target="slides/slide20.xml"/><Relationship Id="rId30" Type="http://schemas.openxmlformats.org/officeDocument/2006/relationships/slide" Target="slides/slide19.xml"/><Relationship Id="rId33" Type="http://schemas.openxmlformats.org/officeDocument/2006/relationships/slide" Target="slides/slide22.xml"/><Relationship Id="rId32" Type="http://schemas.openxmlformats.org/officeDocument/2006/relationships/slide" Target="slides/slide21.xml"/><Relationship Id="rId35" Type="http://schemas.openxmlformats.org/officeDocument/2006/relationships/slide" Target="slides/slide24.xml"/><Relationship Id="rId34" Type="http://schemas.openxmlformats.org/officeDocument/2006/relationships/slide" Target="slides/slide23.xml"/><Relationship Id="rId37" Type="http://schemas.openxmlformats.org/officeDocument/2006/relationships/slide" Target="slides/slide26.xml"/><Relationship Id="rId36" Type="http://schemas.openxmlformats.org/officeDocument/2006/relationships/slide" Target="slides/slide25.xml"/><Relationship Id="rId39" Type="http://schemas.openxmlformats.org/officeDocument/2006/relationships/slide" Target="slides/slide28.xml"/><Relationship Id="rId38" Type="http://schemas.openxmlformats.org/officeDocument/2006/relationships/slide" Target="slides/slide27.xml"/><Relationship Id="rId20" Type="http://schemas.openxmlformats.org/officeDocument/2006/relationships/slide" Target="slides/slide9.xml"/><Relationship Id="rId22" Type="http://schemas.openxmlformats.org/officeDocument/2006/relationships/slide" Target="slides/slide11.xml"/><Relationship Id="rId21" Type="http://schemas.openxmlformats.org/officeDocument/2006/relationships/slide" Target="slides/slide10.xml"/><Relationship Id="rId24" Type="http://schemas.openxmlformats.org/officeDocument/2006/relationships/slide" Target="slides/slide13.xml"/><Relationship Id="rId23" Type="http://schemas.openxmlformats.org/officeDocument/2006/relationships/slide" Target="slides/slide12.xml"/><Relationship Id="rId129" Type="http://schemas.openxmlformats.org/officeDocument/2006/relationships/font" Target="fonts/Raleway-regular.fntdata"/><Relationship Id="rId128" Type="http://schemas.openxmlformats.org/officeDocument/2006/relationships/slide" Target="slides/slide117.xml"/><Relationship Id="rId127" Type="http://schemas.openxmlformats.org/officeDocument/2006/relationships/slide" Target="slides/slide116.xml"/><Relationship Id="rId126" Type="http://schemas.openxmlformats.org/officeDocument/2006/relationships/slide" Target="slides/slide115.xml"/><Relationship Id="rId26" Type="http://schemas.openxmlformats.org/officeDocument/2006/relationships/slide" Target="slides/slide15.xml"/><Relationship Id="rId121" Type="http://schemas.openxmlformats.org/officeDocument/2006/relationships/slide" Target="slides/slide110.xml"/><Relationship Id="rId25" Type="http://schemas.openxmlformats.org/officeDocument/2006/relationships/slide" Target="slides/slide14.xml"/><Relationship Id="rId120" Type="http://schemas.openxmlformats.org/officeDocument/2006/relationships/slide" Target="slides/slide109.xml"/><Relationship Id="rId28" Type="http://schemas.openxmlformats.org/officeDocument/2006/relationships/slide" Target="slides/slide17.xml"/><Relationship Id="rId27" Type="http://schemas.openxmlformats.org/officeDocument/2006/relationships/slide" Target="slides/slide16.xml"/><Relationship Id="rId125" Type="http://schemas.openxmlformats.org/officeDocument/2006/relationships/slide" Target="slides/slide114.xml"/><Relationship Id="rId29" Type="http://schemas.openxmlformats.org/officeDocument/2006/relationships/slide" Target="slides/slide18.xml"/><Relationship Id="rId124" Type="http://schemas.openxmlformats.org/officeDocument/2006/relationships/slide" Target="slides/slide113.xml"/><Relationship Id="rId123" Type="http://schemas.openxmlformats.org/officeDocument/2006/relationships/slide" Target="slides/slide112.xml"/><Relationship Id="rId122" Type="http://schemas.openxmlformats.org/officeDocument/2006/relationships/slide" Target="slides/slide111.xml"/><Relationship Id="rId95" Type="http://schemas.openxmlformats.org/officeDocument/2006/relationships/slide" Target="slides/slide84.xml"/><Relationship Id="rId94" Type="http://schemas.openxmlformats.org/officeDocument/2006/relationships/slide" Target="slides/slide83.xml"/><Relationship Id="rId97" Type="http://schemas.openxmlformats.org/officeDocument/2006/relationships/slide" Target="slides/slide86.xml"/><Relationship Id="rId96" Type="http://schemas.openxmlformats.org/officeDocument/2006/relationships/slide" Target="slides/slide85.xml"/><Relationship Id="rId11" Type="http://schemas.openxmlformats.org/officeDocument/2006/relationships/notesMaster" Target="notesMasters/notesMaster1.xml"/><Relationship Id="rId99" Type="http://schemas.openxmlformats.org/officeDocument/2006/relationships/slide" Target="slides/slide88.xml"/><Relationship Id="rId10" Type="http://schemas.openxmlformats.org/officeDocument/2006/relationships/slideMaster" Target="slideMasters/slideMaster8.xml"/><Relationship Id="rId98" Type="http://schemas.openxmlformats.org/officeDocument/2006/relationships/slide" Target="slides/slide87.xml"/><Relationship Id="rId13" Type="http://schemas.openxmlformats.org/officeDocument/2006/relationships/slide" Target="slides/slide2.xml"/><Relationship Id="rId12" Type="http://schemas.openxmlformats.org/officeDocument/2006/relationships/slide" Target="slides/slide1.xml"/><Relationship Id="rId91" Type="http://schemas.openxmlformats.org/officeDocument/2006/relationships/slide" Target="slides/slide80.xml"/><Relationship Id="rId90" Type="http://schemas.openxmlformats.org/officeDocument/2006/relationships/slide" Target="slides/slide79.xml"/><Relationship Id="rId93" Type="http://schemas.openxmlformats.org/officeDocument/2006/relationships/slide" Target="slides/slide82.xml"/><Relationship Id="rId92" Type="http://schemas.openxmlformats.org/officeDocument/2006/relationships/slide" Target="slides/slide81.xml"/><Relationship Id="rId118" Type="http://schemas.openxmlformats.org/officeDocument/2006/relationships/slide" Target="slides/slide107.xml"/><Relationship Id="rId117" Type="http://schemas.openxmlformats.org/officeDocument/2006/relationships/slide" Target="slides/slide106.xml"/><Relationship Id="rId116" Type="http://schemas.openxmlformats.org/officeDocument/2006/relationships/slide" Target="slides/slide105.xml"/><Relationship Id="rId115" Type="http://schemas.openxmlformats.org/officeDocument/2006/relationships/slide" Target="slides/slide104.xml"/><Relationship Id="rId119" Type="http://schemas.openxmlformats.org/officeDocument/2006/relationships/slide" Target="slides/slide108.xml"/><Relationship Id="rId15" Type="http://schemas.openxmlformats.org/officeDocument/2006/relationships/slide" Target="slides/slide4.xml"/><Relationship Id="rId110" Type="http://schemas.openxmlformats.org/officeDocument/2006/relationships/slide" Target="slides/slide99.xml"/><Relationship Id="rId14" Type="http://schemas.openxmlformats.org/officeDocument/2006/relationships/slide" Target="slides/slide3.xml"/><Relationship Id="rId17" Type="http://schemas.openxmlformats.org/officeDocument/2006/relationships/slide" Target="slides/slide6.xml"/><Relationship Id="rId16" Type="http://schemas.openxmlformats.org/officeDocument/2006/relationships/slide" Target="slides/slide5.xml"/><Relationship Id="rId19" Type="http://schemas.openxmlformats.org/officeDocument/2006/relationships/slide" Target="slides/slide8.xml"/><Relationship Id="rId114" Type="http://schemas.openxmlformats.org/officeDocument/2006/relationships/slide" Target="slides/slide103.xml"/><Relationship Id="rId18" Type="http://schemas.openxmlformats.org/officeDocument/2006/relationships/slide" Target="slides/slide7.xml"/><Relationship Id="rId113" Type="http://schemas.openxmlformats.org/officeDocument/2006/relationships/slide" Target="slides/slide102.xml"/><Relationship Id="rId112" Type="http://schemas.openxmlformats.org/officeDocument/2006/relationships/slide" Target="slides/slide101.xml"/><Relationship Id="rId111" Type="http://schemas.openxmlformats.org/officeDocument/2006/relationships/slide" Target="slides/slide100.xml"/><Relationship Id="rId84" Type="http://schemas.openxmlformats.org/officeDocument/2006/relationships/slide" Target="slides/slide73.xml"/><Relationship Id="rId83" Type="http://schemas.openxmlformats.org/officeDocument/2006/relationships/slide" Target="slides/slide72.xml"/><Relationship Id="rId86" Type="http://schemas.openxmlformats.org/officeDocument/2006/relationships/slide" Target="slides/slide75.xml"/><Relationship Id="rId85" Type="http://schemas.openxmlformats.org/officeDocument/2006/relationships/slide" Target="slides/slide74.xml"/><Relationship Id="rId88" Type="http://schemas.openxmlformats.org/officeDocument/2006/relationships/slide" Target="slides/slide77.xml"/><Relationship Id="rId150" Type="http://schemas.openxmlformats.org/officeDocument/2006/relationships/font" Target="fonts/OpenSans-bold.fntdata"/><Relationship Id="rId87" Type="http://schemas.openxmlformats.org/officeDocument/2006/relationships/slide" Target="slides/slide76.xml"/><Relationship Id="rId89" Type="http://schemas.openxmlformats.org/officeDocument/2006/relationships/slide" Target="slides/slide78.xml"/><Relationship Id="rId80" Type="http://schemas.openxmlformats.org/officeDocument/2006/relationships/slide" Target="slides/slide69.xml"/><Relationship Id="rId82" Type="http://schemas.openxmlformats.org/officeDocument/2006/relationships/slide" Target="slides/slide71.xml"/><Relationship Id="rId81" Type="http://schemas.openxmlformats.org/officeDocument/2006/relationships/slide" Target="slides/slide70.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149" Type="http://schemas.openxmlformats.org/officeDocument/2006/relationships/font" Target="fonts/OpenSans-regular.fntdata"/><Relationship Id="rId4" Type="http://schemas.openxmlformats.org/officeDocument/2006/relationships/slideMaster" Target="slideMasters/slideMaster2.xml"/><Relationship Id="rId148" Type="http://schemas.openxmlformats.org/officeDocument/2006/relationships/font" Target="fonts/MontserratExtraBold-boldItalic.fntdata"/><Relationship Id="rId9" Type="http://schemas.openxmlformats.org/officeDocument/2006/relationships/slideMaster" Target="slideMasters/slideMaster7.xml"/><Relationship Id="rId143" Type="http://schemas.openxmlformats.org/officeDocument/2006/relationships/font" Target="fonts/MontserratMedium-italic.fntdata"/><Relationship Id="rId142" Type="http://schemas.openxmlformats.org/officeDocument/2006/relationships/font" Target="fonts/MontserratMedium-bold.fntdata"/><Relationship Id="rId141" Type="http://schemas.openxmlformats.org/officeDocument/2006/relationships/font" Target="fonts/MontserratMedium-regular.fntdata"/><Relationship Id="rId140" Type="http://schemas.openxmlformats.org/officeDocument/2006/relationships/font" Target="fonts/Montserrat-boldItalic.fntdata"/><Relationship Id="rId5" Type="http://schemas.openxmlformats.org/officeDocument/2006/relationships/slideMaster" Target="slideMasters/slideMaster3.xml"/><Relationship Id="rId147" Type="http://schemas.openxmlformats.org/officeDocument/2006/relationships/font" Target="fonts/MontserratExtraBold-bold.fntdata"/><Relationship Id="rId6" Type="http://schemas.openxmlformats.org/officeDocument/2006/relationships/slideMaster" Target="slideMasters/slideMaster4.xml"/><Relationship Id="rId146" Type="http://schemas.openxmlformats.org/officeDocument/2006/relationships/font" Target="fonts/QuattrocentoSans-boldItalic.fntdata"/><Relationship Id="rId7" Type="http://schemas.openxmlformats.org/officeDocument/2006/relationships/slideMaster" Target="slideMasters/slideMaster5.xml"/><Relationship Id="rId145" Type="http://schemas.openxmlformats.org/officeDocument/2006/relationships/font" Target="fonts/QuattrocentoSans-bold.fntdata"/><Relationship Id="rId8" Type="http://schemas.openxmlformats.org/officeDocument/2006/relationships/slideMaster" Target="slideMasters/slideMaster6.xml"/><Relationship Id="rId144" Type="http://schemas.openxmlformats.org/officeDocument/2006/relationships/font" Target="fonts/MontserratMedium-boldItalic.fntdata"/><Relationship Id="rId73" Type="http://schemas.openxmlformats.org/officeDocument/2006/relationships/slide" Target="slides/slide62.xml"/><Relationship Id="rId72" Type="http://schemas.openxmlformats.org/officeDocument/2006/relationships/slide" Target="slides/slide61.xml"/><Relationship Id="rId75" Type="http://schemas.openxmlformats.org/officeDocument/2006/relationships/slide" Target="slides/slide64.xml"/><Relationship Id="rId74" Type="http://schemas.openxmlformats.org/officeDocument/2006/relationships/slide" Target="slides/slide63.xml"/><Relationship Id="rId77" Type="http://schemas.openxmlformats.org/officeDocument/2006/relationships/slide" Target="slides/slide66.xml"/><Relationship Id="rId76" Type="http://schemas.openxmlformats.org/officeDocument/2006/relationships/slide" Target="slides/slide65.xml"/><Relationship Id="rId79" Type="http://schemas.openxmlformats.org/officeDocument/2006/relationships/slide" Target="slides/slide68.xml"/><Relationship Id="rId78" Type="http://schemas.openxmlformats.org/officeDocument/2006/relationships/slide" Target="slides/slide67.xml"/><Relationship Id="rId71" Type="http://schemas.openxmlformats.org/officeDocument/2006/relationships/slide" Target="slides/slide60.xml"/><Relationship Id="rId70" Type="http://schemas.openxmlformats.org/officeDocument/2006/relationships/slide" Target="slides/slide59.xml"/><Relationship Id="rId139" Type="http://schemas.openxmlformats.org/officeDocument/2006/relationships/font" Target="fonts/Montserrat-italic.fntdata"/><Relationship Id="rId138" Type="http://schemas.openxmlformats.org/officeDocument/2006/relationships/font" Target="fonts/Montserrat-bold.fntdata"/><Relationship Id="rId137" Type="http://schemas.openxmlformats.org/officeDocument/2006/relationships/font" Target="fonts/Montserrat-regular.fntdata"/><Relationship Id="rId132" Type="http://schemas.openxmlformats.org/officeDocument/2006/relationships/font" Target="fonts/Raleway-boldItalic.fntdata"/><Relationship Id="rId131" Type="http://schemas.openxmlformats.org/officeDocument/2006/relationships/font" Target="fonts/Raleway-italic.fntdata"/><Relationship Id="rId130" Type="http://schemas.openxmlformats.org/officeDocument/2006/relationships/font" Target="fonts/Raleway-bold.fntdata"/><Relationship Id="rId136" Type="http://schemas.openxmlformats.org/officeDocument/2006/relationships/font" Target="fonts/MontserratSemiBold-boldItalic.fntdata"/><Relationship Id="rId135" Type="http://schemas.openxmlformats.org/officeDocument/2006/relationships/font" Target="fonts/MontserratSemiBold-italic.fntdata"/><Relationship Id="rId134" Type="http://schemas.openxmlformats.org/officeDocument/2006/relationships/font" Target="fonts/MontserratSemiBold-bold.fntdata"/><Relationship Id="rId133" Type="http://schemas.openxmlformats.org/officeDocument/2006/relationships/font" Target="fonts/MontserratSemiBold-regular.fntdata"/><Relationship Id="rId62" Type="http://schemas.openxmlformats.org/officeDocument/2006/relationships/slide" Target="slides/slide51.xml"/><Relationship Id="rId61" Type="http://schemas.openxmlformats.org/officeDocument/2006/relationships/slide" Target="slides/slide50.xml"/><Relationship Id="rId64" Type="http://schemas.openxmlformats.org/officeDocument/2006/relationships/slide" Target="slides/slide53.xml"/><Relationship Id="rId63" Type="http://schemas.openxmlformats.org/officeDocument/2006/relationships/slide" Target="slides/slide52.xml"/><Relationship Id="rId66" Type="http://schemas.openxmlformats.org/officeDocument/2006/relationships/slide" Target="slides/slide55.xml"/><Relationship Id="rId65" Type="http://schemas.openxmlformats.org/officeDocument/2006/relationships/slide" Target="slides/slide54.xml"/><Relationship Id="rId68" Type="http://schemas.openxmlformats.org/officeDocument/2006/relationships/slide" Target="slides/slide57.xml"/><Relationship Id="rId67" Type="http://schemas.openxmlformats.org/officeDocument/2006/relationships/slide" Target="slides/slide56.xml"/><Relationship Id="rId60" Type="http://schemas.openxmlformats.org/officeDocument/2006/relationships/slide" Target="slides/slide49.xml"/><Relationship Id="rId69" Type="http://schemas.openxmlformats.org/officeDocument/2006/relationships/slide" Target="slides/slide58.xml"/><Relationship Id="rId51" Type="http://schemas.openxmlformats.org/officeDocument/2006/relationships/slide" Target="slides/slide40.xml"/><Relationship Id="rId50" Type="http://schemas.openxmlformats.org/officeDocument/2006/relationships/slide" Target="slides/slide39.xml"/><Relationship Id="rId53" Type="http://schemas.openxmlformats.org/officeDocument/2006/relationships/slide" Target="slides/slide42.xml"/><Relationship Id="rId52" Type="http://schemas.openxmlformats.org/officeDocument/2006/relationships/slide" Target="slides/slide41.xml"/><Relationship Id="rId55" Type="http://schemas.openxmlformats.org/officeDocument/2006/relationships/slide" Target="slides/slide44.xml"/><Relationship Id="rId54" Type="http://schemas.openxmlformats.org/officeDocument/2006/relationships/slide" Target="slides/slide43.xml"/><Relationship Id="rId57" Type="http://schemas.openxmlformats.org/officeDocument/2006/relationships/slide" Target="slides/slide46.xml"/><Relationship Id="rId56" Type="http://schemas.openxmlformats.org/officeDocument/2006/relationships/slide" Target="slides/slide45.xml"/><Relationship Id="rId59" Type="http://schemas.openxmlformats.org/officeDocument/2006/relationships/slide" Target="slides/slide48.xml"/><Relationship Id="rId154" Type="http://schemas.openxmlformats.org/officeDocument/2006/relationships/font" Target="fonts/CenturyGothic-bold.fntdata"/><Relationship Id="rId58" Type="http://schemas.openxmlformats.org/officeDocument/2006/relationships/slide" Target="slides/slide47.xml"/><Relationship Id="rId153" Type="http://schemas.openxmlformats.org/officeDocument/2006/relationships/font" Target="fonts/CenturyGothic-regular.fntdata"/><Relationship Id="rId152" Type="http://schemas.openxmlformats.org/officeDocument/2006/relationships/font" Target="fonts/OpenSans-boldItalic.fntdata"/><Relationship Id="rId151" Type="http://schemas.openxmlformats.org/officeDocument/2006/relationships/font" Target="fonts/OpenSans-italic.fntdata"/><Relationship Id="rId156" Type="http://schemas.openxmlformats.org/officeDocument/2006/relationships/font" Target="fonts/CenturyGothic-boldItalic.fntdata"/><Relationship Id="rId155" Type="http://schemas.openxmlformats.org/officeDocument/2006/relationships/font" Target="fonts/CenturyGothic-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alesforce.com/br/" TargetMode="Externa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10a6e1acd11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10a6e1acd11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10a6e1acd11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10a6e1acd11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10a6e1acd11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10a6e1acd11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43c896b11e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g43c896b11e_0_1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43c896b11e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g43c896b11e_0_1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43c896b11e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g43c896b11e_0_1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43c896b11e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g43c896b11e_0_1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43c896b11e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g43c896b11e_0_1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43c896b11e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g43c896b11e_0_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43c896b11e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g43c896b11e_0_2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43c896b11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43c896b11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10a6e1acd11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g10a6e1acd11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10a9e48a590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5" name="Google Shape;635;g10a9e48a590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10a9e48a590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10a9e48a590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10a9e48a590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10a9e48a590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10a9e48a590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10a9e48a590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10a6e1acd11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g10a6e1acd11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43b3a3f2a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43b3a3f2a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10a9e48a59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2" name="Google Shape;672;g10a9e48a59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10a9e48a590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10a9e48a590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10a9e48a590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5" name="Google Shape;685;g10a9e48a590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10a6e1acd11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g10a6e1acd11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10a9e48a590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5" name="Google Shape;695;g10a9e48a590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10a9e48a590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10a9e48a590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10a6e1acd11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5" name="Google Shape;705;g10a6e1acd11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10a9e48a590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10a9e48a590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10a6e1acd11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10a6e1acd1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10a6e1acd11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1" name="Google Shape;721;g10a6e1acd11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10a6e1acd11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10a6e1acd11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10a6e1acd11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10a6e1acd11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10a6e1acd11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10a6e1acd11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10a6e1acd11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1" name="Google Shape;741;g10a6e1acd11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10a6e1acd11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6" name="Google Shape;746;g10a6e1acd11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10a6e1acd11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g10a6e1acd11_0_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10a6e1acd11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g10a6e1acd11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10a6e1acd11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10a6e1acd11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10a9e48a59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0" name="Google Shape;770;g10a9e48a59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10a6e1acd11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7" name="Google Shape;777;g10a6e1acd11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10a6e1acd11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g10a6e1acd11_0_1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10a6e1acd11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g10a6e1acd11_0_1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10a6e1acd11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7" name="Google Shape;797;g10a6e1acd11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43b3a3f2a1_0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3" name="Google Shape;803;g43b3a3f2a1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43b3a3f2a1_0_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9" name="Google Shape;809;g43b3a3f2a1_0_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10a6e1acd11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5" name="Google Shape;815;g10a6e1acd11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5ff324a2b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1" name="Google Shape;821;g5ff324a2b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pt-BR" sz="1200">
                <a:solidFill>
                  <a:srgbClr val="414042"/>
                </a:solidFill>
                <a:latin typeface="Open Sans"/>
                <a:ea typeface="Open Sans"/>
                <a:cs typeface="Open Sans"/>
                <a:sym typeface="Open Sans"/>
              </a:rPr>
              <a:t>“Receita Previsível”, chamado de Bíblia de Vendas do Vale do Silício!”</a:t>
            </a:r>
            <a:endParaRPr i="1" sz="1200">
              <a:solidFill>
                <a:srgbClr val="414042"/>
              </a:solidFill>
              <a:latin typeface="Open Sans"/>
              <a:ea typeface="Open Sans"/>
              <a:cs typeface="Open Sans"/>
              <a:sym typeface="Open Sans"/>
            </a:endParaRPr>
          </a:p>
          <a:p>
            <a:pPr indent="0" lvl="0" marL="0" rtl="0" algn="l">
              <a:spcBef>
                <a:spcPts val="0"/>
              </a:spcBef>
              <a:spcAft>
                <a:spcPts val="0"/>
              </a:spcAft>
              <a:buNone/>
            </a:pPr>
            <a:r>
              <a:rPr lang="pt-BR" sz="1200">
                <a:solidFill>
                  <a:srgbClr val="414042"/>
                </a:solidFill>
                <a:highlight>
                  <a:srgbClr val="FFFFFF"/>
                </a:highlight>
                <a:latin typeface="Open Sans"/>
                <a:ea typeface="Open Sans"/>
                <a:cs typeface="Open Sans"/>
                <a:sym typeface="Open Sans"/>
              </a:rPr>
              <a:t>Aaron assumiu o cargo de diretor de vendas corporativas na </a:t>
            </a:r>
            <a:r>
              <a:rPr lang="pt-BR" sz="1200">
                <a:solidFill>
                  <a:srgbClr val="00BFDC"/>
                </a:solidFill>
                <a:uFill>
                  <a:noFill/>
                </a:uFill>
                <a:latin typeface="Open Sans"/>
                <a:ea typeface="Open Sans"/>
                <a:cs typeface="Open Sans"/>
                <a:sym typeface="Open Sans"/>
                <a:hlinkClick r:id="rId2">
                  <a:extLst>
                    <a:ext uri="{A12FA001-AC4F-418D-AE19-62706E023703}">
                      <ahyp:hlinkClr val="tx"/>
                    </a:ext>
                  </a:extLst>
                </a:hlinkClick>
              </a:rPr>
              <a:t>Salesforce</a:t>
            </a:r>
            <a:r>
              <a:rPr i="1" lang="pt-BR" sz="1200">
                <a:solidFill>
                  <a:srgbClr val="414042"/>
                </a:solidFill>
                <a:latin typeface="Open Sans"/>
                <a:ea typeface="Open Sans"/>
                <a:cs typeface="Open Sans"/>
                <a:sym typeface="Open Sans"/>
              </a:rPr>
              <a:t> - </a:t>
            </a:r>
            <a:r>
              <a:rPr lang="pt-BR" sz="1200">
                <a:solidFill>
                  <a:srgbClr val="414042"/>
                </a:solidFill>
                <a:highlight>
                  <a:srgbClr val="FFFFFF"/>
                </a:highlight>
                <a:latin typeface="Open Sans"/>
                <a:ea typeface="Open Sans"/>
                <a:cs typeface="Open Sans"/>
                <a:sym typeface="Open Sans"/>
              </a:rPr>
              <a:t> E foi com o auxílio de suas estratégias que a Salesforce </a:t>
            </a:r>
            <a:r>
              <a:rPr b="1" lang="pt-BR" sz="1200">
                <a:solidFill>
                  <a:srgbClr val="414042"/>
                </a:solidFill>
                <a:latin typeface="Open Sans"/>
                <a:ea typeface="Open Sans"/>
                <a:cs typeface="Open Sans"/>
                <a:sym typeface="Open Sans"/>
              </a:rPr>
              <a:t>incrementou sua receita em $100 milhões em seus primeiros anos.</a:t>
            </a:r>
            <a:endParaRPr b="1" sz="1200">
              <a:solidFill>
                <a:srgbClr val="414042"/>
              </a:solidFill>
              <a:latin typeface="Open Sans"/>
              <a:ea typeface="Open Sans"/>
              <a:cs typeface="Open Sans"/>
              <a:sym typeface="Open Sans"/>
            </a:endParaRPr>
          </a:p>
          <a:p>
            <a:pPr indent="0" lvl="0" marL="0" rtl="0" algn="l">
              <a:spcBef>
                <a:spcPts val="0"/>
              </a:spcBef>
              <a:spcAft>
                <a:spcPts val="0"/>
              </a:spcAft>
              <a:buNone/>
            </a:pPr>
            <a:r>
              <a:rPr b="1" lang="pt-BR" sz="1200">
                <a:solidFill>
                  <a:srgbClr val="414042"/>
                </a:solidFill>
                <a:latin typeface="Open Sans"/>
                <a:ea typeface="Open Sans"/>
                <a:cs typeface="Open Sans"/>
                <a:sym typeface="Open Sans"/>
              </a:rPr>
              <a:t>E olha como ele definiu ideal customer profile: </a:t>
            </a:r>
            <a:endParaRPr b="1" sz="1200">
              <a:solidFill>
                <a:srgbClr val="414042"/>
              </a:solidFill>
              <a:latin typeface="Open Sans"/>
              <a:ea typeface="Open Sans"/>
              <a:cs typeface="Open Sans"/>
              <a:sym typeface="Open San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g5ff324a2b8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8" name="Google Shape;828;g5ff324a2b8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Nesse momento vimos que nosso escopo de projeto precisava de algumas fases a mais: fomos tentar conhecer melhor então quem são nossos clientes e analisar a atratividade e fit dos mercados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5ff324a2b8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6" name="Google Shape;836;g5ff324a2b8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Selecionamos </a:t>
            </a:r>
            <a:r>
              <a:rPr lang="pt-BR"/>
              <a:t>características</a:t>
            </a:r>
            <a:r>
              <a:rPr lang="pt-BR"/>
              <a:t> do cliente...</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g5ff324a2b8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7" name="Google Shape;847;g5ff324a2b8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E alguns indicadores de sucesso…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5ff324a2b8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2" name="Google Shape;862;g5ff324a2b8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Agora sabemos a quantidade de clientes de cada segmento e como desempenham. E o mercado? Esse números são similares?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5ff324a2b8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8" name="Google Shape;868;g5ff324a2b8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O quanto de cada mercado nossos cliente representam? Qual o tamanho destes mercados? Qual a atratividade deles?</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5ff324a2b8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6" name="Google Shape;876;g5ff324a2b8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5ff324a2b8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3" name="Google Shape;883;g5ff324a2b8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Antes de mais nada,  a gente tem que deixar todo mundo com a mesma base do que é Ideal Customer Profile. ICP é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5ff324a2b8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8" name="Google Shape;888;g5ff324a2b8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DIsclaimer super importante e que causa confusão em muita gente é:</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5ff324a2b8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3" name="Google Shape;893;g5ff324a2b8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Como temos muita informação e clientes de diferentes portes e diferentes segmentos, consideramos os seguintes critérios:</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5ff324a2b8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5" name="Google Shape;905;g5ff324a2b8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g5ff324a2b8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1" name="Google Shape;911;g5ff324a2b8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Vale destacar que todos aqui são acionáveis e possíveis de descobrir com ações de marketing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10a6e1acd11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0" name="Google Shape;940;g10a6e1acd11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g10a6e1acd11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6" name="Google Shape;946;g10a6e1acd11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Vale destacar que todos aqui são acionáveis e possíveis de descobrir com ações de marketing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5ff324a2b8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5" name="Google Shape;975;g5ff324a2b8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10a6e1acd11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6" name="Google Shape;986;g10a6e1acd11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g43b3a3f2a1_0_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2" name="Google Shape;992;g43b3a3f2a1_0_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pt-BR">
                <a:solidFill>
                  <a:schemeClr val="dk1"/>
                </a:solidFill>
              </a:rPr>
              <a:t>Incluir (se houver) cases de sucesso ou entregas que comprovem o retorno do seu trabalho com seus clientes.</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43b3a3f2a1_0_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9" name="Google Shape;999;g43b3a3f2a1_0_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pt-BR">
                <a:solidFill>
                  <a:schemeClr val="dk1"/>
                </a:solidFill>
              </a:rPr>
              <a:t>Incluir (se houver) cases de sucesso ou entregas que comprovem o retorno do seu trabalho com seus clientes.</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43b3a3f2a1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6" name="Google Shape;1006;g43b3a3f2a1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pt-BR">
                <a:solidFill>
                  <a:schemeClr val="dk1"/>
                </a:solidFill>
              </a:rPr>
              <a:t>Incluir (se houver) cases de sucesso ou entregas que comprovem o retorno do seu trabalho com seus clientes.</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43b3a3f2a1_0_5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3" name="Google Shape;1013;g43b3a3f2a1_0_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pt-BR">
                <a:solidFill>
                  <a:schemeClr val="dk1"/>
                </a:solidFill>
              </a:rPr>
              <a:t>Incluir (se houver) cases de sucesso ou entregas que comprovem o retorno do seu trabalho com seus clientes.</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10cea4cb319_0_1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0" name="Google Shape;1020;g10cea4cb319_0_1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pt-BR">
                <a:solidFill>
                  <a:schemeClr val="dk1"/>
                </a:solidFill>
              </a:rPr>
              <a:t>Incluir (se houver) cases de sucesso ou entregas que comprovem o retorno do seu trabalho com seus clientes.</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g10a6e1acd11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7" name="Google Shape;1027;g10a6e1acd11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g10a6e1acd11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3" name="Google Shape;1033;g10a6e1acd11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pt-BR">
                <a:solidFill>
                  <a:schemeClr val="dk1"/>
                </a:solidFill>
              </a:rPr>
              <a:t>Incluir (se houver) cases de sucesso ou entregas que comprovem o retorno do seu trabalho com seus clientes.</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10a6e1acd11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0" name="Google Shape;1040;g10a6e1acd11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pt-BR">
                <a:solidFill>
                  <a:schemeClr val="dk1"/>
                </a:solidFill>
              </a:rPr>
              <a:t>Incluir (se houver) cases de sucesso ou entregas que comprovem o retorno do seu trabalho com seus clientes.</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g10a6e1acd11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7" name="Google Shape;1047;g10a6e1acd11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pt-BR">
                <a:solidFill>
                  <a:schemeClr val="dk1"/>
                </a:solidFill>
              </a:rPr>
              <a:t>Incluir (se houver) cases de sucesso ou entregas que comprovem o retorno do seu trabalho com seus clientes.</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10a6e1acd11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4" name="Google Shape;1054;g10a6e1acd11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pt-BR">
                <a:solidFill>
                  <a:schemeClr val="dk1"/>
                </a:solidFill>
              </a:rPr>
              <a:t>Incluir (se houver) cases de sucesso ou entregas que comprovem o retorno do seu trabalho com seus clientes.</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10a6e1acd11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1" name="Google Shape;1061;g10a6e1acd11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pt-BR">
                <a:solidFill>
                  <a:schemeClr val="dk1"/>
                </a:solidFill>
              </a:rPr>
              <a:t>Incluir (se houver) cases de sucesso ou entregas que comprovem o retorno do seu trabalho com seus clientes.</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g10a6e1acd11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g10a6e1acd11_0_2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10a6e1acd11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4" name="Google Shape;1074;g10a6e1acd11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10a6e1acd11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1" name="Google Shape;1081;g10a6e1acd11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g10a6e1acd11_0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g10a6e1acd11_0_3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g10a6e1acd11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g10a6e1acd11_0_2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g10a6e1acd11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9" name="Google Shape;1099;g10a6e1acd11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10a6e1acd11_0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5" name="Google Shape;1105;g10a6e1acd11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10a6e1acd11_0_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1" name="Google Shape;1111;g10a6e1acd11_0_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g10a6e1acd11_0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7" name="Google Shape;1117;g10a6e1acd11_0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10a6e1acd11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3" name="Google Shape;1123;g10a6e1acd11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10a6e1acd11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9" name="Google Shape;1129;g10a6e1acd11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g10cea4cb319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g10cea4cb319_0_1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g10cea4cb319_0_10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g10cea4cb319_0_10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5" name="Shape 1145"/>
        <p:cNvGrpSpPr/>
        <p:nvPr/>
      </p:nvGrpSpPr>
      <p:grpSpPr>
        <a:xfrm>
          <a:off x="0" y="0"/>
          <a:ext cx="0" cy="0"/>
          <a:chOff x="0" y="0"/>
          <a:chExt cx="0" cy="0"/>
        </a:xfrm>
      </p:grpSpPr>
      <p:sp>
        <p:nvSpPr>
          <p:cNvPr id="1146" name="Google Shape;1146;g10cea4cb319_0_6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7" name="Google Shape;1147;g10cea4cb319_0_6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g10cea4cb319_0_6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4" name="Google Shape;1154;g10cea4cb319_0_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10cea4cb319_0_7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1" name="Google Shape;1161;g10cea4cb319_0_7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g10cea4cb319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8" name="Google Shape;1168;g10cea4cb319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g10cea4cb319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4" name="Google Shape;1174;g10cea4cb319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g10cea4cb319_0_7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0" name="Google Shape;1180;g10cea4cb319_0_7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g10cea4cb319_0_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7" name="Google Shape;1187;g10cea4cb319_0_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g10cea4cb319_0_10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4" name="Google Shape;1194;g10cea4cb319_0_10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0" name="Shape 1200"/>
        <p:cNvGrpSpPr/>
        <p:nvPr/>
      </p:nvGrpSpPr>
      <p:grpSpPr>
        <a:xfrm>
          <a:off x="0" y="0"/>
          <a:ext cx="0" cy="0"/>
          <a:chOff x="0" y="0"/>
          <a:chExt cx="0" cy="0"/>
        </a:xfrm>
      </p:grpSpPr>
      <p:sp>
        <p:nvSpPr>
          <p:cNvPr id="1201" name="Google Shape;1201;g10cea4cb319_0_10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g10cea4cb319_0_10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g10cea4cb319_0_1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8" name="Google Shape;1208;g10cea4cb319_0_1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10cea4cb319_0_1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6" name="Google Shape;1216;g10cea4cb319_0_1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g10cea4cb319_0_1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g10cea4cb319_0_11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g43b3a3f2a1_0_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0" name="Google Shape;1230;g43b3a3f2a1_0_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6" name="Shape 1236"/>
        <p:cNvGrpSpPr/>
        <p:nvPr/>
      </p:nvGrpSpPr>
      <p:grpSpPr>
        <a:xfrm>
          <a:off x="0" y="0"/>
          <a:ext cx="0" cy="0"/>
          <a:chOff x="0" y="0"/>
          <a:chExt cx="0" cy="0"/>
        </a:xfrm>
      </p:grpSpPr>
      <p:sp>
        <p:nvSpPr>
          <p:cNvPr id="1237" name="Google Shape;1237;g44fdb0372e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8" name="Google Shape;1238;g44fdb0372e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44fdb0372e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6" name="Google Shape;1246;g44fdb0372e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1" name="Shape 1251"/>
        <p:cNvGrpSpPr/>
        <p:nvPr/>
      </p:nvGrpSpPr>
      <p:grpSpPr>
        <a:xfrm>
          <a:off x="0" y="0"/>
          <a:ext cx="0" cy="0"/>
          <a:chOff x="0" y="0"/>
          <a:chExt cx="0" cy="0"/>
        </a:xfrm>
      </p:grpSpPr>
      <p:sp>
        <p:nvSpPr>
          <p:cNvPr id="1252" name="Google Shape;1252;g45098d8a88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3" name="Google Shape;1253;g45098d8a8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g10cea4cb319_0_10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g10cea4cb319_0_10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2" name="Shape 1262"/>
        <p:cNvGrpSpPr/>
        <p:nvPr/>
      </p:nvGrpSpPr>
      <p:grpSpPr>
        <a:xfrm>
          <a:off x="0" y="0"/>
          <a:ext cx="0" cy="0"/>
          <a:chOff x="0" y="0"/>
          <a:chExt cx="0" cy="0"/>
        </a:xfrm>
      </p:grpSpPr>
      <p:sp>
        <p:nvSpPr>
          <p:cNvPr id="1263" name="Google Shape;1263;g43b3a3f2a1_0_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4" name="Google Shape;1264;g43b3a3f2a1_0_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8" name="Shape 1268"/>
        <p:cNvGrpSpPr/>
        <p:nvPr/>
      </p:nvGrpSpPr>
      <p:grpSpPr>
        <a:xfrm>
          <a:off x="0" y="0"/>
          <a:ext cx="0" cy="0"/>
          <a:chOff x="0" y="0"/>
          <a:chExt cx="0" cy="0"/>
        </a:xfrm>
      </p:grpSpPr>
      <p:sp>
        <p:nvSpPr>
          <p:cNvPr id="1269" name="Google Shape;1269;g10cea4cb319_0_10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g10cea4cb319_0_10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g3bd4bc8ee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6" name="Google Shape;1276;g3bd4bc8ee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0" name="Shape 1280"/>
        <p:cNvGrpSpPr/>
        <p:nvPr/>
      </p:nvGrpSpPr>
      <p:grpSpPr>
        <a:xfrm>
          <a:off x="0" y="0"/>
          <a:ext cx="0" cy="0"/>
          <a:chOff x="0" y="0"/>
          <a:chExt cx="0" cy="0"/>
        </a:xfrm>
      </p:grpSpPr>
      <p:sp>
        <p:nvSpPr>
          <p:cNvPr id="1281" name="Google Shape;1281;g44fdb0372e_1_401: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1282" name="Google Shape;1282;g44fdb0372e_1_4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g44fdb0372e_1_1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9" name="Google Shape;1289;g44fdb0372e_1_1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3" name="Shape 1293"/>
        <p:cNvGrpSpPr/>
        <p:nvPr/>
      </p:nvGrpSpPr>
      <p:grpSpPr>
        <a:xfrm>
          <a:off x="0" y="0"/>
          <a:ext cx="0" cy="0"/>
          <a:chOff x="0" y="0"/>
          <a:chExt cx="0" cy="0"/>
        </a:xfrm>
      </p:grpSpPr>
      <p:sp>
        <p:nvSpPr>
          <p:cNvPr id="1294" name="Google Shape;1294;g44fdb0372e_1_1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5" name="Google Shape;1295;g44fdb0372e_1_1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9" name="Shape 1299"/>
        <p:cNvGrpSpPr/>
        <p:nvPr/>
      </p:nvGrpSpPr>
      <p:grpSpPr>
        <a:xfrm>
          <a:off x="0" y="0"/>
          <a:ext cx="0" cy="0"/>
          <a:chOff x="0" y="0"/>
          <a:chExt cx="0" cy="0"/>
        </a:xfrm>
      </p:grpSpPr>
      <p:sp>
        <p:nvSpPr>
          <p:cNvPr id="1300" name="Google Shape;1300;g44fdb0372e_1_3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1" name="Google Shape;1301;g44fdb0372e_1_3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g44fdb0372e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g44fdb0372e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0" name="Shape 1320"/>
        <p:cNvGrpSpPr/>
        <p:nvPr/>
      </p:nvGrpSpPr>
      <p:grpSpPr>
        <a:xfrm>
          <a:off x="0" y="0"/>
          <a:ext cx="0" cy="0"/>
          <a:chOff x="0" y="0"/>
          <a:chExt cx="0" cy="0"/>
        </a:xfrm>
      </p:grpSpPr>
      <p:sp>
        <p:nvSpPr>
          <p:cNvPr id="1321" name="Google Shape;1321;g10cea4cb319_0_10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g10cea4cb319_0_10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g43b3a3f2a1_0_6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8" name="Google Shape;1328;g43b3a3f2a1_0_6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2" name="Shape 1332"/>
        <p:cNvGrpSpPr/>
        <p:nvPr/>
      </p:nvGrpSpPr>
      <p:grpSpPr>
        <a:xfrm>
          <a:off x="0" y="0"/>
          <a:ext cx="0" cy="0"/>
          <a:chOff x="0" y="0"/>
          <a:chExt cx="0" cy="0"/>
        </a:xfrm>
      </p:grpSpPr>
      <p:sp>
        <p:nvSpPr>
          <p:cNvPr id="1333" name="Google Shape;1333;g43b3a3f2a1_0_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4" name="Google Shape;1334;g43b3a3f2a1_0_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8" name="Shape 1338"/>
        <p:cNvGrpSpPr/>
        <p:nvPr/>
      </p:nvGrpSpPr>
      <p:grpSpPr>
        <a:xfrm>
          <a:off x="0" y="0"/>
          <a:ext cx="0" cy="0"/>
          <a:chOff x="0" y="0"/>
          <a:chExt cx="0" cy="0"/>
        </a:xfrm>
      </p:grpSpPr>
      <p:sp>
        <p:nvSpPr>
          <p:cNvPr id="1339" name="Google Shape;1339;g43b3a3f2a1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0" name="Google Shape;1340;g43b3a3f2a1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g450b8229c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6" name="Google Shape;1346;g450b8229c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9" name="Shape 1349"/>
        <p:cNvGrpSpPr/>
        <p:nvPr/>
      </p:nvGrpSpPr>
      <p:grpSpPr>
        <a:xfrm>
          <a:off x="0" y="0"/>
          <a:ext cx="0" cy="0"/>
          <a:chOff x="0" y="0"/>
          <a:chExt cx="0" cy="0"/>
        </a:xfrm>
      </p:grpSpPr>
      <p:sp>
        <p:nvSpPr>
          <p:cNvPr id="1350" name="Google Shape;1350;g450b8229c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1" name="Google Shape;1351;g450b8229c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5" name="Shape 1355"/>
        <p:cNvGrpSpPr/>
        <p:nvPr/>
      </p:nvGrpSpPr>
      <p:grpSpPr>
        <a:xfrm>
          <a:off x="0" y="0"/>
          <a:ext cx="0" cy="0"/>
          <a:chOff x="0" y="0"/>
          <a:chExt cx="0" cy="0"/>
        </a:xfrm>
      </p:grpSpPr>
      <p:sp>
        <p:nvSpPr>
          <p:cNvPr id="1356" name="Google Shape;1356;g10cea4cb319_0_10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7" name="Google Shape;1357;g10cea4cb319_0_10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1" name="Shape 1361"/>
        <p:cNvGrpSpPr/>
        <p:nvPr/>
      </p:nvGrpSpPr>
      <p:grpSpPr>
        <a:xfrm>
          <a:off x="0" y="0"/>
          <a:ext cx="0" cy="0"/>
          <a:chOff x="0" y="0"/>
          <a:chExt cx="0" cy="0"/>
        </a:xfrm>
      </p:grpSpPr>
      <p:sp>
        <p:nvSpPr>
          <p:cNvPr id="1362" name="Google Shape;1362;g10cea4cb319_0_1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3" name="Google Shape;1363;g10cea4cb319_0_1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jp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652078" y="713075"/>
            <a:ext cx="5947500" cy="20526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b="1" sz="3600"/>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p:txBody>
      </p:sp>
      <p:sp>
        <p:nvSpPr>
          <p:cNvPr id="11" name="Google Shape;11;p2"/>
          <p:cNvSpPr txBox="1"/>
          <p:nvPr>
            <p:ph idx="1" type="subTitle"/>
          </p:nvPr>
        </p:nvSpPr>
        <p:spPr>
          <a:xfrm>
            <a:off x="652075" y="2834125"/>
            <a:ext cx="59475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a:lvl1pPr>
            <a:lvl2pPr lvl="1" rtl="0">
              <a:lnSpc>
                <a:spcPct val="100000"/>
              </a:lnSpc>
              <a:spcBef>
                <a:spcPts val="0"/>
              </a:spcBef>
              <a:spcAft>
                <a:spcPts val="0"/>
              </a:spcAft>
              <a:buSzPts val="1800"/>
              <a:buNone/>
              <a:defRPr sz="1800"/>
            </a:lvl2pPr>
            <a:lvl3pPr lvl="2" rtl="0">
              <a:lnSpc>
                <a:spcPct val="100000"/>
              </a:lnSpc>
              <a:spcBef>
                <a:spcPts val="0"/>
              </a:spcBef>
              <a:spcAft>
                <a:spcPts val="0"/>
              </a:spcAft>
              <a:buSzPts val="1800"/>
              <a:buNone/>
              <a:defRPr sz="1800"/>
            </a:lvl3pPr>
            <a:lvl4pPr lvl="3" rtl="0">
              <a:lnSpc>
                <a:spcPct val="100000"/>
              </a:lnSpc>
              <a:spcBef>
                <a:spcPts val="0"/>
              </a:spcBef>
              <a:spcAft>
                <a:spcPts val="0"/>
              </a:spcAft>
              <a:buSzPts val="1800"/>
              <a:buNone/>
              <a:defRPr sz="1800"/>
            </a:lvl4pPr>
            <a:lvl5pPr lvl="4" rtl="0">
              <a:lnSpc>
                <a:spcPct val="100000"/>
              </a:lnSpc>
              <a:spcBef>
                <a:spcPts val="0"/>
              </a:spcBef>
              <a:spcAft>
                <a:spcPts val="0"/>
              </a:spcAft>
              <a:buSzPts val="1800"/>
              <a:buNone/>
              <a:defRPr sz="1800"/>
            </a:lvl5pPr>
            <a:lvl6pPr lvl="5" rtl="0">
              <a:lnSpc>
                <a:spcPct val="100000"/>
              </a:lnSpc>
              <a:spcBef>
                <a:spcPts val="0"/>
              </a:spcBef>
              <a:spcAft>
                <a:spcPts val="0"/>
              </a:spcAft>
              <a:buSzPts val="1800"/>
              <a:buNone/>
              <a:defRPr sz="1800"/>
            </a:lvl6pPr>
            <a:lvl7pPr lvl="6" rtl="0">
              <a:lnSpc>
                <a:spcPct val="100000"/>
              </a:lnSpc>
              <a:spcBef>
                <a:spcPts val="0"/>
              </a:spcBef>
              <a:spcAft>
                <a:spcPts val="0"/>
              </a:spcAft>
              <a:buSzPts val="1800"/>
              <a:buNone/>
              <a:defRPr sz="1800"/>
            </a:lvl7pPr>
            <a:lvl8pPr lvl="7" rtl="0">
              <a:lnSpc>
                <a:spcPct val="100000"/>
              </a:lnSpc>
              <a:spcBef>
                <a:spcPts val="0"/>
              </a:spcBef>
              <a:spcAft>
                <a:spcPts val="0"/>
              </a:spcAft>
              <a:buSzPts val="1800"/>
              <a:buNone/>
              <a:defRPr sz="1800"/>
            </a:lvl8pPr>
            <a:lvl9pPr lvl="8" rtl="0">
              <a:lnSpc>
                <a:spcPct val="100000"/>
              </a:lnSpc>
              <a:spcBef>
                <a:spcPts val="0"/>
              </a:spcBef>
              <a:spcAft>
                <a:spcPts val="0"/>
              </a:spcAft>
              <a:buSzPts val="1800"/>
              <a:buNone/>
              <a:defRPr sz="1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1">
  <p:cSld name="TITLE_1">
    <p:spTree>
      <p:nvGrpSpPr>
        <p:cNvPr id="13" name="Shape 13"/>
        <p:cNvGrpSpPr/>
        <p:nvPr/>
      </p:nvGrpSpPr>
      <p:grpSpPr>
        <a:xfrm>
          <a:off x="0" y="0"/>
          <a:ext cx="0" cy="0"/>
          <a:chOff x="0" y="0"/>
          <a:chExt cx="0" cy="0"/>
        </a:xfrm>
      </p:grpSpPr>
      <p:sp>
        <p:nvSpPr>
          <p:cNvPr id="14" name="Google Shape;14;p3"/>
          <p:cNvSpPr/>
          <p:nvPr/>
        </p:nvSpPr>
        <p:spPr>
          <a:xfrm>
            <a:off x="0" y="0"/>
            <a:ext cx="9144000" cy="5143500"/>
          </a:xfrm>
          <a:prstGeom prst="rect">
            <a:avLst/>
          </a:prstGeom>
          <a:solidFill>
            <a:srgbClr val="415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
        <p:nvSpPr>
          <p:cNvPr id="16" name="Google Shape;16;p3"/>
          <p:cNvSpPr txBox="1"/>
          <p:nvPr>
            <p:ph type="ctrTitle"/>
          </p:nvPr>
        </p:nvSpPr>
        <p:spPr>
          <a:xfrm>
            <a:off x="652078" y="713075"/>
            <a:ext cx="59475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None/>
              <a:defRPr b="1" sz="3600">
                <a:solidFill>
                  <a:srgbClr val="FFFFFF"/>
                </a:solidFill>
              </a:defRPr>
            </a:lvl1pPr>
            <a:lvl2pPr lvl="1" rtl="0">
              <a:spcBef>
                <a:spcPts val="0"/>
              </a:spcBef>
              <a:spcAft>
                <a:spcPts val="0"/>
              </a:spcAft>
              <a:buClr>
                <a:srgbClr val="0C487B"/>
              </a:buClr>
              <a:buSzPts val="5200"/>
              <a:buNone/>
              <a:defRPr sz="5200">
                <a:solidFill>
                  <a:srgbClr val="0C487B"/>
                </a:solidFill>
              </a:defRPr>
            </a:lvl2pPr>
            <a:lvl3pPr lvl="2" rtl="0">
              <a:spcBef>
                <a:spcPts val="0"/>
              </a:spcBef>
              <a:spcAft>
                <a:spcPts val="0"/>
              </a:spcAft>
              <a:buClr>
                <a:srgbClr val="0C487B"/>
              </a:buClr>
              <a:buSzPts val="5200"/>
              <a:buNone/>
              <a:defRPr sz="5200">
                <a:solidFill>
                  <a:srgbClr val="0C487B"/>
                </a:solidFill>
              </a:defRPr>
            </a:lvl3pPr>
            <a:lvl4pPr lvl="3" rtl="0">
              <a:spcBef>
                <a:spcPts val="0"/>
              </a:spcBef>
              <a:spcAft>
                <a:spcPts val="0"/>
              </a:spcAft>
              <a:buClr>
                <a:srgbClr val="0C487B"/>
              </a:buClr>
              <a:buSzPts val="5200"/>
              <a:buNone/>
              <a:defRPr sz="5200">
                <a:solidFill>
                  <a:srgbClr val="0C487B"/>
                </a:solidFill>
              </a:defRPr>
            </a:lvl4pPr>
            <a:lvl5pPr lvl="4" rtl="0">
              <a:spcBef>
                <a:spcPts val="0"/>
              </a:spcBef>
              <a:spcAft>
                <a:spcPts val="0"/>
              </a:spcAft>
              <a:buClr>
                <a:srgbClr val="0C487B"/>
              </a:buClr>
              <a:buSzPts val="5200"/>
              <a:buNone/>
              <a:defRPr sz="5200">
                <a:solidFill>
                  <a:srgbClr val="0C487B"/>
                </a:solidFill>
              </a:defRPr>
            </a:lvl5pPr>
            <a:lvl6pPr lvl="5" rtl="0">
              <a:spcBef>
                <a:spcPts val="0"/>
              </a:spcBef>
              <a:spcAft>
                <a:spcPts val="0"/>
              </a:spcAft>
              <a:buClr>
                <a:srgbClr val="0C487B"/>
              </a:buClr>
              <a:buSzPts val="5200"/>
              <a:buNone/>
              <a:defRPr sz="5200">
                <a:solidFill>
                  <a:srgbClr val="0C487B"/>
                </a:solidFill>
              </a:defRPr>
            </a:lvl6pPr>
            <a:lvl7pPr lvl="6" rtl="0">
              <a:spcBef>
                <a:spcPts val="0"/>
              </a:spcBef>
              <a:spcAft>
                <a:spcPts val="0"/>
              </a:spcAft>
              <a:buClr>
                <a:srgbClr val="0C487B"/>
              </a:buClr>
              <a:buSzPts val="5200"/>
              <a:buNone/>
              <a:defRPr sz="5200">
                <a:solidFill>
                  <a:srgbClr val="0C487B"/>
                </a:solidFill>
              </a:defRPr>
            </a:lvl7pPr>
            <a:lvl8pPr lvl="7" rtl="0">
              <a:spcBef>
                <a:spcPts val="0"/>
              </a:spcBef>
              <a:spcAft>
                <a:spcPts val="0"/>
              </a:spcAft>
              <a:buClr>
                <a:srgbClr val="0C487B"/>
              </a:buClr>
              <a:buSzPts val="5200"/>
              <a:buNone/>
              <a:defRPr sz="5200">
                <a:solidFill>
                  <a:srgbClr val="0C487B"/>
                </a:solidFill>
              </a:defRPr>
            </a:lvl8pPr>
            <a:lvl9pPr lvl="8" rtl="0">
              <a:spcBef>
                <a:spcPts val="0"/>
              </a:spcBef>
              <a:spcAft>
                <a:spcPts val="0"/>
              </a:spcAft>
              <a:buClr>
                <a:srgbClr val="0C487B"/>
              </a:buClr>
              <a:buSzPts val="5200"/>
              <a:buNone/>
              <a:defRPr sz="5200">
                <a:solidFill>
                  <a:srgbClr val="0C487B"/>
                </a:solidFill>
              </a:defRPr>
            </a:lvl9pPr>
          </a:lstStyle>
          <a:p/>
        </p:txBody>
      </p:sp>
      <p:sp>
        <p:nvSpPr>
          <p:cNvPr id="17" name="Google Shape;17;p3"/>
          <p:cNvSpPr txBox="1"/>
          <p:nvPr>
            <p:ph idx="1" type="subTitle"/>
          </p:nvPr>
        </p:nvSpPr>
        <p:spPr>
          <a:xfrm>
            <a:off x="652075" y="2834125"/>
            <a:ext cx="59475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800"/>
              <a:buNone/>
              <a:defRPr>
                <a:solidFill>
                  <a:srgbClr val="FFFFFF"/>
                </a:solidFill>
              </a:defRPr>
            </a:lvl1pPr>
            <a:lvl2pPr lvl="1" rtl="0">
              <a:lnSpc>
                <a:spcPct val="100000"/>
              </a:lnSpc>
              <a:spcBef>
                <a:spcPts val="0"/>
              </a:spcBef>
              <a:spcAft>
                <a:spcPts val="0"/>
              </a:spcAft>
              <a:buClr>
                <a:srgbClr val="FFFFFF"/>
              </a:buClr>
              <a:buSzPts val="1800"/>
              <a:buNone/>
              <a:defRPr sz="1800">
                <a:solidFill>
                  <a:srgbClr val="FFFFFF"/>
                </a:solidFill>
              </a:defRPr>
            </a:lvl2pPr>
            <a:lvl3pPr lvl="2" rtl="0">
              <a:lnSpc>
                <a:spcPct val="100000"/>
              </a:lnSpc>
              <a:spcBef>
                <a:spcPts val="0"/>
              </a:spcBef>
              <a:spcAft>
                <a:spcPts val="0"/>
              </a:spcAft>
              <a:buClr>
                <a:srgbClr val="FFFFFF"/>
              </a:buClr>
              <a:buSzPts val="1800"/>
              <a:buNone/>
              <a:defRPr sz="1800">
                <a:solidFill>
                  <a:srgbClr val="FFFFFF"/>
                </a:solidFill>
              </a:defRPr>
            </a:lvl3pPr>
            <a:lvl4pPr lvl="3" rtl="0">
              <a:lnSpc>
                <a:spcPct val="100000"/>
              </a:lnSpc>
              <a:spcBef>
                <a:spcPts val="0"/>
              </a:spcBef>
              <a:spcAft>
                <a:spcPts val="0"/>
              </a:spcAft>
              <a:buClr>
                <a:srgbClr val="FFFFFF"/>
              </a:buClr>
              <a:buSzPts val="1800"/>
              <a:buNone/>
              <a:defRPr sz="1800">
                <a:solidFill>
                  <a:srgbClr val="FFFFFF"/>
                </a:solidFill>
              </a:defRPr>
            </a:lvl4pPr>
            <a:lvl5pPr lvl="4" rtl="0">
              <a:lnSpc>
                <a:spcPct val="100000"/>
              </a:lnSpc>
              <a:spcBef>
                <a:spcPts val="0"/>
              </a:spcBef>
              <a:spcAft>
                <a:spcPts val="0"/>
              </a:spcAft>
              <a:buClr>
                <a:srgbClr val="FFFFFF"/>
              </a:buClr>
              <a:buSzPts val="1800"/>
              <a:buNone/>
              <a:defRPr sz="1800">
                <a:solidFill>
                  <a:srgbClr val="FFFFFF"/>
                </a:solidFill>
              </a:defRPr>
            </a:lvl5pPr>
            <a:lvl6pPr lvl="5" rtl="0">
              <a:lnSpc>
                <a:spcPct val="100000"/>
              </a:lnSpc>
              <a:spcBef>
                <a:spcPts val="0"/>
              </a:spcBef>
              <a:spcAft>
                <a:spcPts val="0"/>
              </a:spcAft>
              <a:buClr>
                <a:srgbClr val="FFFFFF"/>
              </a:buClr>
              <a:buSzPts val="1800"/>
              <a:buNone/>
              <a:defRPr sz="1800">
                <a:solidFill>
                  <a:srgbClr val="FFFFFF"/>
                </a:solidFill>
              </a:defRPr>
            </a:lvl6pPr>
            <a:lvl7pPr lvl="6" rtl="0">
              <a:lnSpc>
                <a:spcPct val="100000"/>
              </a:lnSpc>
              <a:spcBef>
                <a:spcPts val="0"/>
              </a:spcBef>
              <a:spcAft>
                <a:spcPts val="0"/>
              </a:spcAft>
              <a:buClr>
                <a:srgbClr val="FFFFFF"/>
              </a:buClr>
              <a:buSzPts val="1800"/>
              <a:buNone/>
              <a:defRPr sz="1800">
                <a:solidFill>
                  <a:srgbClr val="FFFFFF"/>
                </a:solidFill>
              </a:defRPr>
            </a:lvl7pPr>
            <a:lvl8pPr lvl="7" rtl="0">
              <a:lnSpc>
                <a:spcPct val="100000"/>
              </a:lnSpc>
              <a:spcBef>
                <a:spcPts val="0"/>
              </a:spcBef>
              <a:spcAft>
                <a:spcPts val="0"/>
              </a:spcAft>
              <a:buClr>
                <a:srgbClr val="FFFFFF"/>
              </a:buClr>
              <a:buSzPts val="1800"/>
              <a:buNone/>
              <a:defRPr sz="1800">
                <a:solidFill>
                  <a:srgbClr val="FFFFFF"/>
                </a:solidFill>
              </a:defRPr>
            </a:lvl8pPr>
            <a:lvl9pPr lvl="8" rtl="0">
              <a:lnSpc>
                <a:spcPct val="100000"/>
              </a:lnSpc>
              <a:spcBef>
                <a:spcPts val="0"/>
              </a:spcBef>
              <a:spcAft>
                <a:spcPts val="0"/>
              </a:spcAft>
              <a:buClr>
                <a:srgbClr val="FFFFFF"/>
              </a:buClr>
              <a:buSzPts val="1800"/>
              <a:buNone/>
              <a:defRPr sz="1800">
                <a:solidFill>
                  <a:srgbClr val="FFFFFF"/>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1 2">
  <p:cSld name="TITLE_1_2">
    <p:spTree>
      <p:nvGrpSpPr>
        <p:cNvPr id="18" name="Shape 18"/>
        <p:cNvGrpSpPr/>
        <p:nvPr/>
      </p:nvGrpSpPr>
      <p:grpSpPr>
        <a:xfrm>
          <a:off x="0" y="0"/>
          <a:ext cx="0" cy="0"/>
          <a:chOff x="0" y="0"/>
          <a:chExt cx="0" cy="0"/>
        </a:xfrm>
      </p:grpSpPr>
      <p:sp>
        <p:nvSpPr>
          <p:cNvPr id="19" name="Google Shape;19;p4"/>
          <p:cNvSpPr/>
          <p:nvPr/>
        </p:nvSpPr>
        <p:spPr>
          <a:xfrm>
            <a:off x="0" y="0"/>
            <a:ext cx="9144000" cy="5143500"/>
          </a:xfrm>
          <a:prstGeom prst="rect">
            <a:avLst/>
          </a:prstGeom>
          <a:solidFill>
            <a:srgbClr val="415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
        <p:nvSpPr>
          <p:cNvPr id="21" name="Google Shape;21;p4"/>
          <p:cNvSpPr txBox="1"/>
          <p:nvPr>
            <p:ph type="ctrTitle"/>
          </p:nvPr>
        </p:nvSpPr>
        <p:spPr>
          <a:xfrm>
            <a:off x="1613650" y="713075"/>
            <a:ext cx="6246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2400"/>
              <a:buNone/>
              <a:defRPr b="1" sz="2400">
                <a:solidFill>
                  <a:srgbClr val="FFFFFF"/>
                </a:solidFill>
              </a:defRPr>
            </a:lvl1pPr>
            <a:lvl2pPr lvl="1" rtl="0">
              <a:spcBef>
                <a:spcPts val="0"/>
              </a:spcBef>
              <a:spcAft>
                <a:spcPts val="0"/>
              </a:spcAft>
              <a:buClr>
                <a:srgbClr val="0C487B"/>
              </a:buClr>
              <a:buSzPts val="2400"/>
              <a:buNone/>
              <a:defRPr sz="2400">
                <a:solidFill>
                  <a:srgbClr val="0C487B"/>
                </a:solidFill>
              </a:defRPr>
            </a:lvl2pPr>
            <a:lvl3pPr lvl="2" rtl="0">
              <a:spcBef>
                <a:spcPts val="0"/>
              </a:spcBef>
              <a:spcAft>
                <a:spcPts val="0"/>
              </a:spcAft>
              <a:buClr>
                <a:srgbClr val="0C487B"/>
              </a:buClr>
              <a:buSzPts val="2400"/>
              <a:buNone/>
              <a:defRPr sz="2400">
                <a:solidFill>
                  <a:srgbClr val="0C487B"/>
                </a:solidFill>
              </a:defRPr>
            </a:lvl3pPr>
            <a:lvl4pPr lvl="3" rtl="0">
              <a:spcBef>
                <a:spcPts val="0"/>
              </a:spcBef>
              <a:spcAft>
                <a:spcPts val="0"/>
              </a:spcAft>
              <a:buClr>
                <a:srgbClr val="0C487B"/>
              </a:buClr>
              <a:buSzPts val="2400"/>
              <a:buNone/>
              <a:defRPr sz="2400">
                <a:solidFill>
                  <a:srgbClr val="0C487B"/>
                </a:solidFill>
              </a:defRPr>
            </a:lvl4pPr>
            <a:lvl5pPr lvl="4" rtl="0">
              <a:spcBef>
                <a:spcPts val="0"/>
              </a:spcBef>
              <a:spcAft>
                <a:spcPts val="0"/>
              </a:spcAft>
              <a:buClr>
                <a:srgbClr val="0C487B"/>
              </a:buClr>
              <a:buSzPts val="2400"/>
              <a:buNone/>
              <a:defRPr sz="2400">
                <a:solidFill>
                  <a:srgbClr val="0C487B"/>
                </a:solidFill>
              </a:defRPr>
            </a:lvl5pPr>
            <a:lvl6pPr lvl="5" rtl="0">
              <a:spcBef>
                <a:spcPts val="0"/>
              </a:spcBef>
              <a:spcAft>
                <a:spcPts val="0"/>
              </a:spcAft>
              <a:buClr>
                <a:srgbClr val="0C487B"/>
              </a:buClr>
              <a:buSzPts val="2400"/>
              <a:buNone/>
              <a:defRPr sz="2400">
                <a:solidFill>
                  <a:srgbClr val="0C487B"/>
                </a:solidFill>
              </a:defRPr>
            </a:lvl6pPr>
            <a:lvl7pPr lvl="6" rtl="0">
              <a:spcBef>
                <a:spcPts val="0"/>
              </a:spcBef>
              <a:spcAft>
                <a:spcPts val="0"/>
              </a:spcAft>
              <a:buClr>
                <a:srgbClr val="0C487B"/>
              </a:buClr>
              <a:buSzPts val="2400"/>
              <a:buNone/>
              <a:defRPr sz="2400">
                <a:solidFill>
                  <a:srgbClr val="0C487B"/>
                </a:solidFill>
              </a:defRPr>
            </a:lvl7pPr>
            <a:lvl8pPr lvl="7" rtl="0">
              <a:spcBef>
                <a:spcPts val="0"/>
              </a:spcBef>
              <a:spcAft>
                <a:spcPts val="0"/>
              </a:spcAft>
              <a:buClr>
                <a:srgbClr val="0C487B"/>
              </a:buClr>
              <a:buSzPts val="2400"/>
              <a:buNone/>
              <a:defRPr sz="2400">
                <a:solidFill>
                  <a:srgbClr val="0C487B"/>
                </a:solidFill>
              </a:defRPr>
            </a:lvl8pPr>
            <a:lvl9pPr lvl="8" rtl="0">
              <a:spcBef>
                <a:spcPts val="0"/>
              </a:spcBef>
              <a:spcAft>
                <a:spcPts val="0"/>
              </a:spcAft>
              <a:buClr>
                <a:srgbClr val="0C487B"/>
              </a:buClr>
              <a:buSzPts val="2400"/>
              <a:buNone/>
              <a:defRPr sz="2400">
                <a:solidFill>
                  <a:srgbClr val="0C487B"/>
                </a:solidFill>
              </a:defRPr>
            </a:lvl9pPr>
          </a:lstStyle>
          <a:p/>
        </p:txBody>
      </p:sp>
      <p:sp>
        <p:nvSpPr>
          <p:cNvPr id="22" name="Google Shape;22;p4"/>
          <p:cNvSpPr txBox="1"/>
          <p:nvPr>
            <p:ph idx="1" type="subTitle"/>
          </p:nvPr>
        </p:nvSpPr>
        <p:spPr>
          <a:xfrm>
            <a:off x="652075" y="2834125"/>
            <a:ext cx="7208100" cy="792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FFFFFF"/>
              </a:buClr>
              <a:buSzPts val="1600"/>
              <a:buNone/>
              <a:defRPr sz="1600">
                <a:solidFill>
                  <a:srgbClr val="FFFFFF"/>
                </a:solidFill>
              </a:defRPr>
            </a:lvl1pPr>
            <a:lvl2pPr lvl="1" rtl="0">
              <a:lnSpc>
                <a:spcPct val="100000"/>
              </a:lnSpc>
              <a:spcBef>
                <a:spcPts val="0"/>
              </a:spcBef>
              <a:spcAft>
                <a:spcPts val="0"/>
              </a:spcAft>
              <a:buClr>
                <a:srgbClr val="FFFFFF"/>
              </a:buClr>
              <a:buSzPts val="1800"/>
              <a:buNone/>
              <a:defRPr sz="1800">
                <a:solidFill>
                  <a:srgbClr val="FFFFFF"/>
                </a:solidFill>
              </a:defRPr>
            </a:lvl2pPr>
            <a:lvl3pPr lvl="2" rtl="0">
              <a:lnSpc>
                <a:spcPct val="100000"/>
              </a:lnSpc>
              <a:spcBef>
                <a:spcPts val="0"/>
              </a:spcBef>
              <a:spcAft>
                <a:spcPts val="0"/>
              </a:spcAft>
              <a:buClr>
                <a:srgbClr val="FFFFFF"/>
              </a:buClr>
              <a:buSzPts val="1800"/>
              <a:buNone/>
              <a:defRPr sz="1800">
                <a:solidFill>
                  <a:srgbClr val="FFFFFF"/>
                </a:solidFill>
              </a:defRPr>
            </a:lvl3pPr>
            <a:lvl4pPr lvl="3" rtl="0">
              <a:lnSpc>
                <a:spcPct val="100000"/>
              </a:lnSpc>
              <a:spcBef>
                <a:spcPts val="0"/>
              </a:spcBef>
              <a:spcAft>
                <a:spcPts val="0"/>
              </a:spcAft>
              <a:buClr>
                <a:srgbClr val="FFFFFF"/>
              </a:buClr>
              <a:buSzPts val="1800"/>
              <a:buNone/>
              <a:defRPr sz="1800">
                <a:solidFill>
                  <a:srgbClr val="FFFFFF"/>
                </a:solidFill>
              </a:defRPr>
            </a:lvl4pPr>
            <a:lvl5pPr lvl="4" rtl="0">
              <a:lnSpc>
                <a:spcPct val="100000"/>
              </a:lnSpc>
              <a:spcBef>
                <a:spcPts val="0"/>
              </a:spcBef>
              <a:spcAft>
                <a:spcPts val="0"/>
              </a:spcAft>
              <a:buClr>
                <a:srgbClr val="FFFFFF"/>
              </a:buClr>
              <a:buSzPts val="1800"/>
              <a:buNone/>
              <a:defRPr sz="1800">
                <a:solidFill>
                  <a:srgbClr val="FFFFFF"/>
                </a:solidFill>
              </a:defRPr>
            </a:lvl5pPr>
            <a:lvl6pPr lvl="5" rtl="0">
              <a:lnSpc>
                <a:spcPct val="100000"/>
              </a:lnSpc>
              <a:spcBef>
                <a:spcPts val="0"/>
              </a:spcBef>
              <a:spcAft>
                <a:spcPts val="0"/>
              </a:spcAft>
              <a:buClr>
                <a:srgbClr val="FFFFFF"/>
              </a:buClr>
              <a:buSzPts val="1800"/>
              <a:buNone/>
              <a:defRPr sz="1800">
                <a:solidFill>
                  <a:srgbClr val="FFFFFF"/>
                </a:solidFill>
              </a:defRPr>
            </a:lvl6pPr>
            <a:lvl7pPr lvl="6" rtl="0">
              <a:lnSpc>
                <a:spcPct val="100000"/>
              </a:lnSpc>
              <a:spcBef>
                <a:spcPts val="0"/>
              </a:spcBef>
              <a:spcAft>
                <a:spcPts val="0"/>
              </a:spcAft>
              <a:buClr>
                <a:srgbClr val="FFFFFF"/>
              </a:buClr>
              <a:buSzPts val="1800"/>
              <a:buNone/>
              <a:defRPr sz="1800">
                <a:solidFill>
                  <a:srgbClr val="FFFFFF"/>
                </a:solidFill>
              </a:defRPr>
            </a:lvl7pPr>
            <a:lvl8pPr lvl="7" rtl="0">
              <a:lnSpc>
                <a:spcPct val="100000"/>
              </a:lnSpc>
              <a:spcBef>
                <a:spcPts val="0"/>
              </a:spcBef>
              <a:spcAft>
                <a:spcPts val="0"/>
              </a:spcAft>
              <a:buClr>
                <a:srgbClr val="FFFFFF"/>
              </a:buClr>
              <a:buSzPts val="1800"/>
              <a:buNone/>
              <a:defRPr sz="1800">
                <a:solidFill>
                  <a:srgbClr val="FFFFFF"/>
                </a:solidFill>
              </a:defRPr>
            </a:lvl8pPr>
            <a:lvl9pPr lvl="8" rtl="0">
              <a:lnSpc>
                <a:spcPct val="100000"/>
              </a:lnSpc>
              <a:spcBef>
                <a:spcPts val="0"/>
              </a:spcBef>
              <a:spcAft>
                <a:spcPts val="0"/>
              </a:spcAft>
              <a:buClr>
                <a:srgbClr val="FFFFFF"/>
              </a:buClr>
              <a:buSzPts val="1800"/>
              <a:buNone/>
              <a:defRPr sz="1800">
                <a:solidFill>
                  <a:srgbClr val="FFFFFF"/>
                </a:solidFill>
              </a:defRPr>
            </a:lvl9pPr>
          </a:lstStyle>
          <a:p/>
        </p:txBody>
      </p:sp>
      <p:sp>
        <p:nvSpPr>
          <p:cNvPr id="23" name="Google Shape;23;p4"/>
          <p:cNvSpPr txBox="1"/>
          <p:nvPr/>
        </p:nvSpPr>
        <p:spPr>
          <a:xfrm>
            <a:off x="693250" y="1851575"/>
            <a:ext cx="920400" cy="9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pt-BR" sz="9600">
                <a:solidFill>
                  <a:srgbClr val="04C5FD"/>
                </a:solidFill>
              </a:rPr>
              <a:t>“</a:t>
            </a:r>
            <a:endParaRPr b="1" sz="9600">
              <a:solidFill>
                <a:srgbClr val="04C5FD"/>
              </a:solidFill>
            </a:endParaRPr>
          </a:p>
        </p:txBody>
      </p:sp>
      <p:sp>
        <p:nvSpPr>
          <p:cNvPr id="24" name="Google Shape;24;p4"/>
          <p:cNvSpPr txBox="1"/>
          <p:nvPr/>
        </p:nvSpPr>
        <p:spPr>
          <a:xfrm>
            <a:off x="7860250" y="1991075"/>
            <a:ext cx="920400" cy="635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pt-BR" sz="3600">
                <a:solidFill>
                  <a:srgbClr val="04C5FD"/>
                </a:solidFill>
              </a:rPr>
              <a:t>”</a:t>
            </a:r>
            <a:endParaRPr b="1" sz="3600">
              <a:solidFill>
                <a:srgbClr val="04C5FD"/>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5"/>
          <p:cNvSpPr txBox="1"/>
          <p:nvPr>
            <p:ph type="title"/>
          </p:nvPr>
        </p:nvSpPr>
        <p:spPr>
          <a:xfrm>
            <a:off x="540300" y="2150850"/>
            <a:ext cx="6130200" cy="8418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e seção 1">
  <p:cSld name="SECTION_HEADER_1">
    <p:spTree>
      <p:nvGrpSpPr>
        <p:cNvPr id="28" name="Shape 28"/>
        <p:cNvGrpSpPr/>
        <p:nvPr/>
      </p:nvGrpSpPr>
      <p:grpSpPr>
        <a:xfrm>
          <a:off x="0" y="0"/>
          <a:ext cx="0" cy="0"/>
          <a:chOff x="0" y="0"/>
          <a:chExt cx="0" cy="0"/>
        </a:xfrm>
      </p:grpSpPr>
      <p:pic>
        <p:nvPicPr>
          <p:cNvPr id="29" name="Google Shape;29;p6"/>
          <p:cNvPicPr preferRelativeResize="0"/>
          <p:nvPr/>
        </p:nvPicPr>
        <p:blipFill>
          <a:blip r:embed="rId2">
            <a:alphaModFix/>
          </a:blip>
          <a:stretch>
            <a:fillRect/>
          </a:stretch>
        </p:blipFill>
        <p:spPr>
          <a:xfrm>
            <a:off x="0" y="0"/>
            <a:ext cx="9144000" cy="5143487"/>
          </a:xfrm>
          <a:prstGeom prst="rect">
            <a:avLst/>
          </a:prstGeom>
          <a:noFill/>
          <a:ln>
            <a:noFill/>
          </a:ln>
        </p:spPr>
      </p:pic>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
        <p:nvSpPr>
          <p:cNvPr id="31" name="Google Shape;31;p6"/>
          <p:cNvSpPr txBox="1"/>
          <p:nvPr>
            <p:ph type="title"/>
          </p:nvPr>
        </p:nvSpPr>
        <p:spPr>
          <a:xfrm>
            <a:off x="540300" y="2150850"/>
            <a:ext cx="6130200" cy="8418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FFFFFF"/>
              </a:buClr>
              <a:buSzPts val="3600"/>
              <a:buNone/>
              <a:defRPr sz="3600">
                <a:solidFill>
                  <a:srgbClr val="FFFFFF"/>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personalizado 1">
  <p:cSld name="CUSTOM">
    <p:spTree>
      <p:nvGrpSpPr>
        <p:cNvPr id="32" name="Shape 32"/>
        <p:cNvGrpSpPr/>
        <p:nvPr/>
      </p:nvGrpSpPr>
      <p:grpSpPr>
        <a:xfrm>
          <a:off x="0" y="0"/>
          <a:ext cx="0" cy="0"/>
          <a:chOff x="0" y="0"/>
          <a:chExt cx="0" cy="0"/>
        </a:xfrm>
      </p:grpSpPr>
      <p:sp>
        <p:nvSpPr>
          <p:cNvPr id="33" name="Google Shape;33;p7"/>
          <p:cNvSpPr txBox="1"/>
          <p:nvPr>
            <p:ph type="title"/>
          </p:nvPr>
        </p:nvSpPr>
        <p:spPr>
          <a:xfrm>
            <a:off x="311700" y="445025"/>
            <a:ext cx="3949200" cy="15405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4" name="Google Shape;34;p7"/>
          <p:cNvSpPr/>
          <p:nvPr/>
        </p:nvSpPr>
        <p:spPr>
          <a:xfrm>
            <a:off x="4569900" y="0"/>
            <a:ext cx="4574100" cy="5143500"/>
          </a:xfrm>
          <a:prstGeom prst="rect">
            <a:avLst/>
          </a:prstGeom>
          <a:solidFill>
            <a:srgbClr val="415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personalizado 2">
  <p:cSld name="CUSTOM_1">
    <p:spTree>
      <p:nvGrpSpPr>
        <p:cNvPr id="35" name="Shape 35"/>
        <p:cNvGrpSpPr/>
        <p:nvPr/>
      </p:nvGrpSpPr>
      <p:grpSpPr>
        <a:xfrm>
          <a:off x="0" y="0"/>
          <a:ext cx="0" cy="0"/>
          <a:chOff x="0" y="0"/>
          <a:chExt cx="0" cy="0"/>
        </a:xfrm>
      </p:grpSpPr>
      <p:sp>
        <p:nvSpPr>
          <p:cNvPr id="36" name="Google Shape;36;p8"/>
          <p:cNvSpPr txBox="1"/>
          <p:nvPr>
            <p:ph type="title"/>
          </p:nvPr>
        </p:nvSpPr>
        <p:spPr>
          <a:xfrm>
            <a:off x="2026175" y="445025"/>
            <a:ext cx="5670300" cy="10425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7" name="Google Shape;37;p8"/>
          <p:cNvSpPr txBox="1"/>
          <p:nvPr>
            <p:ph idx="1" type="body"/>
          </p:nvPr>
        </p:nvSpPr>
        <p:spPr>
          <a:xfrm>
            <a:off x="2026175" y="1619950"/>
            <a:ext cx="4233000" cy="31389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pic>
        <p:nvPicPr>
          <p:cNvPr id="38" name="Google Shape;38;p8"/>
          <p:cNvPicPr preferRelativeResize="0"/>
          <p:nvPr/>
        </p:nvPicPr>
        <p:blipFill rotWithShape="1">
          <a:blip r:embed="rId2">
            <a:alphaModFix/>
          </a:blip>
          <a:srcRect b="0" l="20405" r="62017" t="0"/>
          <a:stretch/>
        </p:blipFill>
        <p:spPr>
          <a:xfrm>
            <a:off x="0" y="0"/>
            <a:ext cx="1607350" cy="514347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9" name="Shape 39"/>
        <p:cNvGrpSpPr/>
        <p:nvPr/>
      </p:nvGrpSpPr>
      <p:grpSpPr>
        <a:xfrm>
          <a:off x="0" y="0"/>
          <a:ext cx="0" cy="0"/>
          <a:chOff x="0" y="0"/>
          <a:chExt cx="0" cy="0"/>
        </a:xfrm>
      </p:grpSpPr>
      <p:sp>
        <p:nvSpPr>
          <p:cNvPr id="40" name="Google Shape;40;p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1" name="Google Shape;41;p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3" name="Shape 43"/>
        <p:cNvGrpSpPr/>
        <p:nvPr/>
      </p:nvGrpSpPr>
      <p:grpSpPr>
        <a:xfrm>
          <a:off x="0" y="0"/>
          <a:ext cx="0" cy="0"/>
          <a:chOff x="0" y="0"/>
          <a:chExt cx="0" cy="0"/>
        </a:xfrm>
      </p:grpSpPr>
      <p:sp>
        <p:nvSpPr>
          <p:cNvPr id="44" name="Google Shape;44;p1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 name="Google Shape;45;p1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6" name="Google Shape;46;p1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1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 name="Google Shape;50;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1" name="Shape 51"/>
        <p:cNvGrpSpPr/>
        <p:nvPr/>
      </p:nvGrpSpPr>
      <p:grpSpPr>
        <a:xfrm>
          <a:off x="0" y="0"/>
          <a:ext cx="0" cy="0"/>
          <a:chOff x="0" y="0"/>
          <a:chExt cx="0" cy="0"/>
        </a:xfrm>
      </p:grpSpPr>
      <p:sp>
        <p:nvSpPr>
          <p:cNvPr id="52" name="Google Shape;52;p12"/>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3" name="Google Shape;53;p12"/>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5" name="Shape 55"/>
        <p:cNvGrpSpPr/>
        <p:nvPr/>
      </p:nvGrpSpPr>
      <p:grpSpPr>
        <a:xfrm>
          <a:off x="0" y="0"/>
          <a:ext cx="0" cy="0"/>
          <a:chOff x="0" y="0"/>
          <a:chExt cx="0" cy="0"/>
        </a:xfrm>
      </p:grpSpPr>
      <p:sp>
        <p:nvSpPr>
          <p:cNvPr id="56" name="Google Shape;56;p1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57" name="Google Shape;57;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8" name="Shape 58"/>
        <p:cNvGrpSpPr/>
        <p:nvPr/>
      </p:nvGrpSpPr>
      <p:grpSpPr>
        <a:xfrm>
          <a:off x="0" y="0"/>
          <a:ext cx="0" cy="0"/>
          <a:chOff x="0" y="0"/>
          <a:chExt cx="0" cy="0"/>
        </a:xfrm>
      </p:grpSpPr>
      <p:sp>
        <p:nvSpPr>
          <p:cNvPr id="59" name="Google Shape;59;p1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60" name="Google Shape;60;p1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61" name="Google Shape;61;p1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2" name="Google Shape;62;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3" name="Shape 63"/>
        <p:cNvGrpSpPr/>
        <p:nvPr/>
      </p:nvGrpSpPr>
      <p:grpSpPr>
        <a:xfrm>
          <a:off x="0" y="0"/>
          <a:ext cx="0" cy="0"/>
          <a:chOff x="0" y="0"/>
          <a:chExt cx="0" cy="0"/>
        </a:xfrm>
      </p:grpSpPr>
      <p:sp>
        <p:nvSpPr>
          <p:cNvPr id="64" name="Google Shape;64;p15"/>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65" name="Google Shape;65;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6" name="Shape 66"/>
        <p:cNvGrpSpPr/>
        <p:nvPr/>
      </p:nvGrpSpPr>
      <p:grpSpPr>
        <a:xfrm>
          <a:off x="0" y="0"/>
          <a:ext cx="0" cy="0"/>
          <a:chOff x="0" y="0"/>
          <a:chExt cx="0" cy="0"/>
        </a:xfrm>
      </p:grpSpPr>
      <p:sp>
        <p:nvSpPr>
          <p:cNvPr id="67" name="Google Shape;67;p16"/>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68" name="Google Shape;68;p16"/>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69" name="Google Shape;69;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0" name="Shape 70"/>
        <p:cNvGrpSpPr/>
        <p:nvPr/>
      </p:nvGrpSpPr>
      <p:grpSpPr>
        <a:xfrm>
          <a:off x="0" y="0"/>
          <a:ext cx="0" cy="0"/>
          <a:chOff x="0" y="0"/>
          <a:chExt cx="0" cy="0"/>
        </a:xfrm>
      </p:grpSpPr>
      <p:sp>
        <p:nvSpPr>
          <p:cNvPr id="71" name="Google Shape;71;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personalizado 3 1">
  <p:cSld name="CUSTOM_2_1">
    <p:spTree>
      <p:nvGrpSpPr>
        <p:cNvPr id="72" name="Shape 72"/>
        <p:cNvGrpSpPr/>
        <p:nvPr/>
      </p:nvGrpSpPr>
      <p:grpSpPr>
        <a:xfrm>
          <a:off x="0" y="0"/>
          <a:ext cx="0" cy="0"/>
          <a:chOff x="0" y="0"/>
          <a:chExt cx="0" cy="0"/>
        </a:xfrm>
      </p:grpSpPr>
      <p:sp>
        <p:nvSpPr>
          <p:cNvPr id="73" name="Google Shape;73;p18"/>
          <p:cNvSpPr/>
          <p:nvPr/>
        </p:nvSpPr>
        <p:spPr>
          <a:xfrm>
            <a:off x="0" y="0"/>
            <a:ext cx="9144000" cy="51816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8"/>
          <p:cNvSpPr txBox="1"/>
          <p:nvPr/>
        </p:nvSpPr>
        <p:spPr>
          <a:xfrm>
            <a:off x="270250" y="216425"/>
            <a:ext cx="3387300" cy="66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b="1" sz="1600">
              <a:solidFill>
                <a:srgbClr val="094780"/>
              </a:solidFill>
              <a:latin typeface="Open Sans"/>
              <a:ea typeface="Open Sans"/>
              <a:cs typeface="Open Sans"/>
              <a:sym typeface="Open Sans"/>
            </a:endParaRPr>
          </a:p>
        </p:txBody>
      </p:sp>
      <p:sp>
        <p:nvSpPr>
          <p:cNvPr id="75" name="Google Shape;75;p18"/>
          <p:cNvSpPr txBox="1"/>
          <p:nvPr/>
        </p:nvSpPr>
        <p:spPr>
          <a:xfrm>
            <a:off x="4038600" y="228600"/>
            <a:ext cx="4648200" cy="43782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t/>
            </a:r>
            <a:endParaRPr sz="1000">
              <a:solidFill>
                <a:srgbClr val="434343"/>
              </a:solidFill>
              <a:latin typeface="Open Sans"/>
              <a:ea typeface="Open Sans"/>
              <a:cs typeface="Open Sans"/>
              <a:sym typeface="Open Sans"/>
            </a:endParaRPr>
          </a:p>
        </p:txBody>
      </p:sp>
      <p:pic>
        <p:nvPicPr>
          <p:cNvPr id="76" name="Google Shape;76;p18"/>
          <p:cNvPicPr preferRelativeResize="0"/>
          <p:nvPr/>
        </p:nvPicPr>
        <p:blipFill rotWithShape="1">
          <a:blip r:embed="rId2">
            <a:alphaModFix/>
          </a:blip>
          <a:srcRect b="31907" l="4543" r="4968" t="34224"/>
          <a:stretch/>
        </p:blipFill>
        <p:spPr>
          <a:xfrm>
            <a:off x="7890751" y="4740100"/>
            <a:ext cx="1140179" cy="302548"/>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type="title">
  <p:cSld name="TITLE">
    <p:spTree>
      <p:nvGrpSpPr>
        <p:cNvPr id="83" name="Shape 83"/>
        <p:cNvGrpSpPr/>
        <p:nvPr/>
      </p:nvGrpSpPr>
      <p:grpSpPr>
        <a:xfrm>
          <a:off x="0" y="0"/>
          <a:ext cx="0" cy="0"/>
          <a:chOff x="0" y="0"/>
          <a:chExt cx="0" cy="0"/>
        </a:xfrm>
      </p:grpSpPr>
      <p:sp>
        <p:nvSpPr>
          <p:cNvPr id="84" name="Google Shape;84;p20"/>
          <p:cNvSpPr txBox="1"/>
          <p:nvPr>
            <p:ph type="ctrTitle"/>
          </p:nvPr>
        </p:nvSpPr>
        <p:spPr>
          <a:xfrm>
            <a:off x="1143000" y="841772"/>
            <a:ext cx="6858000" cy="1790700"/>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chemeClr val="dk1"/>
              </a:buClr>
              <a:buSzPts val="4500"/>
              <a:buFont typeface="Calibri"/>
              <a:buNone/>
              <a:defRPr b="0" i="0" sz="45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85" name="Google Shape;85;p20"/>
          <p:cNvSpPr txBox="1"/>
          <p:nvPr>
            <p:ph idx="1" type="subTitle"/>
          </p:nvPr>
        </p:nvSpPr>
        <p:spPr>
          <a:xfrm>
            <a:off x="1143000" y="2701528"/>
            <a:ext cx="6858000" cy="1241700"/>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75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1pPr>
            <a:lvl2pPr lvl="1" marR="0" rtl="0" algn="ctr">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2pPr>
            <a:lvl3pPr lvl="2" marR="0" rtl="0" algn="ctr">
              <a:lnSpc>
                <a:spcPct val="90000"/>
              </a:lnSpc>
              <a:spcBef>
                <a:spcPts val="375"/>
              </a:spcBef>
              <a:spcAft>
                <a:spcPts val="0"/>
              </a:spcAft>
              <a:buClr>
                <a:schemeClr val="dk1"/>
              </a:buClr>
              <a:buSzPts val="1350"/>
              <a:buFont typeface="Arial"/>
              <a:buNone/>
              <a:defRPr b="0" i="0" sz="1350" u="none" cap="none" strike="noStrike">
                <a:solidFill>
                  <a:schemeClr val="dk1"/>
                </a:solidFill>
                <a:latin typeface="Calibri"/>
                <a:ea typeface="Calibri"/>
                <a:cs typeface="Calibri"/>
                <a:sym typeface="Calibri"/>
              </a:defRPr>
            </a:lvl3pPr>
            <a:lvl4pPr lvl="3"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4pPr>
            <a:lvl5pPr lvl="4"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5pPr>
            <a:lvl6pPr lvl="5"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6pPr>
            <a:lvl7pPr lvl="6"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7pPr>
            <a:lvl8pPr lvl="7"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8pPr>
            <a:lvl9pPr lvl="8"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9pPr>
          </a:lstStyle>
          <a:p/>
        </p:txBody>
      </p:sp>
      <p:sp>
        <p:nvSpPr>
          <p:cNvPr id="86" name="Google Shape;86;p20"/>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87" name="Google Shape;87;p20"/>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88" name="Google Shape;88;p20"/>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89" name="Shape 89"/>
        <p:cNvGrpSpPr/>
        <p:nvPr/>
      </p:nvGrpSpPr>
      <p:grpSpPr>
        <a:xfrm>
          <a:off x="0" y="0"/>
          <a:ext cx="0" cy="0"/>
          <a:chOff x="0" y="0"/>
          <a:chExt cx="0" cy="0"/>
        </a:xfrm>
      </p:grpSpPr>
      <p:sp>
        <p:nvSpPr>
          <p:cNvPr id="90" name="Google Shape;90;p21"/>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91" name="Google Shape;91;p21"/>
          <p:cNvSpPr txBox="1"/>
          <p:nvPr>
            <p:ph idx="1" type="body"/>
          </p:nvPr>
        </p:nvSpPr>
        <p:spPr>
          <a:xfrm>
            <a:off x="628650" y="1369219"/>
            <a:ext cx="7886700" cy="3263400"/>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92" name="Google Shape;92;p21"/>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93" name="Google Shape;93;p21"/>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94" name="Google Shape;94;p21"/>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95" name="Shape 95"/>
        <p:cNvGrpSpPr/>
        <p:nvPr/>
      </p:nvGrpSpPr>
      <p:grpSpPr>
        <a:xfrm>
          <a:off x="0" y="0"/>
          <a:ext cx="0" cy="0"/>
          <a:chOff x="0" y="0"/>
          <a:chExt cx="0" cy="0"/>
        </a:xfrm>
      </p:grpSpPr>
      <p:sp>
        <p:nvSpPr>
          <p:cNvPr id="96" name="Google Shape;96;p22"/>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97" name="Google Shape;97;p22"/>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98" name="Google Shape;98;p22"/>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type="secHead">
  <p:cSld name="SECTION_HEADER">
    <p:spTree>
      <p:nvGrpSpPr>
        <p:cNvPr id="99" name="Shape 99"/>
        <p:cNvGrpSpPr/>
        <p:nvPr/>
      </p:nvGrpSpPr>
      <p:grpSpPr>
        <a:xfrm>
          <a:off x="0" y="0"/>
          <a:ext cx="0" cy="0"/>
          <a:chOff x="0" y="0"/>
          <a:chExt cx="0" cy="0"/>
        </a:xfrm>
      </p:grpSpPr>
      <p:sp>
        <p:nvSpPr>
          <p:cNvPr id="100" name="Google Shape;100;p23"/>
          <p:cNvSpPr txBox="1"/>
          <p:nvPr>
            <p:ph type="title"/>
          </p:nvPr>
        </p:nvSpPr>
        <p:spPr>
          <a:xfrm>
            <a:off x="623888" y="1282304"/>
            <a:ext cx="7886700" cy="21396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4500"/>
              <a:buFont typeface="Calibri"/>
              <a:buNone/>
              <a:defRPr b="0" i="0" sz="45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01" name="Google Shape;101;p23"/>
          <p:cNvSpPr txBox="1"/>
          <p:nvPr>
            <p:ph idx="1" type="body"/>
          </p:nvPr>
        </p:nvSpPr>
        <p:spPr>
          <a:xfrm>
            <a:off x="623888" y="3442098"/>
            <a:ext cx="7886700" cy="1125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1pPr>
            <a:lvl2pPr indent="-228600" lvl="1" marL="914400" marR="0" rtl="0" algn="l">
              <a:lnSpc>
                <a:spcPct val="90000"/>
              </a:lnSpc>
              <a:spcBef>
                <a:spcPts val="375"/>
              </a:spcBef>
              <a:spcAft>
                <a:spcPts val="0"/>
              </a:spcAft>
              <a:buClr>
                <a:srgbClr val="888888"/>
              </a:buClr>
              <a:buSzPts val="1500"/>
              <a:buFont typeface="Arial"/>
              <a:buNone/>
              <a:defRPr b="0" i="0" sz="15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375"/>
              </a:spcBef>
              <a:spcAft>
                <a:spcPts val="0"/>
              </a:spcAft>
              <a:buClr>
                <a:srgbClr val="888888"/>
              </a:buClr>
              <a:buSzPts val="1350"/>
              <a:buFont typeface="Arial"/>
              <a:buNone/>
              <a:defRPr b="0" i="0" sz="1350" u="none" cap="none" strike="noStrike">
                <a:solidFill>
                  <a:srgbClr val="888888"/>
                </a:solidFill>
                <a:latin typeface="Calibri"/>
                <a:ea typeface="Calibri"/>
                <a:cs typeface="Calibri"/>
                <a:sym typeface="Calibri"/>
              </a:defRPr>
            </a:lvl3pPr>
            <a:lvl4pPr indent="-228600" lvl="3" marL="1828800" marR="0" rtl="0" algn="l">
              <a:lnSpc>
                <a:spcPct val="90000"/>
              </a:lnSpc>
              <a:spcBef>
                <a:spcPts val="375"/>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375"/>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375"/>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375"/>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375"/>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375"/>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9pPr>
          </a:lstStyle>
          <a:p/>
        </p:txBody>
      </p:sp>
      <p:sp>
        <p:nvSpPr>
          <p:cNvPr id="102" name="Google Shape;102;p23"/>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900">
                <a:solidFill>
                  <a:srgbClr val="888888"/>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103" name="Google Shape;103;p23"/>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900">
                <a:solidFill>
                  <a:srgbClr val="888888"/>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104" name="Google Shape;104;p23"/>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900">
                <a:solidFill>
                  <a:srgbClr val="888888"/>
                </a:solidFill>
                <a:latin typeface="Calibri"/>
                <a:ea typeface="Calibri"/>
                <a:cs typeface="Calibri"/>
                <a:sym typeface="Calibri"/>
              </a:defRPr>
            </a:lvl1pPr>
            <a:lvl2pPr indent="0" lvl="1" marL="0" marR="0" rtl="0" algn="r">
              <a:spcBef>
                <a:spcPts val="0"/>
              </a:spcBef>
              <a:buNone/>
              <a:defRPr sz="900">
                <a:solidFill>
                  <a:srgbClr val="888888"/>
                </a:solidFill>
                <a:latin typeface="Calibri"/>
                <a:ea typeface="Calibri"/>
                <a:cs typeface="Calibri"/>
                <a:sym typeface="Calibri"/>
              </a:defRPr>
            </a:lvl2pPr>
            <a:lvl3pPr indent="0" lvl="2" marL="0" marR="0" rtl="0" algn="r">
              <a:spcBef>
                <a:spcPts val="0"/>
              </a:spcBef>
              <a:buNone/>
              <a:defRPr sz="900">
                <a:solidFill>
                  <a:srgbClr val="888888"/>
                </a:solidFill>
                <a:latin typeface="Calibri"/>
                <a:ea typeface="Calibri"/>
                <a:cs typeface="Calibri"/>
                <a:sym typeface="Calibri"/>
              </a:defRPr>
            </a:lvl3pPr>
            <a:lvl4pPr indent="0" lvl="3" marL="0" marR="0" rtl="0" algn="r">
              <a:spcBef>
                <a:spcPts val="0"/>
              </a:spcBef>
              <a:buNone/>
              <a:defRPr sz="900">
                <a:solidFill>
                  <a:srgbClr val="888888"/>
                </a:solidFill>
                <a:latin typeface="Calibri"/>
                <a:ea typeface="Calibri"/>
                <a:cs typeface="Calibri"/>
                <a:sym typeface="Calibri"/>
              </a:defRPr>
            </a:lvl4pPr>
            <a:lvl5pPr indent="0" lvl="4" marL="0" marR="0" rtl="0" algn="r">
              <a:spcBef>
                <a:spcPts val="0"/>
              </a:spcBef>
              <a:buNone/>
              <a:defRPr sz="900">
                <a:solidFill>
                  <a:srgbClr val="888888"/>
                </a:solidFill>
                <a:latin typeface="Calibri"/>
                <a:ea typeface="Calibri"/>
                <a:cs typeface="Calibri"/>
                <a:sym typeface="Calibri"/>
              </a:defRPr>
            </a:lvl5pPr>
            <a:lvl6pPr indent="0" lvl="5" marL="0" marR="0" rtl="0" algn="r">
              <a:spcBef>
                <a:spcPts val="0"/>
              </a:spcBef>
              <a:buNone/>
              <a:defRPr sz="900">
                <a:solidFill>
                  <a:srgbClr val="888888"/>
                </a:solidFill>
                <a:latin typeface="Calibri"/>
                <a:ea typeface="Calibri"/>
                <a:cs typeface="Calibri"/>
                <a:sym typeface="Calibri"/>
              </a:defRPr>
            </a:lvl6pPr>
            <a:lvl7pPr indent="0" lvl="6" marL="0" marR="0" rtl="0" algn="r">
              <a:spcBef>
                <a:spcPts val="0"/>
              </a:spcBef>
              <a:buNone/>
              <a:defRPr sz="900">
                <a:solidFill>
                  <a:srgbClr val="888888"/>
                </a:solidFill>
                <a:latin typeface="Calibri"/>
                <a:ea typeface="Calibri"/>
                <a:cs typeface="Calibri"/>
                <a:sym typeface="Calibri"/>
              </a:defRPr>
            </a:lvl7pPr>
            <a:lvl8pPr indent="0" lvl="7" marL="0" marR="0" rtl="0" algn="r">
              <a:spcBef>
                <a:spcPts val="0"/>
              </a:spcBef>
              <a:buNone/>
              <a:defRPr sz="900">
                <a:solidFill>
                  <a:srgbClr val="888888"/>
                </a:solidFill>
                <a:latin typeface="Calibri"/>
                <a:ea typeface="Calibri"/>
                <a:cs typeface="Calibri"/>
                <a:sym typeface="Calibri"/>
              </a:defRPr>
            </a:lvl8pPr>
            <a:lvl9pPr indent="0" lvl="8" marL="0" marR="0" rtl="0" algn="r">
              <a:spcBef>
                <a:spcPts val="0"/>
              </a:spcBef>
              <a:buNone/>
              <a:defRPr sz="9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type="twoObj">
  <p:cSld name="TWO_OBJECTS">
    <p:spTree>
      <p:nvGrpSpPr>
        <p:cNvPr id="105" name="Shape 105"/>
        <p:cNvGrpSpPr/>
        <p:nvPr/>
      </p:nvGrpSpPr>
      <p:grpSpPr>
        <a:xfrm>
          <a:off x="0" y="0"/>
          <a:ext cx="0" cy="0"/>
          <a:chOff x="0" y="0"/>
          <a:chExt cx="0" cy="0"/>
        </a:xfrm>
      </p:grpSpPr>
      <p:sp>
        <p:nvSpPr>
          <p:cNvPr id="106" name="Google Shape;106;p24"/>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07" name="Google Shape;107;p24"/>
          <p:cNvSpPr txBox="1"/>
          <p:nvPr>
            <p:ph idx="1" type="body"/>
          </p:nvPr>
        </p:nvSpPr>
        <p:spPr>
          <a:xfrm>
            <a:off x="628650" y="1369219"/>
            <a:ext cx="3886200" cy="3263400"/>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08" name="Google Shape;108;p24"/>
          <p:cNvSpPr txBox="1"/>
          <p:nvPr>
            <p:ph idx="2" type="body"/>
          </p:nvPr>
        </p:nvSpPr>
        <p:spPr>
          <a:xfrm>
            <a:off x="4629150" y="1369219"/>
            <a:ext cx="3886200" cy="3263400"/>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09" name="Google Shape;109;p24"/>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900">
                <a:solidFill>
                  <a:srgbClr val="888888"/>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110" name="Google Shape;110;p24"/>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900">
                <a:solidFill>
                  <a:srgbClr val="888888"/>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111" name="Google Shape;111;p24"/>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900">
                <a:solidFill>
                  <a:srgbClr val="888888"/>
                </a:solidFill>
                <a:latin typeface="Calibri"/>
                <a:ea typeface="Calibri"/>
                <a:cs typeface="Calibri"/>
                <a:sym typeface="Calibri"/>
              </a:defRPr>
            </a:lvl1pPr>
            <a:lvl2pPr indent="0" lvl="1" marL="0" marR="0" rtl="0" algn="r">
              <a:spcBef>
                <a:spcPts val="0"/>
              </a:spcBef>
              <a:buNone/>
              <a:defRPr sz="900">
                <a:solidFill>
                  <a:srgbClr val="888888"/>
                </a:solidFill>
                <a:latin typeface="Calibri"/>
                <a:ea typeface="Calibri"/>
                <a:cs typeface="Calibri"/>
                <a:sym typeface="Calibri"/>
              </a:defRPr>
            </a:lvl2pPr>
            <a:lvl3pPr indent="0" lvl="2" marL="0" marR="0" rtl="0" algn="r">
              <a:spcBef>
                <a:spcPts val="0"/>
              </a:spcBef>
              <a:buNone/>
              <a:defRPr sz="900">
                <a:solidFill>
                  <a:srgbClr val="888888"/>
                </a:solidFill>
                <a:latin typeface="Calibri"/>
                <a:ea typeface="Calibri"/>
                <a:cs typeface="Calibri"/>
                <a:sym typeface="Calibri"/>
              </a:defRPr>
            </a:lvl3pPr>
            <a:lvl4pPr indent="0" lvl="3" marL="0" marR="0" rtl="0" algn="r">
              <a:spcBef>
                <a:spcPts val="0"/>
              </a:spcBef>
              <a:buNone/>
              <a:defRPr sz="900">
                <a:solidFill>
                  <a:srgbClr val="888888"/>
                </a:solidFill>
                <a:latin typeface="Calibri"/>
                <a:ea typeface="Calibri"/>
                <a:cs typeface="Calibri"/>
                <a:sym typeface="Calibri"/>
              </a:defRPr>
            </a:lvl4pPr>
            <a:lvl5pPr indent="0" lvl="4" marL="0" marR="0" rtl="0" algn="r">
              <a:spcBef>
                <a:spcPts val="0"/>
              </a:spcBef>
              <a:buNone/>
              <a:defRPr sz="900">
                <a:solidFill>
                  <a:srgbClr val="888888"/>
                </a:solidFill>
                <a:latin typeface="Calibri"/>
                <a:ea typeface="Calibri"/>
                <a:cs typeface="Calibri"/>
                <a:sym typeface="Calibri"/>
              </a:defRPr>
            </a:lvl5pPr>
            <a:lvl6pPr indent="0" lvl="5" marL="0" marR="0" rtl="0" algn="r">
              <a:spcBef>
                <a:spcPts val="0"/>
              </a:spcBef>
              <a:buNone/>
              <a:defRPr sz="900">
                <a:solidFill>
                  <a:srgbClr val="888888"/>
                </a:solidFill>
                <a:latin typeface="Calibri"/>
                <a:ea typeface="Calibri"/>
                <a:cs typeface="Calibri"/>
                <a:sym typeface="Calibri"/>
              </a:defRPr>
            </a:lvl6pPr>
            <a:lvl7pPr indent="0" lvl="6" marL="0" marR="0" rtl="0" algn="r">
              <a:spcBef>
                <a:spcPts val="0"/>
              </a:spcBef>
              <a:buNone/>
              <a:defRPr sz="900">
                <a:solidFill>
                  <a:srgbClr val="888888"/>
                </a:solidFill>
                <a:latin typeface="Calibri"/>
                <a:ea typeface="Calibri"/>
                <a:cs typeface="Calibri"/>
                <a:sym typeface="Calibri"/>
              </a:defRPr>
            </a:lvl7pPr>
            <a:lvl8pPr indent="0" lvl="7" marL="0" marR="0" rtl="0" algn="r">
              <a:spcBef>
                <a:spcPts val="0"/>
              </a:spcBef>
              <a:buNone/>
              <a:defRPr sz="900">
                <a:solidFill>
                  <a:srgbClr val="888888"/>
                </a:solidFill>
                <a:latin typeface="Calibri"/>
                <a:ea typeface="Calibri"/>
                <a:cs typeface="Calibri"/>
                <a:sym typeface="Calibri"/>
              </a:defRPr>
            </a:lvl8pPr>
            <a:lvl9pPr indent="0" lvl="8" marL="0" marR="0" rtl="0" algn="r">
              <a:spcBef>
                <a:spcPts val="0"/>
              </a:spcBef>
              <a:buNone/>
              <a:defRPr sz="9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112" name="Shape 112"/>
        <p:cNvGrpSpPr/>
        <p:nvPr/>
      </p:nvGrpSpPr>
      <p:grpSpPr>
        <a:xfrm>
          <a:off x="0" y="0"/>
          <a:ext cx="0" cy="0"/>
          <a:chOff x="0" y="0"/>
          <a:chExt cx="0" cy="0"/>
        </a:xfrm>
      </p:grpSpPr>
      <p:sp>
        <p:nvSpPr>
          <p:cNvPr id="113" name="Google Shape;113;p25"/>
          <p:cNvSpPr txBox="1"/>
          <p:nvPr>
            <p:ph type="title"/>
          </p:nvPr>
        </p:nvSpPr>
        <p:spPr>
          <a:xfrm>
            <a:off x="629841" y="273844"/>
            <a:ext cx="7886700" cy="99420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14" name="Google Shape;114;p25"/>
          <p:cNvSpPr txBox="1"/>
          <p:nvPr>
            <p:ph idx="1" type="body"/>
          </p:nvPr>
        </p:nvSpPr>
        <p:spPr>
          <a:xfrm>
            <a:off x="629842" y="1260872"/>
            <a:ext cx="3868200" cy="61800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1pPr>
            <a:lvl2pPr indent="-228600" lvl="1" marL="914400" marR="0" rtl="0" algn="l">
              <a:lnSpc>
                <a:spcPct val="90000"/>
              </a:lnSpc>
              <a:spcBef>
                <a:spcPts val="375"/>
              </a:spcBef>
              <a:spcAft>
                <a:spcPts val="0"/>
              </a:spcAft>
              <a:buClr>
                <a:schemeClr val="dk1"/>
              </a:buClr>
              <a:buSzPts val="1500"/>
              <a:buFont typeface="Arial"/>
              <a:buNone/>
              <a:defRPr b="1" i="0" sz="1500" u="none" cap="none" strike="noStrike">
                <a:solidFill>
                  <a:schemeClr val="dk1"/>
                </a:solidFill>
                <a:latin typeface="Calibri"/>
                <a:ea typeface="Calibri"/>
                <a:cs typeface="Calibri"/>
                <a:sym typeface="Calibri"/>
              </a:defRPr>
            </a:lvl2pPr>
            <a:lvl3pPr indent="-228600" lvl="2" marL="1371600" marR="0" rtl="0" algn="l">
              <a:lnSpc>
                <a:spcPct val="90000"/>
              </a:lnSpc>
              <a:spcBef>
                <a:spcPts val="375"/>
              </a:spcBef>
              <a:spcAft>
                <a:spcPts val="0"/>
              </a:spcAft>
              <a:buClr>
                <a:schemeClr val="dk1"/>
              </a:buClr>
              <a:buSzPts val="1350"/>
              <a:buFont typeface="Arial"/>
              <a:buNone/>
              <a:defRPr b="1" i="0" sz="1350" u="none" cap="none" strike="noStrike">
                <a:solidFill>
                  <a:schemeClr val="dk1"/>
                </a:solidFill>
                <a:latin typeface="Calibri"/>
                <a:ea typeface="Calibri"/>
                <a:cs typeface="Calibri"/>
                <a:sym typeface="Calibri"/>
              </a:defRPr>
            </a:lvl3pPr>
            <a:lvl4pPr indent="-228600" lvl="3" marL="18288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4pPr>
            <a:lvl5pPr indent="-228600" lvl="4" marL="22860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5pPr>
            <a:lvl6pPr indent="-228600" lvl="5" marL="27432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6pPr>
            <a:lvl7pPr indent="-228600" lvl="6" marL="32004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7pPr>
            <a:lvl8pPr indent="-228600" lvl="7" marL="36576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8pPr>
            <a:lvl9pPr indent="-228600" lvl="8" marL="41148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9pPr>
          </a:lstStyle>
          <a:p/>
        </p:txBody>
      </p:sp>
      <p:sp>
        <p:nvSpPr>
          <p:cNvPr id="115" name="Google Shape;115;p25"/>
          <p:cNvSpPr txBox="1"/>
          <p:nvPr>
            <p:ph idx="2" type="body"/>
          </p:nvPr>
        </p:nvSpPr>
        <p:spPr>
          <a:xfrm>
            <a:off x="629842" y="1878806"/>
            <a:ext cx="3868200" cy="2763300"/>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16" name="Google Shape;116;p25"/>
          <p:cNvSpPr txBox="1"/>
          <p:nvPr>
            <p:ph idx="3" type="body"/>
          </p:nvPr>
        </p:nvSpPr>
        <p:spPr>
          <a:xfrm>
            <a:off x="4629150" y="1260872"/>
            <a:ext cx="3887400" cy="61800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1pPr>
            <a:lvl2pPr indent="-228600" lvl="1" marL="914400" marR="0" rtl="0" algn="l">
              <a:lnSpc>
                <a:spcPct val="90000"/>
              </a:lnSpc>
              <a:spcBef>
                <a:spcPts val="375"/>
              </a:spcBef>
              <a:spcAft>
                <a:spcPts val="0"/>
              </a:spcAft>
              <a:buClr>
                <a:schemeClr val="dk1"/>
              </a:buClr>
              <a:buSzPts val="1500"/>
              <a:buFont typeface="Arial"/>
              <a:buNone/>
              <a:defRPr b="1" i="0" sz="1500" u="none" cap="none" strike="noStrike">
                <a:solidFill>
                  <a:schemeClr val="dk1"/>
                </a:solidFill>
                <a:latin typeface="Calibri"/>
                <a:ea typeface="Calibri"/>
                <a:cs typeface="Calibri"/>
                <a:sym typeface="Calibri"/>
              </a:defRPr>
            </a:lvl2pPr>
            <a:lvl3pPr indent="-228600" lvl="2" marL="1371600" marR="0" rtl="0" algn="l">
              <a:lnSpc>
                <a:spcPct val="90000"/>
              </a:lnSpc>
              <a:spcBef>
                <a:spcPts val="375"/>
              </a:spcBef>
              <a:spcAft>
                <a:spcPts val="0"/>
              </a:spcAft>
              <a:buClr>
                <a:schemeClr val="dk1"/>
              </a:buClr>
              <a:buSzPts val="1350"/>
              <a:buFont typeface="Arial"/>
              <a:buNone/>
              <a:defRPr b="1" i="0" sz="1350" u="none" cap="none" strike="noStrike">
                <a:solidFill>
                  <a:schemeClr val="dk1"/>
                </a:solidFill>
                <a:latin typeface="Calibri"/>
                <a:ea typeface="Calibri"/>
                <a:cs typeface="Calibri"/>
                <a:sym typeface="Calibri"/>
              </a:defRPr>
            </a:lvl3pPr>
            <a:lvl4pPr indent="-228600" lvl="3" marL="18288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4pPr>
            <a:lvl5pPr indent="-228600" lvl="4" marL="22860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5pPr>
            <a:lvl6pPr indent="-228600" lvl="5" marL="27432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6pPr>
            <a:lvl7pPr indent="-228600" lvl="6" marL="32004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7pPr>
            <a:lvl8pPr indent="-228600" lvl="7" marL="36576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8pPr>
            <a:lvl9pPr indent="-228600" lvl="8" marL="4114800" marR="0" rtl="0" algn="l">
              <a:lnSpc>
                <a:spcPct val="90000"/>
              </a:lnSpc>
              <a:spcBef>
                <a:spcPts val="375"/>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9pPr>
          </a:lstStyle>
          <a:p/>
        </p:txBody>
      </p:sp>
      <p:sp>
        <p:nvSpPr>
          <p:cNvPr id="117" name="Google Shape;117;p25"/>
          <p:cNvSpPr txBox="1"/>
          <p:nvPr>
            <p:ph idx="4" type="body"/>
          </p:nvPr>
        </p:nvSpPr>
        <p:spPr>
          <a:xfrm>
            <a:off x="4629150" y="1878806"/>
            <a:ext cx="3887400" cy="2763300"/>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18" name="Google Shape;118;p25"/>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900">
                <a:solidFill>
                  <a:srgbClr val="888888"/>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119" name="Google Shape;119;p25"/>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900">
                <a:solidFill>
                  <a:srgbClr val="888888"/>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120" name="Google Shape;120;p25"/>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900">
                <a:solidFill>
                  <a:srgbClr val="888888"/>
                </a:solidFill>
                <a:latin typeface="Calibri"/>
                <a:ea typeface="Calibri"/>
                <a:cs typeface="Calibri"/>
                <a:sym typeface="Calibri"/>
              </a:defRPr>
            </a:lvl1pPr>
            <a:lvl2pPr indent="0" lvl="1" marL="0" marR="0" rtl="0" algn="r">
              <a:spcBef>
                <a:spcPts val="0"/>
              </a:spcBef>
              <a:buNone/>
              <a:defRPr sz="900">
                <a:solidFill>
                  <a:srgbClr val="888888"/>
                </a:solidFill>
                <a:latin typeface="Calibri"/>
                <a:ea typeface="Calibri"/>
                <a:cs typeface="Calibri"/>
                <a:sym typeface="Calibri"/>
              </a:defRPr>
            </a:lvl2pPr>
            <a:lvl3pPr indent="0" lvl="2" marL="0" marR="0" rtl="0" algn="r">
              <a:spcBef>
                <a:spcPts val="0"/>
              </a:spcBef>
              <a:buNone/>
              <a:defRPr sz="900">
                <a:solidFill>
                  <a:srgbClr val="888888"/>
                </a:solidFill>
                <a:latin typeface="Calibri"/>
                <a:ea typeface="Calibri"/>
                <a:cs typeface="Calibri"/>
                <a:sym typeface="Calibri"/>
              </a:defRPr>
            </a:lvl3pPr>
            <a:lvl4pPr indent="0" lvl="3" marL="0" marR="0" rtl="0" algn="r">
              <a:spcBef>
                <a:spcPts val="0"/>
              </a:spcBef>
              <a:buNone/>
              <a:defRPr sz="900">
                <a:solidFill>
                  <a:srgbClr val="888888"/>
                </a:solidFill>
                <a:latin typeface="Calibri"/>
                <a:ea typeface="Calibri"/>
                <a:cs typeface="Calibri"/>
                <a:sym typeface="Calibri"/>
              </a:defRPr>
            </a:lvl4pPr>
            <a:lvl5pPr indent="0" lvl="4" marL="0" marR="0" rtl="0" algn="r">
              <a:spcBef>
                <a:spcPts val="0"/>
              </a:spcBef>
              <a:buNone/>
              <a:defRPr sz="900">
                <a:solidFill>
                  <a:srgbClr val="888888"/>
                </a:solidFill>
                <a:latin typeface="Calibri"/>
                <a:ea typeface="Calibri"/>
                <a:cs typeface="Calibri"/>
                <a:sym typeface="Calibri"/>
              </a:defRPr>
            </a:lvl5pPr>
            <a:lvl6pPr indent="0" lvl="5" marL="0" marR="0" rtl="0" algn="r">
              <a:spcBef>
                <a:spcPts val="0"/>
              </a:spcBef>
              <a:buNone/>
              <a:defRPr sz="900">
                <a:solidFill>
                  <a:srgbClr val="888888"/>
                </a:solidFill>
                <a:latin typeface="Calibri"/>
                <a:ea typeface="Calibri"/>
                <a:cs typeface="Calibri"/>
                <a:sym typeface="Calibri"/>
              </a:defRPr>
            </a:lvl6pPr>
            <a:lvl7pPr indent="0" lvl="6" marL="0" marR="0" rtl="0" algn="r">
              <a:spcBef>
                <a:spcPts val="0"/>
              </a:spcBef>
              <a:buNone/>
              <a:defRPr sz="900">
                <a:solidFill>
                  <a:srgbClr val="888888"/>
                </a:solidFill>
                <a:latin typeface="Calibri"/>
                <a:ea typeface="Calibri"/>
                <a:cs typeface="Calibri"/>
                <a:sym typeface="Calibri"/>
              </a:defRPr>
            </a:lvl7pPr>
            <a:lvl8pPr indent="0" lvl="7" marL="0" marR="0" rtl="0" algn="r">
              <a:spcBef>
                <a:spcPts val="0"/>
              </a:spcBef>
              <a:buNone/>
              <a:defRPr sz="900">
                <a:solidFill>
                  <a:srgbClr val="888888"/>
                </a:solidFill>
                <a:latin typeface="Calibri"/>
                <a:ea typeface="Calibri"/>
                <a:cs typeface="Calibri"/>
                <a:sym typeface="Calibri"/>
              </a:defRPr>
            </a:lvl8pPr>
            <a:lvl9pPr indent="0" lvl="8" marL="0" marR="0" rtl="0" algn="r">
              <a:spcBef>
                <a:spcPts val="0"/>
              </a:spcBef>
              <a:buNone/>
              <a:defRPr sz="9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type="titleOnly">
  <p:cSld name="TITLE_ONLY">
    <p:spTree>
      <p:nvGrpSpPr>
        <p:cNvPr id="121" name="Shape 121"/>
        <p:cNvGrpSpPr/>
        <p:nvPr/>
      </p:nvGrpSpPr>
      <p:grpSpPr>
        <a:xfrm>
          <a:off x="0" y="0"/>
          <a:ext cx="0" cy="0"/>
          <a:chOff x="0" y="0"/>
          <a:chExt cx="0" cy="0"/>
        </a:xfrm>
      </p:grpSpPr>
      <p:sp>
        <p:nvSpPr>
          <p:cNvPr id="122" name="Google Shape;122;p26"/>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23" name="Google Shape;123;p26"/>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900">
                <a:solidFill>
                  <a:srgbClr val="888888"/>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124" name="Google Shape;124;p26"/>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900">
                <a:solidFill>
                  <a:srgbClr val="888888"/>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125" name="Google Shape;125;p26"/>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900">
                <a:solidFill>
                  <a:srgbClr val="888888"/>
                </a:solidFill>
                <a:latin typeface="Calibri"/>
                <a:ea typeface="Calibri"/>
                <a:cs typeface="Calibri"/>
                <a:sym typeface="Calibri"/>
              </a:defRPr>
            </a:lvl1pPr>
            <a:lvl2pPr indent="0" lvl="1" marL="0" marR="0" rtl="0" algn="r">
              <a:spcBef>
                <a:spcPts val="0"/>
              </a:spcBef>
              <a:buNone/>
              <a:defRPr sz="900">
                <a:solidFill>
                  <a:srgbClr val="888888"/>
                </a:solidFill>
                <a:latin typeface="Calibri"/>
                <a:ea typeface="Calibri"/>
                <a:cs typeface="Calibri"/>
                <a:sym typeface="Calibri"/>
              </a:defRPr>
            </a:lvl2pPr>
            <a:lvl3pPr indent="0" lvl="2" marL="0" marR="0" rtl="0" algn="r">
              <a:spcBef>
                <a:spcPts val="0"/>
              </a:spcBef>
              <a:buNone/>
              <a:defRPr sz="900">
                <a:solidFill>
                  <a:srgbClr val="888888"/>
                </a:solidFill>
                <a:latin typeface="Calibri"/>
                <a:ea typeface="Calibri"/>
                <a:cs typeface="Calibri"/>
                <a:sym typeface="Calibri"/>
              </a:defRPr>
            </a:lvl3pPr>
            <a:lvl4pPr indent="0" lvl="3" marL="0" marR="0" rtl="0" algn="r">
              <a:spcBef>
                <a:spcPts val="0"/>
              </a:spcBef>
              <a:buNone/>
              <a:defRPr sz="900">
                <a:solidFill>
                  <a:srgbClr val="888888"/>
                </a:solidFill>
                <a:latin typeface="Calibri"/>
                <a:ea typeface="Calibri"/>
                <a:cs typeface="Calibri"/>
                <a:sym typeface="Calibri"/>
              </a:defRPr>
            </a:lvl4pPr>
            <a:lvl5pPr indent="0" lvl="4" marL="0" marR="0" rtl="0" algn="r">
              <a:spcBef>
                <a:spcPts val="0"/>
              </a:spcBef>
              <a:buNone/>
              <a:defRPr sz="900">
                <a:solidFill>
                  <a:srgbClr val="888888"/>
                </a:solidFill>
                <a:latin typeface="Calibri"/>
                <a:ea typeface="Calibri"/>
                <a:cs typeface="Calibri"/>
                <a:sym typeface="Calibri"/>
              </a:defRPr>
            </a:lvl5pPr>
            <a:lvl6pPr indent="0" lvl="5" marL="0" marR="0" rtl="0" algn="r">
              <a:spcBef>
                <a:spcPts val="0"/>
              </a:spcBef>
              <a:buNone/>
              <a:defRPr sz="900">
                <a:solidFill>
                  <a:srgbClr val="888888"/>
                </a:solidFill>
                <a:latin typeface="Calibri"/>
                <a:ea typeface="Calibri"/>
                <a:cs typeface="Calibri"/>
                <a:sym typeface="Calibri"/>
              </a:defRPr>
            </a:lvl6pPr>
            <a:lvl7pPr indent="0" lvl="6" marL="0" marR="0" rtl="0" algn="r">
              <a:spcBef>
                <a:spcPts val="0"/>
              </a:spcBef>
              <a:buNone/>
              <a:defRPr sz="900">
                <a:solidFill>
                  <a:srgbClr val="888888"/>
                </a:solidFill>
                <a:latin typeface="Calibri"/>
                <a:ea typeface="Calibri"/>
                <a:cs typeface="Calibri"/>
                <a:sym typeface="Calibri"/>
              </a:defRPr>
            </a:lvl7pPr>
            <a:lvl8pPr indent="0" lvl="7" marL="0" marR="0" rtl="0" algn="r">
              <a:spcBef>
                <a:spcPts val="0"/>
              </a:spcBef>
              <a:buNone/>
              <a:defRPr sz="900">
                <a:solidFill>
                  <a:srgbClr val="888888"/>
                </a:solidFill>
                <a:latin typeface="Calibri"/>
                <a:ea typeface="Calibri"/>
                <a:cs typeface="Calibri"/>
                <a:sym typeface="Calibri"/>
              </a:defRPr>
            </a:lvl8pPr>
            <a:lvl9pPr indent="0" lvl="8" marL="0" marR="0" rtl="0" algn="r">
              <a:spcBef>
                <a:spcPts val="0"/>
              </a:spcBef>
              <a:buNone/>
              <a:defRPr sz="9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126" name="Shape 126"/>
        <p:cNvGrpSpPr/>
        <p:nvPr/>
      </p:nvGrpSpPr>
      <p:grpSpPr>
        <a:xfrm>
          <a:off x="0" y="0"/>
          <a:ext cx="0" cy="0"/>
          <a:chOff x="0" y="0"/>
          <a:chExt cx="0" cy="0"/>
        </a:xfrm>
      </p:grpSpPr>
      <p:sp>
        <p:nvSpPr>
          <p:cNvPr id="127" name="Google Shape;127;p27"/>
          <p:cNvSpPr txBox="1"/>
          <p:nvPr>
            <p:ph type="title"/>
          </p:nvPr>
        </p:nvSpPr>
        <p:spPr>
          <a:xfrm>
            <a:off x="629841" y="342900"/>
            <a:ext cx="2949300" cy="12003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28" name="Google Shape;128;p27"/>
          <p:cNvSpPr txBox="1"/>
          <p:nvPr>
            <p:ph idx="1" type="body"/>
          </p:nvPr>
        </p:nvSpPr>
        <p:spPr>
          <a:xfrm>
            <a:off x="3887391" y="740569"/>
            <a:ext cx="4629300" cy="3655200"/>
          </a:xfrm>
          <a:prstGeom prst="rect">
            <a:avLst/>
          </a:prstGeom>
          <a:noFill/>
          <a:ln>
            <a:noFill/>
          </a:ln>
        </p:spPr>
        <p:txBody>
          <a:bodyPr anchorCtr="0" anchor="t" bIns="45700" lIns="91425" spcFirstLastPara="1" rIns="91425" wrap="square" tIns="45700">
            <a:noAutofit/>
          </a:bodyPr>
          <a:lstStyle>
            <a:lvl1pPr indent="-381000" lvl="0" marL="457200" marR="0" rtl="0" algn="l">
              <a:lnSpc>
                <a:spcPct val="90000"/>
              </a:lnSpc>
              <a:spcBef>
                <a:spcPts val="75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lnSpc>
                <a:spcPct val="90000"/>
              </a:lnSpc>
              <a:spcBef>
                <a:spcPts val="375"/>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129" name="Google Shape;129;p27"/>
          <p:cNvSpPr txBox="1"/>
          <p:nvPr>
            <p:ph idx="2" type="body"/>
          </p:nvPr>
        </p:nvSpPr>
        <p:spPr>
          <a:xfrm>
            <a:off x="629841" y="1543050"/>
            <a:ext cx="2949300" cy="28587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90000"/>
              </a:lnSpc>
              <a:spcBef>
                <a:spcPts val="375"/>
              </a:spcBef>
              <a:spcAft>
                <a:spcPts val="0"/>
              </a:spcAft>
              <a:buClr>
                <a:schemeClr val="dk1"/>
              </a:buClr>
              <a:buSzPts val="1050"/>
              <a:buFont typeface="Arial"/>
              <a:buNone/>
              <a:defRPr b="0" i="0" sz="1050" u="none" cap="none" strike="noStrike">
                <a:solidFill>
                  <a:schemeClr val="dk1"/>
                </a:solidFill>
                <a:latin typeface="Calibri"/>
                <a:ea typeface="Calibri"/>
                <a:cs typeface="Calibri"/>
                <a:sym typeface="Calibri"/>
              </a:defRPr>
            </a:lvl2pPr>
            <a:lvl3pPr indent="-228600" lvl="2" marL="1371600" marR="0" rtl="0" algn="l">
              <a:lnSpc>
                <a:spcPct val="90000"/>
              </a:lnSpc>
              <a:spcBef>
                <a:spcPts val="375"/>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3pPr>
            <a:lvl4pPr indent="-228600" lvl="3" marL="18288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4pPr>
            <a:lvl5pPr indent="-228600" lvl="4" marL="22860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5pPr>
            <a:lvl6pPr indent="-228600" lvl="5" marL="27432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6pPr>
            <a:lvl7pPr indent="-228600" lvl="6" marL="32004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7pPr>
            <a:lvl8pPr indent="-228600" lvl="7" marL="36576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8pPr>
            <a:lvl9pPr indent="-228600" lvl="8" marL="41148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9pPr>
          </a:lstStyle>
          <a:p/>
        </p:txBody>
      </p:sp>
      <p:sp>
        <p:nvSpPr>
          <p:cNvPr id="130" name="Google Shape;130;p27"/>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900">
                <a:solidFill>
                  <a:srgbClr val="888888"/>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131" name="Google Shape;131;p27"/>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900">
                <a:solidFill>
                  <a:srgbClr val="888888"/>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132" name="Google Shape;132;p27"/>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900">
                <a:solidFill>
                  <a:srgbClr val="888888"/>
                </a:solidFill>
                <a:latin typeface="Calibri"/>
                <a:ea typeface="Calibri"/>
                <a:cs typeface="Calibri"/>
                <a:sym typeface="Calibri"/>
              </a:defRPr>
            </a:lvl1pPr>
            <a:lvl2pPr indent="0" lvl="1" marL="0" marR="0" rtl="0" algn="r">
              <a:spcBef>
                <a:spcPts val="0"/>
              </a:spcBef>
              <a:buNone/>
              <a:defRPr sz="900">
                <a:solidFill>
                  <a:srgbClr val="888888"/>
                </a:solidFill>
                <a:latin typeface="Calibri"/>
                <a:ea typeface="Calibri"/>
                <a:cs typeface="Calibri"/>
                <a:sym typeface="Calibri"/>
              </a:defRPr>
            </a:lvl2pPr>
            <a:lvl3pPr indent="0" lvl="2" marL="0" marR="0" rtl="0" algn="r">
              <a:spcBef>
                <a:spcPts val="0"/>
              </a:spcBef>
              <a:buNone/>
              <a:defRPr sz="900">
                <a:solidFill>
                  <a:srgbClr val="888888"/>
                </a:solidFill>
                <a:latin typeface="Calibri"/>
                <a:ea typeface="Calibri"/>
                <a:cs typeface="Calibri"/>
                <a:sym typeface="Calibri"/>
              </a:defRPr>
            </a:lvl3pPr>
            <a:lvl4pPr indent="0" lvl="3" marL="0" marR="0" rtl="0" algn="r">
              <a:spcBef>
                <a:spcPts val="0"/>
              </a:spcBef>
              <a:buNone/>
              <a:defRPr sz="900">
                <a:solidFill>
                  <a:srgbClr val="888888"/>
                </a:solidFill>
                <a:latin typeface="Calibri"/>
                <a:ea typeface="Calibri"/>
                <a:cs typeface="Calibri"/>
                <a:sym typeface="Calibri"/>
              </a:defRPr>
            </a:lvl4pPr>
            <a:lvl5pPr indent="0" lvl="4" marL="0" marR="0" rtl="0" algn="r">
              <a:spcBef>
                <a:spcPts val="0"/>
              </a:spcBef>
              <a:buNone/>
              <a:defRPr sz="900">
                <a:solidFill>
                  <a:srgbClr val="888888"/>
                </a:solidFill>
                <a:latin typeface="Calibri"/>
                <a:ea typeface="Calibri"/>
                <a:cs typeface="Calibri"/>
                <a:sym typeface="Calibri"/>
              </a:defRPr>
            </a:lvl5pPr>
            <a:lvl6pPr indent="0" lvl="5" marL="0" marR="0" rtl="0" algn="r">
              <a:spcBef>
                <a:spcPts val="0"/>
              </a:spcBef>
              <a:buNone/>
              <a:defRPr sz="900">
                <a:solidFill>
                  <a:srgbClr val="888888"/>
                </a:solidFill>
                <a:latin typeface="Calibri"/>
                <a:ea typeface="Calibri"/>
                <a:cs typeface="Calibri"/>
                <a:sym typeface="Calibri"/>
              </a:defRPr>
            </a:lvl6pPr>
            <a:lvl7pPr indent="0" lvl="6" marL="0" marR="0" rtl="0" algn="r">
              <a:spcBef>
                <a:spcPts val="0"/>
              </a:spcBef>
              <a:buNone/>
              <a:defRPr sz="900">
                <a:solidFill>
                  <a:srgbClr val="888888"/>
                </a:solidFill>
                <a:latin typeface="Calibri"/>
                <a:ea typeface="Calibri"/>
                <a:cs typeface="Calibri"/>
                <a:sym typeface="Calibri"/>
              </a:defRPr>
            </a:lvl7pPr>
            <a:lvl8pPr indent="0" lvl="7" marL="0" marR="0" rtl="0" algn="r">
              <a:spcBef>
                <a:spcPts val="0"/>
              </a:spcBef>
              <a:buNone/>
              <a:defRPr sz="900">
                <a:solidFill>
                  <a:srgbClr val="888888"/>
                </a:solidFill>
                <a:latin typeface="Calibri"/>
                <a:ea typeface="Calibri"/>
                <a:cs typeface="Calibri"/>
                <a:sym typeface="Calibri"/>
              </a:defRPr>
            </a:lvl8pPr>
            <a:lvl9pPr indent="0" lvl="8" marL="0" marR="0" rtl="0" algn="r">
              <a:spcBef>
                <a:spcPts val="0"/>
              </a:spcBef>
              <a:buNone/>
              <a:defRPr sz="9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133" name="Shape 133"/>
        <p:cNvGrpSpPr/>
        <p:nvPr/>
      </p:nvGrpSpPr>
      <p:grpSpPr>
        <a:xfrm>
          <a:off x="0" y="0"/>
          <a:ext cx="0" cy="0"/>
          <a:chOff x="0" y="0"/>
          <a:chExt cx="0" cy="0"/>
        </a:xfrm>
      </p:grpSpPr>
      <p:sp>
        <p:nvSpPr>
          <p:cNvPr id="134" name="Google Shape;134;p28"/>
          <p:cNvSpPr txBox="1"/>
          <p:nvPr>
            <p:ph type="title"/>
          </p:nvPr>
        </p:nvSpPr>
        <p:spPr>
          <a:xfrm>
            <a:off x="629841" y="342900"/>
            <a:ext cx="2949300" cy="12003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35" name="Google Shape;135;p28"/>
          <p:cNvSpPr/>
          <p:nvPr>
            <p:ph idx="2" type="pic"/>
          </p:nvPr>
        </p:nvSpPr>
        <p:spPr>
          <a:xfrm>
            <a:off x="3887391" y="740569"/>
            <a:ext cx="4629300" cy="36552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75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1pPr>
            <a:lvl2pPr lvl="1" marR="0" rtl="0" algn="l">
              <a:lnSpc>
                <a:spcPct val="90000"/>
              </a:lnSpc>
              <a:spcBef>
                <a:spcPts val="375"/>
              </a:spcBef>
              <a:spcAft>
                <a:spcPts val="0"/>
              </a:spcAft>
              <a:buClr>
                <a:schemeClr val="dk1"/>
              </a:buClr>
              <a:buSzPts val="2100"/>
              <a:buFont typeface="Arial"/>
              <a:buNone/>
              <a:defRPr b="0" i="0" sz="21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9pPr>
          </a:lstStyle>
          <a:p/>
        </p:txBody>
      </p:sp>
      <p:sp>
        <p:nvSpPr>
          <p:cNvPr id="136" name="Google Shape;136;p28"/>
          <p:cNvSpPr txBox="1"/>
          <p:nvPr>
            <p:ph idx="1" type="body"/>
          </p:nvPr>
        </p:nvSpPr>
        <p:spPr>
          <a:xfrm>
            <a:off x="629841" y="1543050"/>
            <a:ext cx="2949300" cy="28587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90000"/>
              </a:lnSpc>
              <a:spcBef>
                <a:spcPts val="375"/>
              </a:spcBef>
              <a:spcAft>
                <a:spcPts val="0"/>
              </a:spcAft>
              <a:buClr>
                <a:schemeClr val="dk1"/>
              </a:buClr>
              <a:buSzPts val="1050"/>
              <a:buFont typeface="Arial"/>
              <a:buNone/>
              <a:defRPr b="0" i="0" sz="1050" u="none" cap="none" strike="noStrike">
                <a:solidFill>
                  <a:schemeClr val="dk1"/>
                </a:solidFill>
                <a:latin typeface="Calibri"/>
                <a:ea typeface="Calibri"/>
                <a:cs typeface="Calibri"/>
                <a:sym typeface="Calibri"/>
              </a:defRPr>
            </a:lvl2pPr>
            <a:lvl3pPr indent="-228600" lvl="2" marL="1371600" marR="0" rtl="0" algn="l">
              <a:lnSpc>
                <a:spcPct val="90000"/>
              </a:lnSpc>
              <a:spcBef>
                <a:spcPts val="375"/>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3pPr>
            <a:lvl4pPr indent="-228600" lvl="3" marL="18288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4pPr>
            <a:lvl5pPr indent="-228600" lvl="4" marL="22860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5pPr>
            <a:lvl6pPr indent="-228600" lvl="5" marL="27432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6pPr>
            <a:lvl7pPr indent="-228600" lvl="6" marL="32004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7pPr>
            <a:lvl8pPr indent="-228600" lvl="7" marL="36576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8pPr>
            <a:lvl9pPr indent="-228600" lvl="8" marL="4114800" marR="0" rtl="0" algn="l">
              <a:lnSpc>
                <a:spcPct val="90000"/>
              </a:lnSpc>
              <a:spcBef>
                <a:spcPts val="375"/>
              </a:spcBef>
              <a:spcAft>
                <a:spcPts val="0"/>
              </a:spcAft>
              <a:buClr>
                <a:schemeClr val="dk1"/>
              </a:buClr>
              <a:buSzPts val="750"/>
              <a:buFont typeface="Arial"/>
              <a:buNone/>
              <a:defRPr b="0" i="0" sz="750" u="none" cap="none" strike="noStrike">
                <a:solidFill>
                  <a:schemeClr val="dk1"/>
                </a:solidFill>
                <a:latin typeface="Calibri"/>
                <a:ea typeface="Calibri"/>
                <a:cs typeface="Calibri"/>
                <a:sym typeface="Calibri"/>
              </a:defRPr>
            </a:lvl9pPr>
          </a:lstStyle>
          <a:p/>
        </p:txBody>
      </p:sp>
      <p:sp>
        <p:nvSpPr>
          <p:cNvPr id="137" name="Google Shape;137;p28"/>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900">
                <a:solidFill>
                  <a:srgbClr val="888888"/>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138" name="Google Shape;138;p28"/>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900">
                <a:solidFill>
                  <a:srgbClr val="888888"/>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139" name="Google Shape;139;p28"/>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900">
                <a:solidFill>
                  <a:srgbClr val="888888"/>
                </a:solidFill>
                <a:latin typeface="Calibri"/>
                <a:ea typeface="Calibri"/>
                <a:cs typeface="Calibri"/>
                <a:sym typeface="Calibri"/>
              </a:defRPr>
            </a:lvl1pPr>
            <a:lvl2pPr indent="0" lvl="1" marL="0" marR="0" rtl="0" algn="r">
              <a:spcBef>
                <a:spcPts val="0"/>
              </a:spcBef>
              <a:buNone/>
              <a:defRPr sz="900">
                <a:solidFill>
                  <a:srgbClr val="888888"/>
                </a:solidFill>
                <a:latin typeface="Calibri"/>
                <a:ea typeface="Calibri"/>
                <a:cs typeface="Calibri"/>
                <a:sym typeface="Calibri"/>
              </a:defRPr>
            </a:lvl2pPr>
            <a:lvl3pPr indent="0" lvl="2" marL="0" marR="0" rtl="0" algn="r">
              <a:spcBef>
                <a:spcPts val="0"/>
              </a:spcBef>
              <a:buNone/>
              <a:defRPr sz="900">
                <a:solidFill>
                  <a:srgbClr val="888888"/>
                </a:solidFill>
                <a:latin typeface="Calibri"/>
                <a:ea typeface="Calibri"/>
                <a:cs typeface="Calibri"/>
                <a:sym typeface="Calibri"/>
              </a:defRPr>
            </a:lvl3pPr>
            <a:lvl4pPr indent="0" lvl="3" marL="0" marR="0" rtl="0" algn="r">
              <a:spcBef>
                <a:spcPts val="0"/>
              </a:spcBef>
              <a:buNone/>
              <a:defRPr sz="900">
                <a:solidFill>
                  <a:srgbClr val="888888"/>
                </a:solidFill>
                <a:latin typeface="Calibri"/>
                <a:ea typeface="Calibri"/>
                <a:cs typeface="Calibri"/>
                <a:sym typeface="Calibri"/>
              </a:defRPr>
            </a:lvl4pPr>
            <a:lvl5pPr indent="0" lvl="4" marL="0" marR="0" rtl="0" algn="r">
              <a:spcBef>
                <a:spcPts val="0"/>
              </a:spcBef>
              <a:buNone/>
              <a:defRPr sz="900">
                <a:solidFill>
                  <a:srgbClr val="888888"/>
                </a:solidFill>
                <a:latin typeface="Calibri"/>
                <a:ea typeface="Calibri"/>
                <a:cs typeface="Calibri"/>
                <a:sym typeface="Calibri"/>
              </a:defRPr>
            </a:lvl5pPr>
            <a:lvl6pPr indent="0" lvl="5" marL="0" marR="0" rtl="0" algn="r">
              <a:spcBef>
                <a:spcPts val="0"/>
              </a:spcBef>
              <a:buNone/>
              <a:defRPr sz="900">
                <a:solidFill>
                  <a:srgbClr val="888888"/>
                </a:solidFill>
                <a:latin typeface="Calibri"/>
                <a:ea typeface="Calibri"/>
                <a:cs typeface="Calibri"/>
                <a:sym typeface="Calibri"/>
              </a:defRPr>
            </a:lvl6pPr>
            <a:lvl7pPr indent="0" lvl="6" marL="0" marR="0" rtl="0" algn="r">
              <a:spcBef>
                <a:spcPts val="0"/>
              </a:spcBef>
              <a:buNone/>
              <a:defRPr sz="900">
                <a:solidFill>
                  <a:srgbClr val="888888"/>
                </a:solidFill>
                <a:latin typeface="Calibri"/>
                <a:ea typeface="Calibri"/>
                <a:cs typeface="Calibri"/>
                <a:sym typeface="Calibri"/>
              </a:defRPr>
            </a:lvl7pPr>
            <a:lvl8pPr indent="0" lvl="7" marL="0" marR="0" rtl="0" algn="r">
              <a:spcBef>
                <a:spcPts val="0"/>
              </a:spcBef>
              <a:buNone/>
              <a:defRPr sz="900">
                <a:solidFill>
                  <a:srgbClr val="888888"/>
                </a:solidFill>
                <a:latin typeface="Calibri"/>
                <a:ea typeface="Calibri"/>
                <a:cs typeface="Calibri"/>
                <a:sym typeface="Calibri"/>
              </a:defRPr>
            </a:lvl8pPr>
            <a:lvl9pPr indent="0" lvl="8" marL="0" marR="0" rtl="0" algn="r">
              <a:spcBef>
                <a:spcPts val="0"/>
              </a:spcBef>
              <a:buNone/>
              <a:defRPr sz="9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140" name="Shape 140"/>
        <p:cNvGrpSpPr/>
        <p:nvPr/>
      </p:nvGrpSpPr>
      <p:grpSpPr>
        <a:xfrm>
          <a:off x="0" y="0"/>
          <a:ext cx="0" cy="0"/>
          <a:chOff x="0" y="0"/>
          <a:chExt cx="0" cy="0"/>
        </a:xfrm>
      </p:grpSpPr>
      <p:sp>
        <p:nvSpPr>
          <p:cNvPr id="141" name="Google Shape;141;p29"/>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42" name="Google Shape;142;p29"/>
          <p:cNvSpPr txBox="1"/>
          <p:nvPr>
            <p:ph idx="1" type="body"/>
          </p:nvPr>
        </p:nvSpPr>
        <p:spPr>
          <a:xfrm rot="5400000">
            <a:off x="2940300" y="-942431"/>
            <a:ext cx="3263400" cy="7886700"/>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43" name="Google Shape;143;p29"/>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900">
                <a:solidFill>
                  <a:srgbClr val="888888"/>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144" name="Google Shape;144;p29"/>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900">
                <a:solidFill>
                  <a:srgbClr val="888888"/>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145" name="Google Shape;145;p29"/>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900">
                <a:solidFill>
                  <a:srgbClr val="888888"/>
                </a:solidFill>
                <a:latin typeface="Calibri"/>
                <a:ea typeface="Calibri"/>
                <a:cs typeface="Calibri"/>
                <a:sym typeface="Calibri"/>
              </a:defRPr>
            </a:lvl1pPr>
            <a:lvl2pPr indent="0" lvl="1" marL="0" marR="0" rtl="0" algn="r">
              <a:spcBef>
                <a:spcPts val="0"/>
              </a:spcBef>
              <a:buNone/>
              <a:defRPr sz="900">
                <a:solidFill>
                  <a:srgbClr val="888888"/>
                </a:solidFill>
                <a:latin typeface="Calibri"/>
                <a:ea typeface="Calibri"/>
                <a:cs typeface="Calibri"/>
                <a:sym typeface="Calibri"/>
              </a:defRPr>
            </a:lvl2pPr>
            <a:lvl3pPr indent="0" lvl="2" marL="0" marR="0" rtl="0" algn="r">
              <a:spcBef>
                <a:spcPts val="0"/>
              </a:spcBef>
              <a:buNone/>
              <a:defRPr sz="900">
                <a:solidFill>
                  <a:srgbClr val="888888"/>
                </a:solidFill>
                <a:latin typeface="Calibri"/>
                <a:ea typeface="Calibri"/>
                <a:cs typeface="Calibri"/>
                <a:sym typeface="Calibri"/>
              </a:defRPr>
            </a:lvl3pPr>
            <a:lvl4pPr indent="0" lvl="3" marL="0" marR="0" rtl="0" algn="r">
              <a:spcBef>
                <a:spcPts val="0"/>
              </a:spcBef>
              <a:buNone/>
              <a:defRPr sz="900">
                <a:solidFill>
                  <a:srgbClr val="888888"/>
                </a:solidFill>
                <a:latin typeface="Calibri"/>
                <a:ea typeface="Calibri"/>
                <a:cs typeface="Calibri"/>
                <a:sym typeface="Calibri"/>
              </a:defRPr>
            </a:lvl4pPr>
            <a:lvl5pPr indent="0" lvl="4" marL="0" marR="0" rtl="0" algn="r">
              <a:spcBef>
                <a:spcPts val="0"/>
              </a:spcBef>
              <a:buNone/>
              <a:defRPr sz="900">
                <a:solidFill>
                  <a:srgbClr val="888888"/>
                </a:solidFill>
                <a:latin typeface="Calibri"/>
                <a:ea typeface="Calibri"/>
                <a:cs typeface="Calibri"/>
                <a:sym typeface="Calibri"/>
              </a:defRPr>
            </a:lvl5pPr>
            <a:lvl6pPr indent="0" lvl="5" marL="0" marR="0" rtl="0" algn="r">
              <a:spcBef>
                <a:spcPts val="0"/>
              </a:spcBef>
              <a:buNone/>
              <a:defRPr sz="900">
                <a:solidFill>
                  <a:srgbClr val="888888"/>
                </a:solidFill>
                <a:latin typeface="Calibri"/>
                <a:ea typeface="Calibri"/>
                <a:cs typeface="Calibri"/>
                <a:sym typeface="Calibri"/>
              </a:defRPr>
            </a:lvl6pPr>
            <a:lvl7pPr indent="0" lvl="6" marL="0" marR="0" rtl="0" algn="r">
              <a:spcBef>
                <a:spcPts val="0"/>
              </a:spcBef>
              <a:buNone/>
              <a:defRPr sz="900">
                <a:solidFill>
                  <a:srgbClr val="888888"/>
                </a:solidFill>
                <a:latin typeface="Calibri"/>
                <a:ea typeface="Calibri"/>
                <a:cs typeface="Calibri"/>
                <a:sym typeface="Calibri"/>
              </a:defRPr>
            </a:lvl7pPr>
            <a:lvl8pPr indent="0" lvl="7" marL="0" marR="0" rtl="0" algn="r">
              <a:spcBef>
                <a:spcPts val="0"/>
              </a:spcBef>
              <a:buNone/>
              <a:defRPr sz="900">
                <a:solidFill>
                  <a:srgbClr val="888888"/>
                </a:solidFill>
                <a:latin typeface="Calibri"/>
                <a:ea typeface="Calibri"/>
                <a:cs typeface="Calibri"/>
                <a:sym typeface="Calibri"/>
              </a:defRPr>
            </a:lvl8pPr>
            <a:lvl9pPr indent="0" lvl="8" marL="0" marR="0" rtl="0" algn="r">
              <a:spcBef>
                <a:spcPts val="0"/>
              </a:spcBef>
              <a:buNone/>
              <a:defRPr sz="9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is" type="vertTitleAndTx">
  <p:cSld name="VERTICAL_TITLE_AND_VERTICAL_TEXT">
    <p:spTree>
      <p:nvGrpSpPr>
        <p:cNvPr id="146" name="Shape 146"/>
        <p:cNvGrpSpPr/>
        <p:nvPr/>
      </p:nvGrpSpPr>
      <p:grpSpPr>
        <a:xfrm>
          <a:off x="0" y="0"/>
          <a:ext cx="0" cy="0"/>
          <a:chOff x="0" y="0"/>
          <a:chExt cx="0" cy="0"/>
        </a:xfrm>
      </p:grpSpPr>
      <p:sp>
        <p:nvSpPr>
          <p:cNvPr id="147" name="Google Shape;147;p30"/>
          <p:cNvSpPr txBox="1"/>
          <p:nvPr>
            <p:ph type="title"/>
          </p:nvPr>
        </p:nvSpPr>
        <p:spPr>
          <a:xfrm rot="5400000">
            <a:off x="5350050" y="1467544"/>
            <a:ext cx="4359000" cy="197160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48" name="Google Shape;148;p30"/>
          <p:cNvSpPr txBox="1"/>
          <p:nvPr>
            <p:ph idx="1" type="body"/>
          </p:nvPr>
        </p:nvSpPr>
        <p:spPr>
          <a:xfrm rot="5400000">
            <a:off x="1349475" y="-447056"/>
            <a:ext cx="4359000" cy="5800800"/>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49" name="Google Shape;149;p30"/>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900">
                <a:solidFill>
                  <a:srgbClr val="888888"/>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150" name="Google Shape;150;p30"/>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900">
                <a:solidFill>
                  <a:srgbClr val="888888"/>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151" name="Google Shape;151;p30"/>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900">
                <a:solidFill>
                  <a:srgbClr val="888888"/>
                </a:solidFill>
                <a:latin typeface="Calibri"/>
                <a:ea typeface="Calibri"/>
                <a:cs typeface="Calibri"/>
                <a:sym typeface="Calibri"/>
              </a:defRPr>
            </a:lvl1pPr>
            <a:lvl2pPr indent="0" lvl="1" marL="0" marR="0" rtl="0" algn="r">
              <a:spcBef>
                <a:spcPts val="0"/>
              </a:spcBef>
              <a:buNone/>
              <a:defRPr sz="900">
                <a:solidFill>
                  <a:srgbClr val="888888"/>
                </a:solidFill>
                <a:latin typeface="Calibri"/>
                <a:ea typeface="Calibri"/>
                <a:cs typeface="Calibri"/>
                <a:sym typeface="Calibri"/>
              </a:defRPr>
            </a:lvl2pPr>
            <a:lvl3pPr indent="0" lvl="2" marL="0" marR="0" rtl="0" algn="r">
              <a:spcBef>
                <a:spcPts val="0"/>
              </a:spcBef>
              <a:buNone/>
              <a:defRPr sz="900">
                <a:solidFill>
                  <a:srgbClr val="888888"/>
                </a:solidFill>
                <a:latin typeface="Calibri"/>
                <a:ea typeface="Calibri"/>
                <a:cs typeface="Calibri"/>
                <a:sym typeface="Calibri"/>
              </a:defRPr>
            </a:lvl3pPr>
            <a:lvl4pPr indent="0" lvl="3" marL="0" marR="0" rtl="0" algn="r">
              <a:spcBef>
                <a:spcPts val="0"/>
              </a:spcBef>
              <a:buNone/>
              <a:defRPr sz="900">
                <a:solidFill>
                  <a:srgbClr val="888888"/>
                </a:solidFill>
                <a:latin typeface="Calibri"/>
                <a:ea typeface="Calibri"/>
                <a:cs typeface="Calibri"/>
                <a:sym typeface="Calibri"/>
              </a:defRPr>
            </a:lvl4pPr>
            <a:lvl5pPr indent="0" lvl="4" marL="0" marR="0" rtl="0" algn="r">
              <a:spcBef>
                <a:spcPts val="0"/>
              </a:spcBef>
              <a:buNone/>
              <a:defRPr sz="900">
                <a:solidFill>
                  <a:srgbClr val="888888"/>
                </a:solidFill>
                <a:latin typeface="Calibri"/>
                <a:ea typeface="Calibri"/>
                <a:cs typeface="Calibri"/>
                <a:sym typeface="Calibri"/>
              </a:defRPr>
            </a:lvl5pPr>
            <a:lvl6pPr indent="0" lvl="5" marL="0" marR="0" rtl="0" algn="r">
              <a:spcBef>
                <a:spcPts val="0"/>
              </a:spcBef>
              <a:buNone/>
              <a:defRPr sz="900">
                <a:solidFill>
                  <a:srgbClr val="888888"/>
                </a:solidFill>
                <a:latin typeface="Calibri"/>
                <a:ea typeface="Calibri"/>
                <a:cs typeface="Calibri"/>
                <a:sym typeface="Calibri"/>
              </a:defRPr>
            </a:lvl6pPr>
            <a:lvl7pPr indent="0" lvl="6" marL="0" marR="0" rtl="0" algn="r">
              <a:spcBef>
                <a:spcPts val="0"/>
              </a:spcBef>
              <a:buNone/>
              <a:defRPr sz="900">
                <a:solidFill>
                  <a:srgbClr val="888888"/>
                </a:solidFill>
                <a:latin typeface="Calibri"/>
                <a:ea typeface="Calibri"/>
                <a:cs typeface="Calibri"/>
                <a:sym typeface="Calibri"/>
              </a:defRPr>
            </a:lvl7pPr>
            <a:lvl8pPr indent="0" lvl="7" marL="0" marR="0" rtl="0" algn="r">
              <a:spcBef>
                <a:spcPts val="0"/>
              </a:spcBef>
              <a:buNone/>
              <a:defRPr sz="900">
                <a:solidFill>
                  <a:srgbClr val="888888"/>
                </a:solidFill>
                <a:latin typeface="Calibri"/>
                <a:ea typeface="Calibri"/>
                <a:cs typeface="Calibri"/>
                <a:sym typeface="Calibri"/>
              </a:defRPr>
            </a:lvl8pPr>
            <a:lvl9pPr indent="0" lvl="8" marL="0" marR="0" rtl="0" algn="r">
              <a:spcBef>
                <a:spcPts val="0"/>
              </a:spcBef>
              <a:buNone/>
              <a:defRPr sz="9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personalizado 3 1">
  <p:cSld name="CUSTOM_2_1">
    <p:spTree>
      <p:nvGrpSpPr>
        <p:cNvPr id="152" name="Shape 152"/>
        <p:cNvGrpSpPr/>
        <p:nvPr/>
      </p:nvGrpSpPr>
      <p:grpSpPr>
        <a:xfrm>
          <a:off x="0" y="0"/>
          <a:ext cx="0" cy="0"/>
          <a:chOff x="0" y="0"/>
          <a:chExt cx="0" cy="0"/>
        </a:xfrm>
      </p:grpSpPr>
      <p:sp>
        <p:nvSpPr>
          <p:cNvPr id="153" name="Google Shape;153;p31"/>
          <p:cNvSpPr/>
          <p:nvPr/>
        </p:nvSpPr>
        <p:spPr>
          <a:xfrm>
            <a:off x="0" y="0"/>
            <a:ext cx="9144000" cy="51816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31"/>
          <p:cNvSpPr txBox="1"/>
          <p:nvPr/>
        </p:nvSpPr>
        <p:spPr>
          <a:xfrm>
            <a:off x="270250" y="216425"/>
            <a:ext cx="3387300" cy="66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b="1" sz="1600">
              <a:solidFill>
                <a:srgbClr val="094780"/>
              </a:solidFill>
              <a:latin typeface="Open Sans"/>
              <a:ea typeface="Open Sans"/>
              <a:cs typeface="Open Sans"/>
              <a:sym typeface="Open Sans"/>
            </a:endParaRPr>
          </a:p>
        </p:txBody>
      </p:sp>
      <p:sp>
        <p:nvSpPr>
          <p:cNvPr id="155" name="Google Shape;155;p31"/>
          <p:cNvSpPr txBox="1"/>
          <p:nvPr/>
        </p:nvSpPr>
        <p:spPr>
          <a:xfrm>
            <a:off x="4038600" y="228600"/>
            <a:ext cx="4648200" cy="43782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t/>
            </a:r>
            <a:endParaRPr sz="1000">
              <a:solidFill>
                <a:srgbClr val="434343"/>
              </a:solidFill>
              <a:latin typeface="Open Sans"/>
              <a:ea typeface="Open Sans"/>
              <a:cs typeface="Open Sans"/>
              <a:sym typeface="Open Sans"/>
            </a:endParaRPr>
          </a:p>
        </p:txBody>
      </p:sp>
      <p:pic>
        <p:nvPicPr>
          <p:cNvPr id="156" name="Google Shape;156;p31"/>
          <p:cNvPicPr preferRelativeResize="0"/>
          <p:nvPr/>
        </p:nvPicPr>
        <p:blipFill rotWithShape="1">
          <a:blip r:embed="rId2">
            <a:alphaModFix/>
          </a:blip>
          <a:srcRect b="31907" l="4543" r="4968" t="34224"/>
          <a:stretch/>
        </p:blipFill>
        <p:spPr>
          <a:xfrm>
            <a:off x="7890751" y="4740100"/>
            <a:ext cx="1140179" cy="302548"/>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a" type="title">
  <p:cSld name="TITLE">
    <p:bg>
      <p:bgPr>
        <a:solidFill>
          <a:srgbClr val="3B0304"/>
        </a:solidFill>
      </p:bgPr>
    </p:bg>
    <p:spTree>
      <p:nvGrpSpPr>
        <p:cNvPr id="160" name="Shape 160"/>
        <p:cNvGrpSpPr/>
        <p:nvPr/>
      </p:nvGrpSpPr>
      <p:grpSpPr>
        <a:xfrm>
          <a:off x="0" y="0"/>
          <a:ext cx="0" cy="0"/>
          <a:chOff x="0" y="0"/>
          <a:chExt cx="0" cy="0"/>
        </a:xfrm>
      </p:grpSpPr>
      <p:pic>
        <p:nvPicPr>
          <p:cNvPr id="161" name="Google Shape;161;p33"/>
          <p:cNvPicPr preferRelativeResize="0"/>
          <p:nvPr/>
        </p:nvPicPr>
        <p:blipFill>
          <a:blip r:embed="rId2">
            <a:alphaModFix/>
          </a:blip>
          <a:stretch>
            <a:fillRect/>
          </a:stretch>
        </p:blipFill>
        <p:spPr>
          <a:xfrm>
            <a:off x="-74075" y="-17850"/>
            <a:ext cx="9266750" cy="5212550"/>
          </a:xfrm>
          <a:prstGeom prst="rect">
            <a:avLst/>
          </a:prstGeom>
          <a:noFill/>
          <a:ln>
            <a:noFill/>
          </a:ln>
        </p:spPr>
      </p:pic>
      <p:sp>
        <p:nvSpPr>
          <p:cNvPr id="162" name="Google Shape;162;p33"/>
          <p:cNvSpPr txBox="1"/>
          <p:nvPr>
            <p:ph type="title"/>
          </p:nvPr>
        </p:nvSpPr>
        <p:spPr>
          <a:xfrm>
            <a:off x="792725" y="1808601"/>
            <a:ext cx="7485000" cy="1397700"/>
          </a:xfrm>
          <a:prstGeom prst="rect">
            <a:avLst/>
          </a:prstGeom>
        </p:spPr>
        <p:txBody>
          <a:bodyPr anchorCtr="0" anchor="b" bIns="91425" lIns="91425" spcFirstLastPara="1" rIns="91425" wrap="square" tIns="91425">
            <a:noAutofit/>
          </a:bodyPr>
          <a:lstStyle>
            <a:lvl1pPr lvl="0" rtl="0">
              <a:spcBef>
                <a:spcPts val="0"/>
              </a:spcBef>
              <a:spcAft>
                <a:spcPts val="0"/>
              </a:spcAft>
              <a:buNone/>
              <a:defRPr b="1" sz="4000">
                <a:solidFill>
                  <a:srgbClr val="FFFFFF"/>
                </a:solidFill>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bertura de capítulo" type="secHead">
  <p:cSld name="SECTION_HEADER">
    <p:bg>
      <p:bgPr>
        <a:solidFill>
          <a:srgbClr val="3B0304"/>
        </a:solidFill>
      </p:bgPr>
    </p:bg>
    <p:spTree>
      <p:nvGrpSpPr>
        <p:cNvPr id="163" name="Shape 163"/>
        <p:cNvGrpSpPr/>
        <p:nvPr/>
      </p:nvGrpSpPr>
      <p:grpSpPr>
        <a:xfrm>
          <a:off x="0" y="0"/>
          <a:ext cx="0" cy="0"/>
          <a:chOff x="0" y="0"/>
          <a:chExt cx="0" cy="0"/>
        </a:xfrm>
      </p:grpSpPr>
      <p:sp>
        <p:nvSpPr>
          <p:cNvPr id="164" name="Google Shape;164;p34"/>
          <p:cNvSpPr/>
          <p:nvPr/>
        </p:nvSpPr>
        <p:spPr>
          <a:xfrm>
            <a:off x="0" y="1777850"/>
            <a:ext cx="88200" cy="1587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34"/>
          <p:cNvSpPr txBox="1"/>
          <p:nvPr>
            <p:ph type="title"/>
          </p:nvPr>
        </p:nvSpPr>
        <p:spPr>
          <a:xfrm>
            <a:off x="386225" y="1527350"/>
            <a:ext cx="8239500" cy="1759500"/>
          </a:xfrm>
          <a:prstGeom prst="rect">
            <a:avLst/>
          </a:prstGeom>
        </p:spPr>
        <p:txBody>
          <a:bodyPr anchorCtr="0" anchor="ctr" bIns="91425" lIns="91425" spcFirstLastPara="1" rIns="91425" wrap="square" tIns="91425">
            <a:noAutofit/>
          </a:bodyPr>
          <a:lstStyle>
            <a:lvl1pPr lvl="0" rtl="0">
              <a:spcBef>
                <a:spcPts val="0"/>
              </a:spcBef>
              <a:spcAft>
                <a:spcPts val="0"/>
              </a:spcAft>
              <a:buNone/>
              <a:defRPr b="1" sz="4000">
                <a:solidFill>
                  <a:srgbClr val="FFFFFF"/>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66" name="Google Shape;166;p34"/>
          <p:cNvSpPr txBox="1"/>
          <p:nvPr>
            <p:ph idx="1" type="subTitle"/>
          </p:nvPr>
        </p:nvSpPr>
        <p:spPr>
          <a:xfrm>
            <a:off x="426721" y="2751363"/>
            <a:ext cx="8564400" cy="367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400">
                <a:solidFill>
                  <a:srgbClr val="FFFFFF"/>
                </a:solidFill>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bullets" type="tx">
  <p:cSld name="TITLE_AND_BODY">
    <p:spTree>
      <p:nvGrpSpPr>
        <p:cNvPr id="167" name="Shape 167"/>
        <p:cNvGrpSpPr/>
        <p:nvPr/>
      </p:nvGrpSpPr>
      <p:grpSpPr>
        <a:xfrm>
          <a:off x="0" y="0"/>
          <a:ext cx="0" cy="0"/>
          <a:chOff x="0" y="0"/>
          <a:chExt cx="0" cy="0"/>
        </a:xfrm>
      </p:grpSpPr>
      <p:sp>
        <p:nvSpPr>
          <p:cNvPr id="168" name="Google Shape;168;p35"/>
          <p:cNvSpPr txBox="1"/>
          <p:nvPr>
            <p:ph type="title"/>
          </p:nvPr>
        </p:nvSpPr>
        <p:spPr>
          <a:xfrm>
            <a:off x="455417" y="400350"/>
            <a:ext cx="8727000" cy="4659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sz="2400">
                <a:solidFill>
                  <a:srgbClr val="3B0304"/>
                </a:solidFill>
              </a:defRPr>
            </a:lvl1pPr>
            <a:lvl2pPr lvl="1" rtl="0">
              <a:spcBef>
                <a:spcPts val="0"/>
              </a:spcBef>
              <a:spcAft>
                <a:spcPts val="0"/>
              </a:spcAft>
              <a:buNone/>
              <a:defRPr b="1" sz="2400">
                <a:solidFill>
                  <a:srgbClr val="293D69"/>
                </a:solidFill>
              </a:defRPr>
            </a:lvl2pPr>
            <a:lvl3pPr lvl="2" rtl="0">
              <a:spcBef>
                <a:spcPts val="0"/>
              </a:spcBef>
              <a:spcAft>
                <a:spcPts val="0"/>
              </a:spcAft>
              <a:buNone/>
              <a:defRPr b="1" sz="2400">
                <a:solidFill>
                  <a:srgbClr val="293D69"/>
                </a:solidFill>
              </a:defRPr>
            </a:lvl3pPr>
            <a:lvl4pPr lvl="3" rtl="0">
              <a:spcBef>
                <a:spcPts val="0"/>
              </a:spcBef>
              <a:spcAft>
                <a:spcPts val="0"/>
              </a:spcAft>
              <a:buNone/>
              <a:defRPr b="1" sz="2400">
                <a:solidFill>
                  <a:srgbClr val="293D69"/>
                </a:solidFill>
              </a:defRPr>
            </a:lvl4pPr>
            <a:lvl5pPr lvl="4" rtl="0">
              <a:spcBef>
                <a:spcPts val="0"/>
              </a:spcBef>
              <a:spcAft>
                <a:spcPts val="0"/>
              </a:spcAft>
              <a:buNone/>
              <a:defRPr b="1" sz="2400">
                <a:solidFill>
                  <a:srgbClr val="293D69"/>
                </a:solidFill>
              </a:defRPr>
            </a:lvl5pPr>
            <a:lvl6pPr lvl="5" rtl="0">
              <a:spcBef>
                <a:spcPts val="0"/>
              </a:spcBef>
              <a:spcAft>
                <a:spcPts val="0"/>
              </a:spcAft>
              <a:buNone/>
              <a:defRPr b="1" sz="2400">
                <a:solidFill>
                  <a:srgbClr val="293D69"/>
                </a:solidFill>
              </a:defRPr>
            </a:lvl6pPr>
            <a:lvl7pPr lvl="6" rtl="0">
              <a:spcBef>
                <a:spcPts val="0"/>
              </a:spcBef>
              <a:spcAft>
                <a:spcPts val="0"/>
              </a:spcAft>
              <a:buNone/>
              <a:defRPr b="1" sz="2400">
                <a:solidFill>
                  <a:srgbClr val="293D69"/>
                </a:solidFill>
              </a:defRPr>
            </a:lvl7pPr>
            <a:lvl8pPr lvl="7" rtl="0">
              <a:spcBef>
                <a:spcPts val="0"/>
              </a:spcBef>
              <a:spcAft>
                <a:spcPts val="0"/>
              </a:spcAft>
              <a:buNone/>
              <a:defRPr b="1" sz="2400">
                <a:solidFill>
                  <a:srgbClr val="293D69"/>
                </a:solidFill>
              </a:defRPr>
            </a:lvl8pPr>
            <a:lvl9pPr lvl="8" rtl="0">
              <a:spcBef>
                <a:spcPts val="0"/>
              </a:spcBef>
              <a:spcAft>
                <a:spcPts val="0"/>
              </a:spcAft>
              <a:buNone/>
              <a:defRPr b="1" sz="2400">
                <a:solidFill>
                  <a:srgbClr val="293D69"/>
                </a:solidFill>
              </a:defRPr>
            </a:lvl9pPr>
          </a:lstStyle>
          <a:p/>
        </p:txBody>
      </p:sp>
      <p:sp>
        <p:nvSpPr>
          <p:cNvPr id="169" name="Google Shape;169;p35"/>
          <p:cNvSpPr txBox="1"/>
          <p:nvPr>
            <p:ph idx="1" type="subTitle"/>
          </p:nvPr>
        </p:nvSpPr>
        <p:spPr>
          <a:xfrm>
            <a:off x="476442" y="811938"/>
            <a:ext cx="8564400" cy="367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400">
                <a:solidFill>
                  <a:schemeClr val="dk2"/>
                </a:solidFill>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170" name="Google Shape;170;p35"/>
          <p:cNvSpPr txBox="1"/>
          <p:nvPr>
            <p:ph idx="2" type="body"/>
          </p:nvPr>
        </p:nvSpPr>
        <p:spPr>
          <a:xfrm>
            <a:off x="494100" y="1786149"/>
            <a:ext cx="8208300" cy="24258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Clr>
                <a:srgbClr val="404040"/>
              </a:buClr>
              <a:buSzPts val="1600"/>
              <a:buChar char="●"/>
              <a:defRPr sz="1600">
                <a:solidFill>
                  <a:srgbClr val="404040"/>
                </a:solidFill>
              </a:defRPr>
            </a:lvl1pPr>
            <a:lvl2pPr indent="-304800" lvl="1" marL="914400" rtl="0">
              <a:spcBef>
                <a:spcPts val="1600"/>
              </a:spcBef>
              <a:spcAft>
                <a:spcPts val="0"/>
              </a:spcAft>
              <a:buClr>
                <a:srgbClr val="404040"/>
              </a:buClr>
              <a:buSzPts val="1200"/>
              <a:buChar char="○"/>
              <a:defRPr sz="1200">
                <a:solidFill>
                  <a:srgbClr val="404040"/>
                </a:solidFill>
              </a:defRPr>
            </a:lvl2pPr>
            <a:lvl3pPr indent="-304800" lvl="2" marL="1371600" rtl="0">
              <a:spcBef>
                <a:spcPts val="1600"/>
              </a:spcBef>
              <a:spcAft>
                <a:spcPts val="0"/>
              </a:spcAft>
              <a:buClr>
                <a:srgbClr val="404040"/>
              </a:buClr>
              <a:buSzPts val="1200"/>
              <a:buChar char="■"/>
              <a:defRPr sz="1200">
                <a:solidFill>
                  <a:srgbClr val="404040"/>
                </a:solidFill>
              </a:defRPr>
            </a:lvl3pPr>
            <a:lvl4pPr indent="-304800" lvl="3" marL="1828800" rtl="0">
              <a:spcBef>
                <a:spcPts val="1600"/>
              </a:spcBef>
              <a:spcAft>
                <a:spcPts val="0"/>
              </a:spcAft>
              <a:buClr>
                <a:srgbClr val="404040"/>
              </a:buClr>
              <a:buSzPts val="1200"/>
              <a:buChar char="●"/>
              <a:defRPr sz="1200">
                <a:solidFill>
                  <a:srgbClr val="404040"/>
                </a:solidFill>
              </a:defRPr>
            </a:lvl4pPr>
            <a:lvl5pPr indent="-304800" lvl="4" marL="2286000" rtl="0">
              <a:spcBef>
                <a:spcPts val="1600"/>
              </a:spcBef>
              <a:spcAft>
                <a:spcPts val="0"/>
              </a:spcAft>
              <a:buClr>
                <a:srgbClr val="404040"/>
              </a:buClr>
              <a:buSzPts val="1200"/>
              <a:buChar char="○"/>
              <a:defRPr sz="1200">
                <a:solidFill>
                  <a:srgbClr val="404040"/>
                </a:solidFill>
              </a:defRPr>
            </a:lvl5pPr>
            <a:lvl6pPr indent="-304800" lvl="5" marL="2743200" rtl="0">
              <a:spcBef>
                <a:spcPts val="1600"/>
              </a:spcBef>
              <a:spcAft>
                <a:spcPts val="0"/>
              </a:spcAft>
              <a:buClr>
                <a:srgbClr val="404040"/>
              </a:buClr>
              <a:buSzPts val="1200"/>
              <a:buChar char="■"/>
              <a:defRPr sz="1200">
                <a:solidFill>
                  <a:srgbClr val="404040"/>
                </a:solidFill>
              </a:defRPr>
            </a:lvl6pPr>
            <a:lvl7pPr indent="-304800" lvl="6" marL="3200400" rtl="0">
              <a:spcBef>
                <a:spcPts val="1600"/>
              </a:spcBef>
              <a:spcAft>
                <a:spcPts val="0"/>
              </a:spcAft>
              <a:buClr>
                <a:srgbClr val="404040"/>
              </a:buClr>
              <a:buSzPts val="1200"/>
              <a:buChar char="●"/>
              <a:defRPr sz="1200">
                <a:solidFill>
                  <a:srgbClr val="404040"/>
                </a:solidFill>
              </a:defRPr>
            </a:lvl7pPr>
            <a:lvl8pPr indent="-304800" lvl="7" marL="3657600" rtl="0">
              <a:spcBef>
                <a:spcPts val="1600"/>
              </a:spcBef>
              <a:spcAft>
                <a:spcPts val="0"/>
              </a:spcAft>
              <a:buClr>
                <a:srgbClr val="404040"/>
              </a:buClr>
              <a:buSzPts val="1200"/>
              <a:buChar char="○"/>
              <a:defRPr sz="1200">
                <a:solidFill>
                  <a:srgbClr val="404040"/>
                </a:solidFill>
              </a:defRPr>
            </a:lvl8pPr>
            <a:lvl9pPr indent="-304800" lvl="8" marL="4114800" rtl="0">
              <a:spcBef>
                <a:spcPts val="1600"/>
              </a:spcBef>
              <a:spcAft>
                <a:spcPts val="1600"/>
              </a:spcAft>
              <a:buClr>
                <a:srgbClr val="404040"/>
              </a:buClr>
              <a:buSzPts val="1200"/>
              <a:buChar char="■"/>
              <a:defRPr sz="1200">
                <a:solidFill>
                  <a:srgbClr val="404040"/>
                </a:solidFill>
              </a:defRPr>
            </a:lvl9pPr>
          </a:lstStyle>
          <a:p/>
        </p:txBody>
      </p:sp>
      <p:sp>
        <p:nvSpPr>
          <p:cNvPr id="171" name="Google Shape;171;p35"/>
          <p:cNvSpPr/>
          <p:nvPr/>
        </p:nvSpPr>
        <p:spPr>
          <a:xfrm>
            <a:off x="573700" y="1343210"/>
            <a:ext cx="953400" cy="53100"/>
          </a:xfrm>
          <a:prstGeom prst="rect">
            <a:avLst/>
          </a:prstGeom>
          <a:solidFill>
            <a:srgbClr val="6705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2" name="Google Shape;172;p35"/>
          <p:cNvPicPr preferRelativeResize="0"/>
          <p:nvPr/>
        </p:nvPicPr>
        <p:blipFill>
          <a:blip r:embed="rId2">
            <a:alphaModFix/>
          </a:blip>
          <a:stretch>
            <a:fillRect/>
          </a:stretch>
        </p:blipFill>
        <p:spPr>
          <a:xfrm>
            <a:off x="7461250" y="4693475"/>
            <a:ext cx="1486701" cy="246825"/>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bullets em duas colunas" type="twoColTx">
  <p:cSld name="TITLE_AND_TWO_COLUMNS">
    <p:spTree>
      <p:nvGrpSpPr>
        <p:cNvPr id="173" name="Shape 173"/>
        <p:cNvGrpSpPr/>
        <p:nvPr/>
      </p:nvGrpSpPr>
      <p:grpSpPr>
        <a:xfrm>
          <a:off x="0" y="0"/>
          <a:ext cx="0" cy="0"/>
          <a:chOff x="0" y="0"/>
          <a:chExt cx="0" cy="0"/>
        </a:xfrm>
      </p:grpSpPr>
      <p:sp>
        <p:nvSpPr>
          <p:cNvPr id="174" name="Google Shape;174;p36"/>
          <p:cNvSpPr txBox="1"/>
          <p:nvPr>
            <p:ph idx="1" type="body"/>
          </p:nvPr>
        </p:nvSpPr>
        <p:spPr>
          <a:xfrm>
            <a:off x="494103" y="1786150"/>
            <a:ext cx="3840900" cy="24258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Clr>
                <a:srgbClr val="404040"/>
              </a:buClr>
              <a:buSzPts val="1600"/>
              <a:buChar char="●"/>
              <a:defRPr sz="1600">
                <a:solidFill>
                  <a:srgbClr val="404040"/>
                </a:solidFill>
              </a:defRPr>
            </a:lvl1pPr>
            <a:lvl2pPr indent="-304800" lvl="1" marL="914400" rtl="0">
              <a:spcBef>
                <a:spcPts val="1600"/>
              </a:spcBef>
              <a:spcAft>
                <a:spcPts val="0"/>
              </a:spcAft>
              <a:buClr>
                <a:srgbClr val="404040"/>
              </a:buClr>
              <a:buSzPts val="1200"/>
              <a:buChar char="○"/>
              <a:defRPr sz="1200">
                <a:solidFill>
                  <a:srgbClr val="404040"/>
                </a:solidFill>
              </a:defRPr>
            </a:lvl2pPr>
            <a:lvl3pPr indent="-304800" lvl="2" marL="1371600" rtl="0">
              <a:spcBef>
                <a:spcPts val="1600"/>
              </a:spcBef>
              <a:spcAft>
                <a:spcPts val="0"/>
              </a:spcAft>
              <a:buClr>
                <a:srgbClr val="404040"/>
              </a:buClr>
              <a:buSzPts val="1200"/>
              <a:buChar char="■"/>
              <a:defRPr sz="1200">
                <a:solidFill>
                  <a:srgbClr val="404040"/>
                </a:solidFill>
              </a:defRPr>
            </a:lvl3pPr>
            <a:lvl4pPr indent="-304800" lvl="3" marL="1828800" rtl="0">
              <a:spcBef>
                <a:spcPts val="1600"/>
              </a:spcBef>
              <a:spcAft>
                <a:spcPts val="0"/>
              </a:spcAft>
              <a:buClr>
                <a:srgbClr val="404040"/>
              </a:buClr>
              <a:buSzPts val="1200"/>
              <a:buChar char="●"/>
              <a:defRPr sz="1200">
                <a:solidFill>
                  <a:srgbClr val="404040"/>
                </a:solidFill>
              </a:defRPr>
            </a:lvl4pPr>
            <a:lvl5pPr indent="-304800" lvl="4" marL="2286000" rtl="0">
              <a:spcBef>
                <a:spcPts val="1600"/>
              </a:spcBef>
              <a:spcAft>
                <a:spcPts val="0"/>
              </a:spcAft>
              <a:buClr>
                <a:srgbClr val="404040"/>
              </a:buClr>
              <a:buSzPts val="1200"/>
              <a:buChar char="○"/>
              <a:defRPr sz="1200">
                <a:solidFill>
                  <a:srgbClr val="404040"/>
                </a:solidFill>
              </a:defRPr>
            </a:lvl5pPr>
            <a:lvl6pPr indent="-304800" lvl="5" marL="2743200" rtl="0">
              <a:spcBef>
                <a:spcPts val="1600"/>
              </a:spcBef>
              <a:spcAft>
                <a:spcPts val="0"/>
              </a:spcAft>
              <a:buClr>
                <a:srgbClr val="404040"/>
              </a:buClr>
              <a:buSzPts val="1200"/>
              <a:buChar char="■"/>
              <a:defRPr sz="1200">
                <a:solidFill>
                  <a:srgbClr val="404040"/>
                </a:solidFill>
              </a:defRPr>
            </a:lvl6pPr>
            <a:lvl7pPr indent="-304800" lvl="6" marL="3200400" rtl="0">
              <a:spcBef>
                <a:spcPts val="1600"/>
              </a:spcBef>
              <a:spcAft>
                <a:spcPts val="0"/>
              </a:spcAft>
              <a:buClr>
                <a:srgbClr val="404040"/>
              </a:buClr>
              <a:buSzPts val="1200"/>
              <a:buChar char="●"/>
              <a:defRPr sz="1200">
                <a:solidFill>
                  <a:srgbClr val="404040"/>
                </a:solidFill>
              </a:defRPr>
            </a:lvl7pPr>
            <a:lvl8pPr indent="-304800" lvl="7" marL="3657600" rtl="0">
              <a:spcBef>
                <a:spcPts val="1600"/>
              </a:spcBef>
              <a:spcAft>
                <a:spcPts val="0"/>
              </a:spcAft>
              <a:buClr>
                <a:srgbClr val="404040"/>
              </a:buClr>
              <a:buSzPts val="1200"/>
              <a:buChar char="○"/>
              <a:defRPr sz="1200">
                <a:solidFill>
                  <a:srgbClr val="404040"/>
                </a:solidFill>
              </a:defRPr>
            </a:lvl8pPr>
            <a:lvl9pPr indent="-304800" lvl="8" marL="4114800" rtl="0">
              <a:spcBef>
                <a:spcPts val="1600"/>
              </a:spcBef>
              <a:spcAft>
                <a:spcPts val="1600"/>
              </a:spcAft>
              <a:buClr>
                <a:srgbClr val="404040"/>
              </a:buClr>
              <a:buSzPts val="1200"/>
              <a:buChar char="■"/>
              <a:defRPr sz="1200">
                <a:solidFill>
                  <a:srgbClr val="404040"/>
                </a:solidFill>
              </a:defRPr>
            </a:lvl9pPr>
          </a:lstStyle>
          <a:p/>
        </p:txBody>
      </p:sp>
      <p:sp>
        <p:nvSpPr>
          <p:cNvPr id="175" name="Google Shape;175;p36"/>
          <p:cNvSpPr txBox="1"/>
          <p:nvPr>
            <p:ph idx="2" type="body"/>
          </p:nvPr>
        </p:nvSpPr>
        <p:spPr>
          <a:xfrm>
            <a:off x="4775178" y="1786150"/>
            <a:ext cx="3840900" cy="24258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Clr>
                <a:srgbClr val="404040"/>
              </a:buClr>
              <a:buSzPts val="1600"/>
              <a:buChar char="●"/>
              <a:defRPr sz="1600">
                <a:solidFill>
                  <a:srgbClr val="404040"/>
                </a:solidFill>
              </a:defRPr>
            </a:lvl1pPr>
            <a:lvl2pPr indent="-304800" lvl="1" marL="914400" rtl="0">
              <a:spcBef>
                <a:spcPts val="1600"/>
              </a:spcBef>
              <a:spcAft>
                <a:spcPts val="0"/>
              </a:spcAft>
              <a:buClr>
                <a:srgbClr val="404040"/>
              </a:buClr>
              <a:buSzPts val="1200"/>
              <a:buChar char="○"/>
              <a:defRPr sz="1200">
                <a:solidFill>
                  <a:srgbClr val="404040"/>
                </a:solidFill>
              </a:defRPr>
            </a:lvl2pPr>
            <a:lvl3pPr indent="-304800" lvl="2" marL="1371600" rtl="0">
              <a:spcBef>
                <a:spcPts val="1600"/>
              </a:spcBef>
              <a:spcAft>
                <a:spcPts val="0"/>
              </a:spcAft>
              <a:buClr>
                <a:srgbClr val="404040"/>
              </a:buClr>
              <a:buSzPts val="1200"/>
              <a:buChar char="■"/>
              <a:defRPr sz="1200">
                <a:solidFill>
                  <a:srgbClr val="404040"/>
                </a:solidFill>
              </a:defRPr>
            </a:lvl3pPr>
            <a:lvl4pPr indent="-304800" lvl="3" marL="1828800" rtl="0">
              <a:spcBef>
                <a:spcPts val="1600"/>
              </a:spcBef>
              <a:spcAft>
                <a:spcPts val="0"/>
              </a:spcAft>
              <a:buClr>
                <a:srgbClr val="404040"/>
              </a:buClr>
              <a:buSzPts val="1200"/>
              <a:buChar char="●"/>
              <a:defRPr sz="1200">
                <a:solidFill>
                  <a:srgbClr val="404040"/>
                </a:solidFill>
              </a:defRPr>
            </a:lvl4pPr>
            <a:lvl5pPr indent="-304800" lvl="4" marL="2286000" rtl="0">
              <a:spcBef>
                <a:spcPts val="1600"/>
              </a:spcBef>
              <a:spcAft>
                <a:spcPts val="0"/>
              </a:spcAft>
              <a:buClr>
                <a:srgbClr val="404040"/>
              </a:buClr>
              <a:buSzPts val="1200"/>
              <a:buChar char="○"/>
              <a:defRPr sz="1200">
                <a:solidFill>
                  <a:srgbClr val="404040"/>
                </a:solidFill>
              </a:defRPr>
            </a:lvl5pPr>
            <a:lvl6pPr indent="-304800" lvl="5" marL="2743200" rtl="0">
              <a:spcBef>
                <a:spcPts val="1600"/>
              </a:spcBef>
              <a:spcAft>
                <a:spcPts val="0"/>
              </a:spcAft>
              <a:buClr>
                <a:srgbClr val="404040"/>
              </a:buClr>
              <a:buSzPts val="1200"/>
              <a:buChar char="■"/>
              <a:defRPr sz="1200">
                <a:solidFill>
                  <a:srgbClr val="404040"/>
                </a:solidFill>
              </a:defRPr>
            </a:lvl6pPr>
            <a:lvl7pPr indent="-304800" lvl="6" marL="3200400" rtl="0">
              <a:spcBef>
                <a:spcPts val="1600"/>
              </a:spcBef>
              <a:spcAft>
                <a:spcPts val="0"/>
              </a:spcAft>
              <a:buClr>
                <a:srgbClr val="404040"/>
              </a:buClr>
              <a:buSzPts val="1200"/>
              <a:buChar char="●"/>
              <a:defRPr sz="1200">
                <a:solidFill>
                  <a:srgbClr val="404040"/>
                </a:solidFill>
              </a:defRPr>
            </a:lvl7pPr>
            <a:lvl8pPr indent="-304800" lvl="7" marL="3657600" rtl="0">
              <a:spcBef>
                <a:spcPts val="1600"/>
              </a:spcBef>
              <a:spcAft>
                <a:spcPts val="0"/>
              </a:spcAft>
              <a:buClr>
                <a:srgbClr val="404040"/>
              </a:buClr>
              <a:buSzPts val="1200"/>
              <a:buChar char="○"/>
              <a:defRPr sz="1200">
                <a:solidFill>
                  <a:srgbClr val="404040"/>
                </a:solidFill>
              </a:defRPr>
            </a:lvl8pPr>
            <a:lvl9pPr indent="-304800" lvl="8" marL="4114800" rtl="0">
              <a:spcBef>
                <a:spcPts val="1600"/>
              </a:spcBef>
              <a:spcAft>
                <a:spcPts val="1600"/>
              </a:spcAft>
              <a:buClr>
                <a:srgbClr val="404040"/>
              </a:buClr>
              <a:buSzPts val="1200"/>
              <a:buChar char="■"/>
              <a:defRPr sz="1200">
                <a:solidFill>
                  <a:srgbClr val="404040"/>
                </a:solidFill>
              </a:defRPr>
            </a:lvl9pPr>
          </a:lstStyle>
          <a:p/>
        </p:txBody>
      </p:sp>
      <p:sp>
        <p:nvSpPr>
          <p:cNvPr id="176" name="Google Shape;176;p36"/>
          <p:cNvSpPr txBox="1"/>
          <p:nvPr>
            <p:ph type="title"/>
          </p:nvPr>
        </p:nvSpPr>
        <p:spPr>
          <a:xfrm>
            <a:off x="455417" y="400350"/>
            <a:ext cx="8727000" cy="4659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sz="2400">
                <a:solidFill>
                  <a:srgbClr val="3B0304"/>
                </a:solidFill>
              </a:defRPr>
            </a:lvl1pPr>
            <a:lvl2pPr lvl="1" rtl="0">
              <a:spcBef>
                <a:spcPts val="0"/>
              </a:spcBef>
              <a:spcAft>
                <a:spcPts val="0"/>
              </a:spcAft>
              <a:buNone/>
              <a:defRPr b="1" sz="2400">
                <a:solidFill>
                  <a:srgbClr val="3B0304"/>
                </a:solidFill>
              </a:defRPr>
            </a:lvl2pPr>
            <a:lvl3pPr lvl="2" rtl="0">
              <a:spcBef>
                <a:spcPts val="0"/>
              </a:spcBef>
              <a:spcAft>
                <a:spcPts val="0"/>
              </a:spcAft>
              <a:buNone/>
              <a:defRPr b="1" sz="2400">
                <a:solidFill>
                  <a:srgbClr val="3B0304"/>
                </a:solidFill>
              </a:defRPr>
            </a:lvl3pPr>
            <a:lvl4pPr lvl="3" rtl="0">
              <a:spcBef>
                <a:spcPts val="0"/>
              </a:spcBef>
              <a:spcAft>
                <a:spcPts val="0"/>
              </a:spcAft>
              <a:buNone/>
              <a:defRPr b="1" sz="2400">
                <a:solidFill>
                  <a:srgbClr val="3B0304"/>
                </a:solidFill>
              </a:defRPr>
            </a:lvl4pPr>
            <a:lvl5pPr lvl="4" rtl="0">
              <a:spcBef>
                <a:spcPts val="0"/>
              </a:spcBef>
              <a:spcAft>
                <a:spcPts val="0"/>
              </a:spcAft>
              <a:buNone/>
              <a:defRPr b="1" sz="2400">
                <a:solidFill>
                  <a:srgbClr val="3B0304"/>
                </a:solidFill>
              </a:defRPr>
            </a:lvl5pPr>
            <a:lvl6pPr lvl="5" rtl="0">
              <a:spcBef>
                <a:spcPts val="0"/>
              </a:spcBef>
              <a:spcAft>
                <a:spcPts val="0"/>
              </a:spcAft>
              <a:buNone/>
              <a:defRPr b="1" sz="2400">
                <a:solidFill>
                  <a:srgbClr val="3B0304"/>
                </a:solidFill>
              </a:defRPr>
            </a:lvl6pPr>
            <a:lvl7pPr lvl="6" rtl="0">
              <a:spcBef>
                <a:spcPts val="0"/>
              </a:spcBef>
              <a:spcAft>
                <a:spcPts val="0"/>
              </a:spcAft>
              <a:buNone/>
              <a:defRPr b="1" sz="2400">
                <a:solidFill>
                  <a:srgbClr val="3B0304"/>
                </a:solidFill>
              </a:defRPr>
            </a:lvl7pPr>
            <a:lvl8pPr lvl="7" rtl="0">
              <a:spcBef>
                <a:spcPts val="0"/>
              </a:spcBef>
              <a:spcAft>
                <a:spcPts val="0"/>
              </a:spcAft>
              <a:buNone/>
              <a:defRPr b="1" sz="2400">
                <a:solidFill>
                  <a:srgbClr val="3B0304"/>
                </a:solidFill>
              </a:defRPr>
            </a:lvl8pPr>
            <a:lvl9pPr lvl="8" rtl="0">
              <a:spcBef>
                <a:spcPts val="0"/>
              </a:spcBef>
              <a:spcAft>
                <a:spcPts val="0"/>
              </a:spcAft>
              <a:buNone/>
              <a:defRPr b="1" sz="2400">
                <a:solidFill>
                  <a:srgbClr val="3B0304"/>
                </a:solidFill>
              </a:defRPr>
            </a:lvl9pPr>
          </a:lstStyle>
          <a:p/>
        </p:txBody>
      </p:sp>
      <p:sp>
        <p:nvSpPr>
          <p:cNvPr id="177" name="Google Shape;177;p36"/>
          <p:cNvSpPr txBox="1"/>
          <p:nvPr>
            <p:ph idx="3" type="subTitle"/>
          </p:nvPr>
        </p:nvSpPr>
        <p:spPr>
          <a:xfrm>
            <a:off x="476442" y="811938"/>
            <a:ext cx="8564400" cy="367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400">
                <a:solidFill>
                  <a:schemeClr val="dk2"/>
                </a:solidFill>
              </a:defRPr>
            </a:lvl1pPr>
            <a:lvl2pPr lvl="1" rtl="0">
              <a:spcBef>
                <a:spcPts val="1600"/>
              </a:spcBef>
              <a:spcAft>
                <a:spcPts val="0"/>
              </a:spcAft>
              <a:buNone/>
              <a:defRPr>
                <a:solidFill>
                  <a:schemeClr val="dk2"/>
                </a:solidFill>
              </a:defRPr>
            </a:lvl2pPr>
            <a:lvl3pPr lvl="2" rtl="0">
              <a:spcBef>
                <a:spcPts val="1600"/>
              </a:spcBef>
              <a:spcAft>
                <a:spcPts val="0"/>
              </a:spcAft>
              <a:buNone/>
              <a:defRPr>
                <a:solidFill>
                  <a:schemeClr val="dk2"/>
                </a:solidFill>
              </a:defRPr>
            </a:lvl3pPr>
            <a:lvl4pPr lvl="3" rtl="0">
              <a:spcBef>
                <a:spcPts val="1600"/>
              </a:spcBef>
              <a:spcAft>
                <a:spcPts val="0"/>
              </a:spcAft>
              <a:buNone/>
              <a:defRPr>
                <a:solidFill>
                  <a:schemeClr val="dk2"/>
                </a:solidFill>
              </a:defRPr>
            </a:lvl4pPr>
            <a:lvl5pPr lvl="4" rtl="0">
              <a:spcBef>
                <a:spcPts val="1600"/>
              </a:spcBef>
              <a:spcAft>
                <a:spcPts val="0"/>
              </a:spcAft>
              <a:buNone/>
              <a:defRPr>
                <a:solidFill>
                  <a:schemeClr val="dk2"/>
                </a:solidFill>
              </a:defRPr>
            </a:lvl5pPr>
            <a:lvl6pPr lvl="5" rtl="0">
              <a:spcBef>
                <a:spcPts val="1600"/>
              </a:spcBef>
              <a:spcAft>
                <a:spcPts val="0"/>
              </a:spcAft>
              <a:buNone/>
              <a:defRPr>
                <a:solidFill>
                  <a:schemeClr val="dk2"/>
                </a:solidFill>
              </a:defRPr>
            </a:lvl6pPr>
            <a:lvl7pPr lvl="6" rtl="0">
              <a:spcBef>
                <a:spcPts val="1600"/>
              </a:spcBef>
              <a:spcAft>
                <a:spcPts val="0"/>
              </a:spcAft>
              <a:buNone/>
              <a:defRPr>
                <a:solidFill>
                  <a:schemeClr val="dk2"/>
                </a:solidFill>
              </a:defRPr>
            </a:lvl7pPr>
            <a:lvl8pPr lvl="7" rtl="0">
              <a:spcBef>
                <a:spcPts val="1600"/>
              </a:spcBef>
              <a:spcAft>
                <a:spcPts val="0"/>
              </a:spcAft>
              <a:buNone/>
              <a:defRPr>
                <a:solidFill>
                  <a:schemeClr val="dk2"/>
                </a:solidFill>
              </a:defRPr>
            </a:lvl8pPr>
            <a:lvl9pPr lvl="8" rtl="0">
              <a:spcBef>
                <a:spcPts val="1600"/>
              </a:spcBef>
              <a:spcAft>
                <a:spcPts val="1600"/>
              </a:spcAft>
              <a:buNone/>
              <a:defRPr>
                <a:solidFill>
                  <a:schemeClr val="dk2"/>
                </a:solidFill>
              </a:defRPr>
            </a:lvl9pPr>
          </a:lstStyle>
          <a:p/>
        </p:txBody>
      </p:sp>
      <p:sp>
        <p:nvSpPr>
          <p:cNvPr id="178" name="Google Shape;178;p36"/>
          <p:cNvSpPr/>
          <p:nvPr/>
        </p:nvSpPr>
        <p:spPr>
          <a:xfrm>
            <a:off x="573700" y="1343210"/>
            <a:ext cx="953400" cy="53100"/>
          </a:xfrm>
          <a:prstGeom prst="rect">
            <a:avLst/>
          </a:prstGeom>
          <a:solidFill>
            <a:srgbClr val="6705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9" name="Google Shape;179;p36"/>
          <p:cNvPicPr preferRelativeResize="0"/>
          <p:nvPr/>
        </p:nvPicPr>
        <p:blipFill>
          <a:blip r:embed="rId2">
            <a:alphaModFix/>
          </a:blip>
          <a:stretch>
            <a:fillRect/>
          </a:stretch>
        </p:blipFill>
        <p:spPr>
          <a:xfrm>
            <a:off x="7461250" y="4693475"/>
            <a:ext cx="1486701" cy="246825"/>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com 3 imagens">
  <p:cSld name="TITLE_AND_TWO_COLUMNS_1">
    <p:spTree>
      <p:nvGrpSpPr>
        <p:cNvPr id="180" name="Shape 180"/>
        <p:cNvGrpSpPr/>
        <p:nvPr/>
      </p:nvGrpSpPr>
      <p:grpSpPr>
        <a:xfrm>
          <a:off x="0" y="0"/>
          <a:ext cx="0" cy="0"/>
          <a:chOff x="0" y="0"/>
          <a:chExt cx="0" cy="0"/>
        </a:xfrm>
      </p:grpSpPr>
      <p:sp>
        <p:nvSpPr>
          <p:cNvPr id="181" name="Google Shape;181;p37"/>
          <p:cNvSpPr/>
          <p:nvPr/>
        </p:nvSpPr>
        <p:spPr>
          <a:xfrm>
            <a:off x="588375" y="1784850"/>
            <a:ext cx="2201400" cy="2451600"/>
          </a:xfrm>
          <a:prstGeom prst="rect">
            <a:avLst/>
          </a:prstGeom>
          <a:solidFill>
            <a:srgbClr val="670506">
              <a:alpha val="2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7"/>
          <p:cNvSpPr/>
          <p:nvPr/>
        </p:nvSpPr>
        <p:spPr>
          <a:xfrm>
            <a:off x="3480129" y="1784850"/>
            <a:ext cx="2201400" cy="2451600"/>
          </a:xfrm>
          <a:prstGeom prst="rect">
            <a:avLst/>
          </a:prstGeom>
          <a:solidFill>
            <a:srgbClr val="670506">
              <a:alpha val="2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7"/>
          <p:cNvSpPr/>
          <p:nvPr/>
        </p:nvSpPr>
        <p:spPr>
          <a:xfrm>
            <a:off x="6363057" y="1784850"/>
            <a:ext cx="2201400" cy="2451600"/>
          </a:xfrm>
          <a:prstGeom prst="rect">
            <a:avLst/>
          </a:prstGeom>
          <a:solidFill>
            <a:srgbClr val="670506">
              <a:alpha val="2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7"/>
          <p:cNvSpPr txBox="1"/>
          <p:nvPr>
            <p:ph type="title"/>
          </p:nvPr>
        </p:nvSpPr>
        <p:spPr>
          <a:xfrm>
            <a:off x="455417" y="400350"/>
            <a:ext cx="8727000" cy="4659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sz="2400">
                <a:solidFill>
                  <a:srgbClr val="3B0304"/>
                </a:solidFill>
              </a:defRPr>
            </a:lvl1pPr>
            <a:lvl2pPr lvl="1" rtl="0">
              <a:spcBef>
                <a:spcPts val="0"/>
              </a:spcBef>
              <a:spcAft>
                <a:spcPts val="0"/>
              </a:spcAft>
              <a:buNone/>
              <a:defRPr b="1" sz="2400">
                <a:solidFill>
                  <a:srgbClr val="3B0304"/>
                </a:solidFill>
              </a:defRPr>
            </a:lvl2pPr>
            <a:lvl3pPr lvl="2" rtl="0">
              <a:spcBef>
                <a:spcPts val="0"/>
              </a:spcBef>
              <a:spcAft>
                <a:spcPts val="0"/>
              </a:spcAft>
              <a:buNone/>
              <a:defRPr b="1" sz="2400">
                <a:solidFill>
                  <a:srgbClr val="3B0304"/>
                </a:solidFill>
              </a:defRPr>
            </a:lvl3pPr>
            <a:lvl4pPr lvl="3" rtl="0">
              <a:spcBef>
                <a:spcPts val="0"/>
              </a:spcBef>
              <a:spcAft>
                <a:spcPts val="0"/>
              </a:spcAft>
              <a:buNone/>
              <a:defRPr b="1" sz="2400">
                <a:solidFill>
                  <a:srgbClr val="3B0304"/>
                </a:solidFill>
              </a:defRPr>
            </a:lvl4pPr>
            <a:lvl5pPr lvl="4" rtl="0">
              <a:spcBef>
                <a:spcPts val="0"/>
              </a:spcBef>
              <a:spcAft>
                <a:spcPts val="0"/>
              </a:spcAft>
              <a:buNone/>
              <a:defRPr b="1" sz="2400">
                <a:solidFill>
                  <a:srgbClr val="3B0304"/>
                </a:solidFill>
              </a:defRPr>
            </a:lvl5pPr>
            <a:lvl6pPr lvl="5" rtl="0">
              <a:spcBef>
                <a:spcPts val="0"/>
              </a:spcBef>
              <a:spcAft>
                <a:spcPts val="0"/>
              </a:spcAft>
              <a:buNone/>
              <a:defRPr b="1" sz="2400">
                <a:solidFill>
                  <a:srgbClr val="3B0304"/>
                </a:solidFill>
              </a:defRPr>
            </a:lvl6pPr>
            <a:lvl7pPr lvl="6" rtl="0">
              <a:spcBef>
                <a:spcPts val="0"/>
              </a:spcBef>
              <a:spcAft>
                <a:spcPts val="0"/>
              </a:spcAft>
              <a:buNone/>
              <a:defRPr b="1" sz="2400">
                <a:solidFill>
                  <a:srgbClr val="3B0304"/>
                </a:solidFill>
              </a:defRPr>
            </a:lvl7pPr>
            <a:lvl8pPr lvl="7" rtl="0">
              <a:spcBef>
                <a:spcPts val="0"/>
              </a:spcBef>
              <a:spcAft>
                <a:spcPts val="0"/>
              </a:spcAft>
              <a:buNone/>
              <a:defRPr b="1" sz="2400">
                <a:solidFill>
                  <a:srgbClr val="3B0304"/>
                </a:solidFill>
              </a:defRPr>
            </a:lvl8pPr>
            <a:lvl9pPr lvl="8" rtl="0">
              <a:spcBef>
                <a:spcPts val="0"/>
              </a:spcBef>
              <a:spcAft>
                <a:spcPts val="0"/>
              </a:spcAft>
              <a:buNone/>
              <a:defRPr b="1" sz="2400">
                <a:solidFill>
                  <a:srgbClr val="3B0304"/>
                </a:solidFill>
              </a:defRPr>
            </a:lvl9pPr>
          </a:lstStyle>
          <a:p/>
        </p:txBody>
      </p:sp>
      <p:sp>
        <p:nvSpPr>
          <p:cNvPr id="185" name="Google Shape;185;p37"/>
          <p:cNvSpPr txBox="1"/>
          <p:nvPr>
            <p:ph idx="1" type="subTitle"/>
          </p:nvPr>
        </p:nvSpPr>
        <p:spPr>
          <a:xfrm>
            <a:off x="476442" y="811938"/>
            <a:ext cx="8564400" cy="367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400">
                <a:solidFill>
                  <a:schemeClr val="dk2"/>
                </a:solidFill>
              </a:defRPr>
            </a:lvl1pPr>
            <a:lvl2pPr lvl="1" rtl="0">
              <a:spcBef>
                <a:spcPts val="1600"/>
              </a:spcBef>
              <a:spcAft>
                <a:spcPts val="0"/>
              </a:spcAft>
              <a:buNone/>
              <a:defRPr>
                <a:solidFill>
                  <a:schemeClr val="dk2"/>
                </a:solidFill>
              </a:defRPr>
            </a:lvl2pPr>
            <a:lvl3pPr lvl="2" rtl="0">
              <a:spcBef>
                <a:spcPts val="1600"/>
              </a:spcBef>
              <a:spcAft>
                <a:spcPts val="0"/>
              </a:spcAft>
              <a:buNone/>
              <a:defRPr>
                <a:solidFill>
                  <a:schemeClr val="dk2"/>
                </a:solidFill>
              </a:defRPr>
            </a:lvl3pPr>
            <a:lvl4pPr lvl="3" rtl="0">
              <a:spcBef>
                <a:spcPts val="1600"/>
              </a:spcBef>
              <a:spcAft>
                <a:spcPts val="0"/>
              </a:spcAft>
              <a:buNone/>
              <a:defRPr>
                <a:solidFill>
                  <a:schemeClr val="dk2"/>
                </a:solidFill>
              </a:defRPr>
            </a:lvl4pPr>
            <a:lvl5pPr lvl="4" rtl="0">
              <a:spcBef>
                <a:spcPts val="1600"/>
              </a:spcBef>
              <a:spcAft>
                <a:spcPts val="0"/>
              </a:spcAft>
              <a:buNone/>
              <a:defRPr>
                <a:solidFill>
                  <a:schemeClr val="dk2"/>
                </a:solidFill>
              </a:defRPr>
            </a:lvl5pPr>
            <a:lvl6pPr lvl="5" rtl="0">
              <a:spcBef>
                <a:spcPts val="1600"/>
              </a:spcBef>
              <a:spcAft>
                <a:spcPts val="0"/>
              </a:spcAft>
              <a:buNone/>
              <a:defRPr>
                <a:solidFill>
                  <a:schemeClr val="dk2"/>
                </a:solidFill>
              </a:defRPr>
            </a:lvl6pPr>
            <a:lvl7pPr lvl="6" rtl="0">
              <a:spcBef>
                <a:spcPts val="1600"/>
              </a:spcBef>
              <a:spcAft>
                <a:spcPts val="0"/>
              </a:spcAft>
              <a:buNone/>
              <a:defRPr>
                <a:solidFill>
                  <a:schemeClr val="dk2"/>
                </a:solidFill>
              </a:defRPr>
            </a:lvl7pPr>
            <a:lvl8pPr lvl="7" rtl="0">
              <a:spcBef>
                <a:spcPts val="1600"/>
              </a:spcBef>
              <a:spcAft>
                <a:spcPts val="0"/>
              </a:spcAft>
              <a:buNone/>
              <a:defRPr>
                <a:solidFill>
                  <a:schemeClr val="dk2"/>
                </a:solidFill>
              </a:defRPr>
            </a:lvl8pPr>
            <a:lvl9pPr lvl="8" rtl="0">
              <a:spcBef>
                <a:spcPts val="1600"/>
              </a:spcBef>
              <a:spcAft>
                <a:spcPts val="1600"/>
              </a:spcAft>
              <a:buNone/>
              <a:defRPr>
                <a:solidFill>
                  <a:schemeClr val="dk2"/>
                </a:solidFill>
              </a:defRPr>
            </a:lvl9pPr>
          </a:lstStyle>
          <a:p/>
        </p:txBody>
      </p:sp>
      <p:sp>
        <p:nvSpPr>
          <p:cNvPr id="186" name="Google Shape;186;p37"/>
          <p:cNvSpPr/>
          <p:nvPr/>
        </p:nvSpPr>
        <p:spPr>
          <a:xfrm>
            <a:off x="573700" y="1343210"/>
            <a:ext cx="953400" cy="53100"/>
          </a:xfrm>
          <a:prstGeom prst="rect">
            <a:avLst/>
          </a:prstGeom>
          <a:solidFill>
            <a:srgbClr val="6705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7"/>
          <p:cNvSpPr txBox="1"/>
          <p:nvPr/>
        </p:nvSpPr>
        <p:spPr>
          <a:xfrm>
            <a:off x="1097770" y="2700825"/>
            <a:ext cx="1182600" cy="39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a:solidFill>
                  <a:srgbClr val="99A0AA"/>
                </a:solidFill>
              </a:rPr>
              <a:t>[ Imagem ]</a:t>
            </a:r>
            <a:endParaRPr>
              <a:solidFill>
                <a:srgbClr val="99A0AA"/>
              </a:solidFill>
            </a:endParaRPr>
          </a:p>
        </p:txBody>
      </p:sp>
      <p:sp>
        <p:nvSpPr>
          <p:cNvPr id="188" name="Google Shape;188;p37"/>
          <p:cNvSpPr txBox="1"/>
          <p:nvPr/>
        </p:nvSpPr>
        <p:spPr>
          <a:xfrm>
            <a:off x="3985107" y="2700825"/>
            <a:ext cx="1182600" cy="39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a:solidFill>
                  <a:srgbClr val="99A0AA"/>
                </a:solidFill>
              </a:rPr>
              <a:t>[ Imagem ]</a:t>
            </a:r>
            <a:endParaRPr>
              <a:solidFill>
                <a:srgbClr val="99A0AA"/>
              </a:solidFill>
            </a:endParaRPr>
          </a:p>
        </p:txBody>
      </p:sp>
      <p:sp>
        <p:nvSpPr>
          <p:cNvPr id="189" name="Google Shape;189;p37"/>
          <p:cNvSpPr txBox="1"/>
          <p:nvPr/>
        </p:nvSpPr>
        <p:spPr>
          <a:xfrm>
            <a:off x="6881282" y="2700825"/>
            <a:ext cx="1182600" cy="39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a:solidFill>
                  <a:srgbClr val="99A0AA"/>
                </a:solidFill>
              </a:rPr>
              <a:t>[ Imagem ]</a:t>
            </a:r>
            <a:endParaRPr>
              <a:solidFill>
                <a:srgbClr val="99A0AA"/>
              </a:solidFill>
            </a:endParaRPr>
          </a:p>
        </p:txBody>
      </p:sp>
      <p:pic>
        <p:nvPicPr>
          <p:cNvPr id="190" name="Google Shape;190;p37"/>
          <p:cNvPicPr preferRelativeResize="0"/>
          <p:nvPr/>
        </p:nvPicPr>
        <p:blipFill>
          <a:blip r:embed="rId2">
            <a:alphaModFix/>
          </a:blip>
          <a:stretch>
            <a:fillRect/>
          </a:stretch>
        </p:blipFill>
        <p:spPr>
          <a:xfrm>
            <a:off x="7461250" y="4693475"/>
            <a:ext cx="1486701" cy="246825"/>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dados">
  <p:cSld name="TITLE_AND_TWO_COLUMNS_1_1">
    <p:spTree>
      <p:nvGrpSpPr>
        <p:cNvPr id="191" name="Shape 191"/>
        <p:cNvGrpSpPr/>
        <p:nvPr/>
      </p:nvGrpSpPr>
      <p:grpSpPr>
        <a:xfrm>
          <a:off x="0" y="0"/>
          <a:ext cx="0" cy="0"/>
          <a:chOff x="0" y="0"/>
          <a:chExt cx="0" cy="0"/>
        </a:xfrm>
      </p:grpSpPr>
      <p:sp>
        <p:nvSpPr>
          <p:cNvPr id="192" name="Google Shape;192;p38"/>
          <p:cNvSpPr txBox="1"/>
          <p:nvPr>
            <p:ph hasCustomPrompt="1" type="title"/>
          </p:nvPr>
        </p:nvSpPr>
        <p:spPr>
          <a:xfrm>
            <a:off x="498350" y="1269103"/>
            <a:ext cx="2201400" cy="16485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670506"/>
              </a:buClr>
              <a:buSzPts val="6000"/>
              <a:buNone/>
              <a:defRPr b="1" sz="6000">
                <a:solidFill>
                  <a:srgbClr val="670506"/>
                </a:solidFill>
              </a:defRPr>
            </a:lvl1pPr>
            <a:lvl2pPr lvl="1" rtl="0" algn="ctr">
              <a:spcBef>
                <a:spcPts val="0"/>
              </a:spcBef>
              <a:spcAft>
                <a:spcPts val="0"/>
              </a:spcAft>
              <a:buClr>
                <a:srgbClr val="670506"/>
              </a:buClr>
              <a:buSzPts val="6000"/>
              <a:buNone/>
              <a:defRPr sz="6000">
                <a:solidFill>
                  <a:srgbClr val="670506"/>
                </a:solidFill>
              </a:defRPr>
            </a:lvl2pPr>
            <a:lvl3pPr lvl="2" rtl="0" algn="ctr">
              <a:spcBef>
                <a:spcPts val="0"/>
              </a:spcBef>
              <a:spcAft>
                <a:spcPts val="0"/>
              </a:spcAft>
              <a:buClr>
                <a:srgbClr val="670506"/>
              </a:buClr>
              <a:buSzPts val="6000"/>
              <a:buNone/>
              <a:defRPr sz="6000">
                <a:solidFill>
                  <a:srgbClr val="670506"/>
                </a:solidFill>
              </a:defRPr>
            </a:lvl3pPr>
            <a:lvl4pPr lvl="3" rtl="0" algn="ctr">
              <a:spcBef>
                <a:spcPts val="0"/>
              </a:spcBef>
              <a:spcAft>
                <a:spcPts val="0"/>
              </a:spcAft>
              <a:buClr>
                <a:srgbClr val="670506"/>
              </a:buClr>
              <a:buSzPts val="6000"/>
              <a:buNone/>
              <a:defRPr sz="6000">
                <a:solidFill>
                  <a:srgbClr val="670506"/>
                </a:solidFill>
              </a:defRPr>
            </a:lvl4pPr>
            <a:lvl5pPr lvl="4" rtl="0" algn="ctr">
              <a:spcBef>
                <a:spcPts val="0"/>
              </a:spcBef>
              <a:spcAft>
                <a:spcPts val="0"/>
              </a:spcAft>
              <a:buClr>
                <a:srgbClr val="670506"/>
              </a:buClr>
              <a:buSzPts val="6000"/>
              <a:buNone/>
              <a:defRPr sz="6000">
                <a:solidFill>
                  <a:srgbClr val="670506"/>
                </a:solidFill>
              </a:defRPr>
            </a:lvl5pPr>
            <a:lvl6pPr lvl="5" rtl="0" algn="ctr">
              <a:spcBef>
                <a:spcPts val="0"/>
              </a:spcBef>
              <a:spcAft>
                <a:spcPts val="0"/>
              </a:spcAft>
              <a:buClr>
                <a:srgbClr val="670506"/>
              </a:buClr>
              <a:buSzPts val="6000"/>
              <a:buNone/>
              <a:defRPr sz="6000">
                <a:solidFill>
                  <a:srgbClr val="670506"/>
                </a:solidFill>
              </a:defRPr>
            </a:lvl6pPr>
            <a:lvl7pPr lvl="6" rtl="0" algn="ctr">
              <a:spcBef>
                <a:spcPts val="0"/>
              </a:spcBef>
              <a:spcAft>
                <a:spcPts val="0"/>
              </a:spcAft>
              <a:buClr>
                <a:srgbClr val="670506"/>
              </a:buClr>
              <a:buSzPts val="6000"/>
              <a:buNone/>
              <a:defRPr sz="6000">
                <a:solidFill>
                  <a:srgbClr val="670506"/>
                </a:solidFill>
              </a:defRPr>
            </a:lvl7pPr>
            <a:lvl8pPr lvl="7" rtl="0" algn="ctr">
              <a:spcBef>
                <a:spcPts val="0"/>
              </a:spcBef>
              <a:spcAft>
                <a:spcPts val="0"/>
              </a:spcAft>
              <a:buClr>
                <a:srgbClr val="670506"/>
              </a:buClr>
              <a:buSzPts val="6000"/>
              <a:buNone/>
              <a:defRPr sz="6000">
                <a:solidFill>
                  <a:srgbClr val="670506"/>
                </a:solidFill>
              </a:defRPr>
            </a:lvl8pPr>
            <a:lvl9pPr lvl="8" rtl="0" algn="ctr">
              <a:spcBef>
                <a:spcPts val="0"/>
              </a:spcBef>
              <a:spcAft>
                <a:spcPts val="0"/>
              </a:spcAft>
              <a:buClr>
                <a:srgbClr val="670506"/>
              </a:buClr>
              <a:buSzPts val="6000"/>
              <a:buNone/>
              <a:defRPr sz="6000">
                <a:solidFill>
                  <a:srgbClr val="670506"/>
                </a:solidFill>
              </a:defRPr>
            </a:lvl9pPr>
          </a:lstStyle>
          <a:p>
            <a:r>
              <a:t>xx%</a:t>
            </a:r>
          </a:p>
        </p:txBody>
      </p:sp>
      <p:sp>
        <p:nvSpPr>
          <p:cNvPr id="193" name="Google Shape;193;p38"/>
          <p:cNvSpPr txBox="1"/>
          <p:nvPr>
            <p:ph idx="1" type="body"/>
          </p:nvPr>
        </p:nvSpPr>
        <p:spPr>
          <a:xfrm>
            <a:off x="498350" y="2934203"/>
            <a:ext cx="2201400" cy="990300"/>
          </a:xfrm>
          <a:prstGeom prst="rect">
            <a:avLst/>
          </a:prstGeom>
        </p:spPr>
        <p:txBody>
          <a:bodyPr anchorCtr="0" anchor="t" bIns="91425" lIns="91425" spcFirstLastPara="1" rIns="91425" wrap="square" tIns="91425">
            <a:noAutofit/>
          </a:bodyPr>
          <a:lstStyle>
            <a:lvl1pPr indent="-330200" lvl="0" marL="457200" rtl="0" algn="ctr">
              <a:spcBef>
                <a:spcPts val="0"/>
              </a:spcBef>
              <a:spcAft>
                <a:spcPts val="0"/>
              </a:spcAft>
              <a:buClr>
                <a:srgbClr val="404040"/>
              </a:buClr>
              <a:buSzPts val="1600"/>
              <a:buChar char="●"/>
              <a:defRPr>
                <a:solidFill>
                  <a:srgbClr val="404040"/>
                </a:solidFill>
              </a:defRPr>
            </a:lvl1pPr>
            <a:lvl2pPr indent="-317500" lvl="1" marL="914400" rtl="0" algn="ctr">
              <a:spcBef>
                <a:spcPts val="1600"/>
              </a:spcBef>
              <a:spcAft>
                <a:spcPts val="0"/>
              </a:spcAft>
              <a:buClr>
                <a:srgbClr val="404040"/>
              </a:buClr>
              <a:buSzPts val="1400"/>
              <a:buChar char="○"/>
              <a:defRPr>
                <a:solidFill>
                  <a:srgbClr val="404040"/>
                </a:solidFill>
              </a:defRPr>
            </a:lvl2pPr>
            <a:lvl3pPr indent="-317500" lvl="2" marL="1371600" rtl="0" algn="ctr">
              <a:spcBef>
                <a:spcPts val="1600"/>
              </a:spcBef>
              <a:spcAft>
                <a:spcPts val="0"/>
              </a:spcAft>
              <a:buClr>
                <a:srgbClr val="404040"/>
              </a:buClr>
              <a:buSzPts val="1400"/>
              <a:buChar char="■"/>
              <a:defRPr>
                <a:solidFill>
                  <a:srgbClr val="404040"/>
                </a:solidFill>
              </a:defRPr>
            </a:lvl3pPr>
            <a:lvl4pPr indent="-317500" lvl="3" marL="1828800" rtl="0" algn="ctr">
              <a:spcBef>
                <a:spcPts val="1600"/>
              </a:spcBef>
              <a:spcAft>
                <a:spcPts val="0"/>
              </a:spcAft>
              <a:buClr>
                <a:srgbClr val="404040"/>
              </a:buClr>
              <a:buSzPts val="1400"/>
              <a:buChar char="●"/>
              <a:defRPr>
                <a:solidFill>
                  <a:srgbClr val="404040"/>
                </a:solidFill>
              </a:defRPr>
            </a:lvl4pPr>
            <a:lvl5pPr indent="-317500" lvl="4" marL="2286000" rtl="0" algn="ctr">
              <a:spcBef>
                <a:spcPts val="1600"/>
              </a:spcBef>
              <a:spcAft>
                <a:spcPts val="0"/>
              </a:spcAft>
              <a:buClr>
                <a:srgbClr val="404040"/>
              </a:buClr>
              <a:buSzPts val="1400"/>
              <a:buChar char="○"/>
              <a:defRPr>
                <a:solidFill>
                  <a:srgbClr val="404040"/>
                </a:solidFill>
              </a:defRPr>
            </a:lvl5pPr>
            <a:lvl6pPr indent="-317500" lvl="5" marL="2743200" rtl="0" algn="ctr">
              <a:spcBef>
                <a:spcPts val="1600"/>
              </a:spcBef>
              <a:spcAft>
                <a:spcPts val="0"/>
              </a:spcAft>
              <a:buClr>
                <a:srgbClr val="404040"/>
              </a:buClr>
              <a:buSzPts val="1400"/>
              <a:buChar char="■"/>
              <a:defRPr>
                <a:solidFill>
                  <a:srgbClr val="404040"/>
                </a:solidFill>
              </a:defRPr>
            </a:lvl6pPr>
            <a:lvl7pPr indent="-317500" lvl="6" marL="3200400" rtl="0" algn="ctr">
              <a:spcBef>
                <a:spcPts val="1600"/>
              </a:spcBef>
              <a:spcAft>
                <a:spcPts val="0"/>
              </a:spcAft>
              <a:buClr>
                <a:srgbClr val="404040"/>
              </a:buClr>
              <a:buSzPts val="1400"/>
              <a:buChar char="●"/>
              <a:defRPr>
                <a:solidFill>
                  <a:srgbClr val="404040"/>
                </a:solidFill>
              </a:defRPr>
            </a:lvl7pPr>
            <a:lvl8pPr indent="-317500" lvl="7" marL="3657600" rtl="0" algn="ctr">
              <a:spcBef>
                <a:spcPts val="1600"/>
              </a:spcBef>
              <a:spcAft>
                <a:spcPts val="0"/>
              </a:spcAft>
              <a:buClr>
                <a:srgbClr val="404040"/>
              </a:buClr>
              <a:buSzPts val="1400"/>
              <a:buChar char="○"/>
              <a:defRPr>
                <a:solidFill>
                  <a:srgbClr val="404040"/>
                </a:solidFill>
              </a:defRPr>
            </a:lvl8pPr>
            <a:lvl9pPr indent="-317500" lvl="8" marL="4114800" rtl="0" algn="ctr">
              <a:spcBef>
                <a:spcPts val="1600"/>
              </a:spcBef>
              <a:spcAft>
                <a:spcPts val="1600"/>
              </a:spcAft>
              <a:buClr>
                <a:srgbClr val="404040"/>
              </a:buClr>
              <a:buSzPts val="1400"/>
              <a:buChar char="■"/>
              <a:defRPr>
                <a:solidFill>
                  <a:srgbClr val="404040"/>
                </a:solidFill>
              </a:defRPr>
            </a:lvl9pPr>
          </a:lstStyle>
          <a:p/>
        </p:txBody>
      </p:sp>
      <p:sp>
        <p:nvSpPr>
          <p:cNvPr id="194" name="Google Shape;194;p38"/>
          <p:cNvSpPr txBox="1"/>
          <p:nvPr>
            <p:ph hasCustomPrompt="1" idx="2" type="title"/>
          </p:nvPr>
        </p:nvSpPr>
        <p:spPr>
          <a:xfrm>
            <a:off x="3471300" y="1269103"/>
            <a:ext cx="2201400" cy="16485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670506"/>
              </a:buClr>
              <a:buSzPts val="6000"/>
              <a:buNone/>
              <a:defRPr b="1" sz="6000">
                <a:solidFill>
                  <a:srgbClr val="670506"/>
                </a:solidFill>
              </a:defRPr>
            </a:lvl1pPr>
            <a:lvl2pPr lvl="1" rtl="0" algn="ctr">
              <a:spcBef>
                <a:spcPts val="0"/>
              </a:spcBef>
              <a:spcAft>
                <a:spcPts val="0"/>
              </a:spcAft>
              <a:buClr>
                <a:srgbClr val="670506"/>
              </a:buClr>
              <a:buSzPts val="6000"/>
              <a:buNone/>
              <a:defRPr sz="6000">
                <a:solidFill>
                  <a:srgbClr val="670506"/>
                </a:solidFill>
              </a:defRPr>
            </a:lvl2pPr>
            <a:lvl3pPr lvl="2" rtl="0" algn="ctr">
              <a:spcBef>
                <a:spcPts val="0"/>
              </a:spcBef>
              <a:spcAft>
                <a:spcPts val="0"/>
              </a:spcAft>
              <a:buClr>
                <a:srgbClr val="670506"/>
              </a:buClr>
              <a:buSzPts val="6000"/>
              <a:buNone/>
              <a:defRPr sz="6000">
                <a:solidFill>
                  <a:srgbClr val="670506"/>
                </a:solidFill>
              </a:defRPr>
            </a:lvl3pPr>
            <a:lvl4pPr lvl="3" rtl="0" algn="ctr">
              <a:spcBef>
                <a:spcPts val="0"/>
              </a:spcBef>
              <a:spcAft>
                <a:spcPts val="0"/>
              </a:spcAft>
              <a:buClr>
                <a:srgbClr val="670506"/>
              </a:buClr>
              <a:buSzPts val="6000"/>
              <a:buNone/>
              <a:defRPr sz="6000">
                <a:solidFill>
                  <a:srgbClr val="670506"/>
                </a:solidFill>
              </a:defRPr>
            </a:lvl4pPr>
            <a:lvl5pPr lvl="4" rtl="0" algn="ctr">
              <a:spcBef>
                <a:spcPts val="0"/>
              </a:spcBef>
              <a:spcAft>
                <a:spcPts val="0"/>
              </a:spcAft>
              <a:buClr>
                <a:srgbClr val="670506"/>
              </a:buClr>
              <a:buSzPts val="6000"/>
              <a:buNone/>
              <a:defRPr sz="6000">
                <a:solidFill>
                  <a:srgbClr val="670506"/>
                </a:solidFill>
              </a:defRPr>
            </a:lvl5pPr>
            <a:lvl6pPr lvl="5" rtl="0" algn="ctr">
              <a:spcBef>
                <a:spcPts val="0"/>
              </a:spcBef>
              <a:spcAft>
                <a:spcPts val="0"/>
              </a:spcAft>
              <a:buClr>
                <a:srgbClr val="670506"/>
              </a:buClr>
              <a:buSzPts val="6000"/>
              <a:buNone/>
              <a:defRPr sz="6000">
                <a:solidFill>
                  <a:srgbClr val="670506"/>
                </a:solidFill>
              </a:defRPr>
            </a:lvl6pPr>
            <a:lvl7pPr lvl="6" rtl="0" algn="ctr">
              <a:spcBef>
                <a:spcPts val="0"/>
              </a:spcBef>
              <a:spcAft>
                <a:spcPts val="0"/>
              </a:spcAft>
              <a:buClr>
                <a:srgbClr val="670506"/>
              </a:buClr>
              <a:buSzPts val="6000"/>
              <a:buNone/>
              <a:defRPr sz="6000">
                <a:solidFill>
                  <a:srgbClr val="670506"/>
                </a:solidFill>
              </a:defRPr>
            </a:lvl7pPr>
            <a:lvl8pPr lvl="7" rtl="0" algn="ctr">
              <a:spcBef>
                <a:spcPts val="0"/>
              </a:spcBef>
              <a:spcAft>
                <a:spcPts val="0"/>
              </a:spcAft>
              <a:buClr>
                <a:srgbClr val="670506"/>
              </a:buClr>
              <a:buSzPts val="6000"/>
              <a:buNone/>
              <a:defRPr sz="6000">
                <a:solidFill>
                  <a:srgbClr val="670506"/>
                </a:solidFill>
              </a:defRPr>
            </a:lvl8pPr>
            <a:lvl9pPr lvl="8" rtl="0" algn="ctr">
              <a:spcBef>
                <a:spcPts val="0"/>
              </a:spcBef>
              <a:spcAft>
                <a:spcPts val="0"/>
              </a:spcAft>
              <a:buClr>
                <a:srgbClr val="670506"/>
              </a:buClr>
              <a:buSzPts val="6000"/>
              <a:buNone/>
              <a:defRPr sz="6000">
                <a:solidFill>
                  <a:srgbClr val="670506"/>
                </a:solidFill>
              </a:defRPr>
            </a:lvl9pPr>
          </a:lstStyle>
          <a:p>
            <a:r>
              <a:t>xx%</a:t>
            </a:r>
          </a:p>
        </p:txBody>
      </p:sp>
      <p:sp>
        <p:nvSpPr>
          <p:cNvPr id="195" name="Google Shape;195;p38"/>
          <p:cNvSpPr txBox="1"/>
          <p:nvPr>
            <p:ph idx="3" type="body"/>
          </p:nvPr>
        </p:nvSpPr>
        <p:spPr>
          <a:xfrm>
            <a:off x="3471300" y="2934203"/>
            <a:ext cx="2201400" cy="990300"/>
          </a:xfrm>
          <a:prstGeom prst="rect">
            <a:avLst/>
          </a:prstGeom>
        </p:spPr>
        <p:txBody>
          <a:bodyPr anchorCtr="0" anchor="t" bIns="91425" lIns="91425" spcFirstLastPara="1" rIns="91425" wrap="square" tIns="91425">
            <a:noAutofit/>
          </a:bodyPr>
          <a:lstStyle>
            <a:lvl1pPr indent="-330200" lvl="0" marL="457200" rtl="0" algn="ctr">
              <a:spcBef>
                <a:spcPts val="0"/>
              </a:spcBef>
              <a:spcAft>
                <a:spcPts val="0"/>
              </a:spcAft>
              <a:buClr>
                <a:srgbClr val="404040"/>
              </a:buClr>
              <a:buSzPts val="1600"/>
              <a:buChar char="●"/>
              <a:defRPr>
                <a:solidFill>
                  <a:srgbClr val="404040"/>
                </a:solidFill>
              </a:defRPr>
            </a:lvl1pPr>
            <a:lvl2pPr indent="-317500" lvl="1" marL="914400" rtl="0" algn="ctr">
              <a:spcBef>
                <a:spcPts val="1600"/>
              </a:spcBef>
              <a:spcAft>
                <a:spcPts val="0"/>
              </a:spcAft>
              <a:buClr>
                <a:srgbClr val="404040"/>
              </a:buClr>
              <a:buSzPts val="1400"/>
              <a:buChar char="○"/>
              <a:defRPr>
                <a:solidFill>
                  <a:srgbClr val="404040"/>
                </a:solidFill>
              </a:defRPr>
            </a:lvl2pPr>
            <a:lvl3pPr indent="-317500" lvl="2" marL="1371600" rtl="0" algn="ctr">
              <a:spcBef>
                <a:spcPts val="1600"/>
              </a:spcBef>
              <a:spcAft>
                <a:spcPts val="0"/>
              </a:spcAft>
              <a:buClr>
                <a:srgbClr val="404040"/>
              </a:buClr>
              <a:buSzPts val="1400"/>
              <a:buChar char="■"/>
              <a:defRPr>
                <a:solidFill>
                  <a:srgbClr val="404040"/>
                </a:solidFill>
              </a:defRPr>
            </a:lvl3pPr>
            <a:lvl4pPr indent="-317500" lvl="3" marL="1828800" rtl="0" algn="ctr">
              <a:spcBef>
                <a:spcPts val="1600"/>
              </a:spcBef>
              <a:spcAft>
                <a:spcPts val="0"/>
              </a:spcAft>
              <a:buClr>
                <a:srgbClr val="404040"/>
              </a:buClr>
              <a:buSzPts val="1400"/>
              <a:buChar char="●"/>
              <a:defRPr>
                <a:solidFill>
                  <a:srgbClr val="404040"/>
                </a:solidFill>
              </a:defRPr>
            </a:lvl4pPr>
            <a:lvl5pPr indent="-317500" lvl="4" marL="2286000" rtl="0" algn="ctr">
              <a:spcBef>
                <a:spcPts val="1600"/>
              </a:spcBef>
              <a:spcAft>
                <a:spcPts val="0"/>
              </a:spcAft>
              <a:buClr>
                <a:srgbClr val="404040"/>
              </a:buClr>
              <a:buSzPts val="1400"/>
              <a:buChar char="○"/>
              <a:defRPr>
                <a:solidFill>
                  <a:srgbClr val="404040"/>
                </a:solidFill>
              </a:defRPr>
            </a:lvl5pPr>
            <a:lvl6pPr indent="-317500" lvl="5" marL="2743200" rtl="0" algn="ctr">
              <a:spcBef>
                <a:spcPts val="1600"/>
              </a:spcBef>
              <a:spcAft>
                <a:spcPts val="0"/>
              </a:spcAft>
              <a:buClr>
                <a:srgbClr val="404040"/>
              </a:buClr>
              <a:buSzPts val="1400"/>
              <a:buChar char="■"/>
              <a:defRPr>
                <a:solidFill>
                  <a:srgbClr val="404040"/>
                </a:solidFill>
              </a:defRPr>
            </a:lvl6pPr>
            <a:lvl7pPr indent="-317500" lvl="6" marL="3200400" rtl="0" algn="ctr">
              <a:spcBef>
                <a:spcPts val="1600"/>
              </a:spcBef>
              <a:spcAft>
                <a:spcPts val="0"/>
              </a:spcAft>
              <a:buClr>
                <a:srgbClr val="404040"/>
              </a:buClr>
              <a:buSzPts val="1400"/>
              <a:buChar char="●"/>
              <a:defRPr>
                <a:solidFill>
                  <a:srgbClr val="404040"/>
                </a:solidFill>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96" name="Google Shape;196;p38"/>
          <p:cNvSpPr txBox="1"/>
          <p:nvPr>
            <p:ph hasCustomPrompt="1" idx="4" type="title"/>
          </p:nvPr>
        </p:nvSpPr>
        <p:spPr>
          <a:xfrm>
            <a:off x="6430425" y="1269103"/>
            <a:ext cx="2201400" cy="16485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670506"/>
              </a:buClr>
              <a:buSzPts val="6000"/>
              <a:buNone/>
              <a:defRPr b="1" sz="6000">
                <a:solidFill>
                  <a:srgbClr val="670506"/>
                </a:solidFill>
              </a:defRPr>
            </a:lvl1pPr>
            <a:lvl2pPr lvl="1" rtl="0" algn="ctr">
              <a:spcBef>
                <a:spcPts val="0"/>
              </a:spcBef>
              <a:spcAft>
                <a:spcPts val="0"/>
              </a:spcAft>
              <a:buClr>
                <a:srgbClr val="670506"/>
              </a:buClr>
              <a:buSzPts val="6000"/>
              <a:buNone/>
              <a:defRPr sz="6000">
                <a:solidFill>
                  <a:srgbClr val="670506"/>
                </a:solidFill>
              </a:defRPr>
            </a:lvl2pPr>
            <a:lvl3pPr lvl="2" rtl="0" algn="ctr">
              <a:spcBef>
                <a:spcPts val="0"/>
              </a:spcBef>
              <a:spcAft>
                <a:spcPts val="0"/>
              </a:spcAft>
              <a:buClr>
                <a:srgbClr val="670506"/>
              </a:buClr>
              <a:buSzPts val="6000"/>
              <a:buNone/>
              <a:defRPr sz="6000">
                <a:solidFill>
                  <a:srgbClr val="670506"/>
                </a:solidFill>
              </a:defRPr>
            </a:lvl3pPr>
            <a:lvl4pPr lvl="3" rtl="0" algn="ctr">
              <a:spcBef>
                <a:spcPts val="0"/>
              </a:spcBef>
              <a:spcAft>
                <a:spcPts val="0"/>
              </a:spcAft>
              <a:buClr>
                <a:srgbClr val="670506"/>
              </a:buClr>
              <a:buSzPts val="6000"/>
              <a:buNone/>
              <a:defRPr sz="6000">
                <a:solidFill>
                  <a:srgbClr val="670506"/>
                </a:solidFill>
              </a:defRPr>
            </a:lvl4pPr>
            <a:lvl5pPr lvl="4" rtl="0" algn="ctr">
              <a:spcBef>
                <a:spcPts val="0"/>
              </a:spcBef>
              <a:spcAft>
                <a:spcPts val="0"/>
              </a:spcAft>
              <a:buClr>
                <a:srgbClr val="670506"/>
              </a:buClr>
              <a:buSzPts val="6000"/>
              <a:buNone/>
              <a:defRPr sz="6000">
                <a:solidFill>
                  <a:srgbClr val="670506"/>
                </a:solidFill>
              </a:defRPr>
            </a:lvl5pPr>
            <a:lvl6pPr lvl="5" rtl="0" algn="ctr">
              <a:spcBef>
                <a:spcPts val="0"/>
              </a:spcBef>
              <a:spcAft>
                <a:spcPts val="0"/>
              </a:spcAft>
              <a:buClr>
                <a:srgbClr val="670506"/>
              </a:buClr>
              <a:buSzPts val="6000"/>
              <a:buNone/>
              <a:defRPr sz="6000">
                <a:solidFill>
                  <a:srgbClr val="670506"/>
                </a:solidFill>
              </a:defRPr>
            </a:lvl6pPr>
            <a:lvl7pPr lvl="6" rtl="0" algn="ctr">
              <a:spcBef>
                <a:spcPts val="0"/>
              </a:spcBef>
              <a:spcAft>
                <a:spcPts val="0"/>
              </a:spcAft>
              <a:buClr>
                <a:srgbClr val="670506"/>
              </a:buClr>
              <a:buSzPts val="6000"/>
              <a:buNone/>
              <a:defRPr sz="6000">
                <a:solidFill>
                  <a:srgbClr val="670506"/>
                </a:solidFill>
              </a:defRPr>
            </a:lvl7pPr>
            <a:lvl8pPr lvl="7" rtl="0" algn="ctr">
              <a:spcBef>
                <a:spcPts val="0"/>
              </a:spcBef>
              <a:spcAft>
                <a:spcPts val="0"/>
              </a:spcAft>
              <a:buClr>
                <a:srgbClr val="670506"/>
              </a:buClr>
              <a:buSzPts val="6000"/>
              <a:buNone/>
              <a:defRPr sz="6000">
                <a:solidFill>
                  <a:srgbClr val="670506"/>
                </a:solidFill>
              </a:defRPr>
            </a:lvl8pPr>
            <a:lvl9pPr lvl="8" rtl="0" algn="ctr">
              <a:spcBef>
                <a:spcPts val="0"/>
              </a:spcBef>
              <a:spcAft>
                <a:spcPts val="0"/>
              </a:spcAft>
              <a:buClr>
                <a:srgbClr val="670506"/>
              </a:buClr>
              <a:buSzPts val="6000"/>
              <a:buNone/>
              <a:defRPr sz="6000">
                <a:solidFill>
                  <a:srgbClr val="670506"/>
                </a:solidFill>
              </a:defRPr>
            </a:lvl9pPr>
          </a:lstStyle>
          <a:p>
            <a:r>
              <a:t>xx%</a:t>
            </a:r>
          </a:p>
        </p:txBody>
      </p:sp>
      <p:sp>
        <p:nvSpPr>
          <p:cNvPr id="197" name="Google Shape;197;p38"/>
          <p:cNvSpPr txBox="1"/>
          <p:nvPr>
            <p:ph idx="5" type="body"/>
          </p:nvPr>
        </p:nvSpPr>
        <p:spPr>
          <a:xfrm>
            <a:off x="6430425" y="2934203"/>
            <a:ext cx="2201400" cy="990300"/>
          </a:xfrm>
          <a:prstGeom prst="rect">
            <a:avLst/>
          </a:prstGeom>
        </p:spPr>
        <p:txBody>
          <a:bodyPr anchorCtr="0" anchor="t" bIns="91425" lIns="91425" spcFirstLastPara="1" rIns="91425" wrap="square" tIns="91425">
            <a:noAutofit/>
          </a:bodyPr>
          <a:lstStyle>
            <a:lvl1pPr indent="-330200" lvl="0" marL="457200" rtl="0" algn="ctr">
              <a:spcBef>
                <a:spcPts val="0"/>
              </a:spcBef>
              <a:spcAft>
                <a:spcPts val="0"/>
              </a:spcAft>
              <a:buClr>
                <a:srgbClr val="404040"/>
              </a:buClr>
              <a:buSzPts val="1600"/>
              <a:buChar char="●"/>
              <a:defRPr>
                <a:solidFill>
                  <a:srgbClr val="404040"/>
                </a:solidFill>
              </a:defRPr>
            </a:lvl1pPr>
            <a:lvl2pPr indent="-317500" lvl="1" marL="914400" rtl="0" algn="ctr">
              <a:spcBef>
                <a:spcPts val="1600"/>
              </a:spcBef>
              <a:spcAft>
                <a:spcPts val="0"/>
              </a:spcAft>
              <a:buClr>
                <a:srgbClr val="404040"/>
              </a:buClr>
              <a:buSzPts val="1400"/>
              <a:buChar char="○"/>
              <a:defRPr>
                <a:solidFill>
                  <a:srgbClr val="404040"/>
                </a:solidFill>
              </a:defRPr>
            </a:lvl2pPr>
            <a:lvl3pPr indent="-317500" lvl="2" marL="1371600" rtl="0" algn="ctr">
              <a:spcBef>
                <a:spcPts val="1600"/>
              </a:spcBef>
              <a:spcAft>
                <a:spcPts val="0"/>
              </a:spcAft>
              <a:buClr>
                <a:srgbClr val="404040"/>
              </a:buClr>
              <a:buSzPts val="1400"/>
              <a:buChar char="■"/>
              <a:defRPr>
                <a:solidFill>
                  <a:srgbClr val="404040"/>
                </a:solidFill>
              </a:defRPr>
            </a:lvl3pPr>
            <a:lvl4pPr indent="-317500" lvl="3" marL="1828800" rtl="0" algn="ctr">
              <a:spcBef>
                <a:spcPts val="1600"/>
              </a:spcBef>
              <a:spcAft>
                <a:spcPts val="0"/>
              </a:spcAft>
              <a:buClr>
                <a:srgbClr val="404040"/>
              </a:buClr>
              <a:buSzPts val="1400"/>
              <a:buChar char="●"/>
              <a:defRPr>
                <a:solidFill>
                  <a:srgbClr val="404040"/>
                </a:solidFill>
              </a:defRPr>
            </a:lvl4pPr>
            <a:lvl5pPr indent="-317500" lvl="4" marL="2286000" rtl="0" algn="ctr">
              <a:spcBef>
                <a:spcPts val="1600"/>
              </a:spcBef>
              <a:spcAft>
                <a:spcPts val="0"/>
              </a:spcAft>
              <a:buClr>
                <a:srgbClr val="404040"/>
              </a:buClr>
              <a:buSzPts val="1400"/>
              <a:buChar char="○"/>
              <a:defRPr>
                <a:solidFill>
                  <a:srgbClr val="404040"/>
                </a:solidFill>
              </a:defRPr>
            </a:lvl5pPr>
            <a:lvl6pPr indent="-317500" lvl="5" marL="2743200" rtl="0" algn="ctr">
              <a:spcBef>
                <a:spcPts val="1600"/>
              </a:spcBef>
              <a:spcAft>
                <a:spcPts val="0"/>
              </a:spcAft>
              <a:buClr>
                <a:srgbClr val="404040"/>
              </a:buClr>
              <a:buSzPts val="1400"/>
              <a:buChar char="■"/>
              <a:defRPr>
                <a:solidFill>
                  <a:srgbClr val="404040"/>
                </a:solidFill>
              </a:defRPr>
            </a:lvl6pPr>
            <a:lvl7pPr indent="-317500" lvl="6" marL="3200400" rtl="0" algn="ctr">
              <a:spcBef>
                <a:spcPts val="1600"/>
              </a:spcBef>
              <a:spcAft>
                <a:spcPts val="0"/>
              </a:spcAft>
              <a:buClr>
                <a:srgbClr val="404040"/>
              </a:buClr>
              <a:buSzPts val="1400"/>
              <a:buChar char="●"/>
              <a:defRPr>
                <a:solidFill>
                  <a:srgbClr val="404040"/>
                </a:solidFill>
              </a:defRPr>
            </a:lvl7pPr>
            <a:lvl8pPr indent="-317500" lvl="7" marL="3657600" rtl="0" algn="ctr">
              <a:spcBef>
                <a:spcPts val="1600"/>
              </a:spcBef>
              <a:spcAft>
                <a:spcPts val="0"/>
              </a:spcAft>
              <a:buClr>
                <a:srgbClr val="404040"/>
              </a:buClr>
              <a:buSzPts val="1400"/>
              <a:buChar char="○"/>
              <a:defRPr>
                <a:solidFill>
                  <a:srgbClr val="404040"/>
                </a:solidFill>
              </a:defRPr>
            </a:lvl8pPr>
            <a:lvl9pPr indent="-317500" lvl="8" marL="4114800" rtl="0" algn="ctr">
              <a:spcBef>
                <a:spcPts val="1600"/>
              </a:spcBef>
              <a:spcAft>
                <a:spcPts val="1600"/>
              </a:spcAft>
              <a:buClr>
                <a:srgbClr val="404040"/>
              </a:buClr>
              <a:buSzPts val="1400"/>
              <a:buChar char="■"/>
              <a:defRPr>
                <a:solidFill>
                  <a:srgbClr val="404040"/>
                </a:solidFill>
              </a:defRPr>
            </a:lvl9pPr>
          </a:lstStyle>
          <a:p/>
        </p:txBody>
      </p:sp>
      <p:sp>
        <p:nvSpPr>
          <p:cNvPr id="198" name="Google Shape;198;p38"/>
          <p:cNvSpPr txBox="1"/>
          <p:nvPr>
            <p:ph idx="6" type="title"/>
          </p:nvPr>
        </p:nvSpPr>
        <p:spPr>
          <a:xfrm>
            <a:off x="455417" y="400350"/>
            <a:ext cx="8727000" cy="4659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sz="2400">
                <a:solidFill>
                  <a:srgbClr val="3B0304"/>
                </a:solidFill>
              </a:defRPr>
            </a:lvl1pPr>
            <a:lvl2pPr lvl="1" rtl="0">
              <a:spcBef>
                <a:spcPts val="0"/>
              </a:spcBef>
              <a:spcAft>
                <a:spcPts val="0"/>
              </a:spcAft>
              <a:buNone/>
              <a:defRPr b="1" sz="2400">
                <a:solidFill>
                  <a:srgbClr val="3B0304"/>
                </a:solidFill>
              </a:defRPr>
            </a:lvl2pPr>
            <a:lvl3pPr lvl="2" rtl="0">
              <a:spcBef>
                <a:spcPts val="0"/>
              </a:spcBef>
              <a:spcAft>
                <a:spcPts val="0"/>
              </a:spcAft>
              <a:buNone/>
              <a:defRPr b="1" sz="2400">
                <a:solidFill>
                  <a:srgbClr val="3B0304"/>
                </a:solidFill>
              </a:defRPr>
            </a:lvl3pPr>
            <a:lvl4pPr lvl="3" rtl="0">
              <a:spcBef>
                <a:spcPts val="0"/>
              </a:spcBef>
              <a:spcAft>
                <a:spcPts val="0"/>
              </a:spcAft>
              <a:buNone/>
              <a:defRPr b="1" sz="2400">
                <a:solidFill>
                  <a:srgbClr val="3B0304"/>
                </a:solidFill>
              </a:defRPr>
            </a:lvl4pPr>
            <a:lvl5pPr lvl="4" rtl="0">
              <a:spcBef>
                <a:spcPts val="0"/>
              </a:spcBef>
              <a:spcAft>
                <a:spcPts val="0"/>
              </a:spcAft>
              <a:buNone/>
              <a:defRPr b="1" sz="2400">
                <a:solidFill>
                  <a:srgbClr val="3B0304"/>
                </a:solidFill>
              </a:defRPr>
            </a:lvl5pPr>
            <a:lvl6pPr lvl="5" rtl="0">
              <a:spcBef>
                <a:spcPts val="0"/>
              </a:spcBef>
              <a:spcAft>
                <a:spcPts val="0"/>
              </a:spcAft>
              <a:buNone/>
              <a:defRPr b="1" sz="2400">
                <a:solidFill>
                  <a:srgbClr val="3B0304"/>
                </a:solidFill>
              </a:defRPr>
            </a:lvl6pPr>
            <a:lvl7pPr lvl="6" rtl="0">
              <a:spcBef>
                <a:spcPts val="0"/>
              </a:spcBef>
              <a:spcAft>
                <a:spcPts val="0"/>
              </a:spcAft>
              <a:buNone/>
              <a:defRPr b="1" sz="2400">
                <a:solidFill>
                  <a:srgbClr val="3B0304"/>
                </a:solidFill>
              </a:defRPr>
            </a:lvl7pPr>
            <a:lvl8pPr lvl="7" rtl="0">
              <a:spcBef>
                <a:spcPts val="0"/>
              </a:spcBef>
              <a:spcAft>
                <a:spcPts val="0"/>
              </a:spcAft>
              <a:buNone/>
              <a:defRPr b="1" sz="2400">
                <a:solidFill>
                  <a:srgbClr val="3B0304"/>
                </a:solidFill>
              </a:defRPr>
            </a:lvl8pPr>
            <a:lvl9pPr lvl="8" rtl="0">
              <a:spcBef>
                <a:spcPts val="0"/>
              </a:spcBef>
              <a:spcAft>
                <a:spcPts val="0"/>
              </a:spcAft>
              <a:buNone/>
              <a:defRPr b="1" sz="2400">
                <a:solidFill>
                  <a:srgbClr val="3B0304"/>
                </a:solidFill>
              </a:defRPr>
            </a:lvl9pPr>
          </a:lstStyle>
          <a:p/>
        </p:txBody>
      </p:sp>
      <p:sp>
        <p:nvSpPr>
          <p:cNvPr id="199" name="Google Shape;199;p38"/>
          <p:cNvSpPr txBox="1"/>
          <p:nvPr>
            <p:ph idx="7" type="subTitle"/>
          </p:nvPr>
        </p:nvSpPr>
        <p:spPr>
          <a:xfrm>
            <a:off x="476442" y="811938"/>
            <a:ext cx="8564400" cy="367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400">
                <a:solidFill>
                  <a:schemeClr val="dk2"/>
                </a:solidFill>
              </a:defRPr>
            </a:lvl1pPr>
            <a:lvl2pPr lvl="1" rtl="0">
              <a:spcBef>
                <a:spcPts val="1600"/>
              </a:spcBef>
              <a:spcAft>
                <a:spcPts val="0"/>
              </a:spcAft>
              <a:buNone/>
              <a:defRPr>
                <a:solidFill>
                  <a:schemeClr val="dk2"/>
                </a:solidFill>
              </a:defRPr>
            </a:lvl2pPr>
            <a:lvl3pPr lvl="2" rtl="0">
              <a:spcBef>
                <a:spcPts val="1600"/>
              </a:spcBef>
              <a:spcAft>
                <a:spcPts val="0"/>
              </a:spcAft>
              <a:buNone/>
              <a:defRPr>
                <a:solidFill>
                  <a:schemeClr val="dk2"/>
                </a:solidFill>
              </a:defRPr>
            </a:lvl3pPr>
            <a:lvl4pPr lvl="3" rtl="0">
              <a:spcBef>
                <a:spcPts val="1600"/>
              </a:spcBef>
              <a:spcAft>
                <a:spcPts val="0"/>
              </a:spcAft>
              <a:buNone/>
              <a:defRPr>
                <a:solidFill>
                  <a:schemeClr val="dk2"/>
                </a:solidFill>
              </a:defRPr>
            </a:lvl4pPr>
            <a:lvl5pPr lvl="4" rtl="0">
              <a:spcBef>
                <a:spcPts val="1600"/>
              </a:spcBef>
              <a:spcAft>
                <a:spcPts val="0"/>
              </a:spcAft>
              <a:buNone/>
              <a:defRPr>
                <a:solidFill>
                  <a:schemeClr val="dk2"/>
                </a:solidFill>
              </a:defRPr>
            </a:lvl5pPr>
            <a:lvl6pPr lvl="5" rtl="0">
              <a:spcBef>
                <a:spcPts val="1600"/>
              </a:spcBef>
              <a:spcAft>
                <a:spcPts val="0"/>
              </a:spcAft>
              <a:buNone/>
              <a:defRPr>
                <a:solidFill>
                  <a:schemeClr val="dk2"/>
                </a:solidFill>
              </a:defRPr>
            </a:lvl6pPr>
            <a:lvl7pPr lvl="6" rtl="0">
              <a:spcBef>
                <a:spcPts val="1600"/>
              </a:spcBef>
              <a:spcAft>
                <a:spcPts val="0"/>
              </a:spcAft>
              <a:buNone/>
              <a:defRPr>
                <a:solidFill>
                  <a:schemeClr val="dk2"/>
                </a:solidFill>
              </a:defRPr>
            </a:lvl7pPr>
            <a:lvl8pPr lvl="7" rtl="0">
              <a:spcBef>
                <a:spcPts val="1600"/>
              </a:spcBef>
              <a:spcAft>
                <a:spcPts val="0"/>
              </a:spcAft>
              <a:buNone/>
              <a:defRPr>
                <a:solidFill>
                  <a:schemeClr val="dk2"/>
                </a:solidFill>
              </a:defRPr>
            </a:lvl8pPr>
            <a:lvl9pPr lvl="8" rtl="0">
              <a:spcBef>
                <a:spcPts val="1600"/>
              </a:spcBef>
              <a:spcAft>
                <a:spcPts val="1600"/>
              </a:spcAft>
              <a:buNone/>
              <a:defRPr>
                <a:solidFill>
                  <a:schemeClr val="dk2"/>
                </a:solidFill>
              </a:defRPr>
            </a:lvl9pPr>
          </a:lstStyle>
          <a:p/>
        </p:txBody>
      </p:sp>
      <p:sp>
        <p:nvSpPr>
          <p:cNvPr id="200" name="Google Shape;200;p38"/>
          <p:cNvSpPr/>
          <p:nvPr/>
        </p:nvSpPr>
        <p:spPr>
          <a:xfrm>
            <a:off x="573700" y="1343210"/>
            <a:ext cx="953400" cy="53100"/>
          </a:xfrm>
          <a:prstGeom prst="rect">
            <a:avLst/>
          </a:prstGeom>
          <a:solidFill>
            <a:srgbClr val="6705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1" name="Google Shape;201;p38"/>
          <p:cNvPicPr preferRelativeResize="0"/>
          <p:nvPr/>
        </p:nvPicPr>
        <p:blipFill>
          <a:blip r:embed="rId2">
            <a:alphaModFix/>
          </a:blip>
          <a:stretch>
            <a:fillRect/>
          </a:stretch>
        </p:blipFill>
        <p:spPr>
          <a:xfrm>
            <a:off x="7461250" y="4693475"/>
            <a:ext cx="1486701" cy="246825"/>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rase destaque" type="titleOnly">
  <p:cSld name="TITLE_ONLY">
    <p:spTree>
      <p:nvGrpSpPr>
        <p:cNvPr id="202" name="Shape 202"/>
        <p:cNvGrpSpPr/>
        <p:nvPr/>
      </p:nvGrpSpPr>
      <p:grpSpPr>
        <a:xfrm>
          <a:off x="0" y="0"/>
          <a:ext cx="0" cy="0"/>
          <a:chOff x="0" y="0"/>
          <a:chExt cx="0" cy="0"/>
        </a:xfrm>
      </p:grpSpPr>
      <p:sp>
        <p:nvSpPr>
          <p:cNvPr id="203" name="Google Shape;203;p39"/>
          <p:cNvSpPr txBox="1"/>
          <p:nvPr>
            <p:ph type="title"/>
          </p:nvPr>
        </p:nvSpPr>
        <p:spPr>
          <a:xfrm>
            <a:off x="1099303" y="785100"/>
            <a:ext cx="7191000" cy="2096400"/>
          </a:xfrm>
          <a:prstGeom prst="rect">
            <a:avLst/>
          </a:prstGeom>
        </p:spPr>
        <p:txBody>
          <a:bodyPr anchorCtr="0" anchor="ctr" bIns="91425" lIns="91425" spcFirstLastPara="1" rIns="91425" wrap="square" tIns="91425">
            <a:noAutofit/>
          </a:bodyPr>
          <a:lstStyle>
            <a:lvl1pPr lvl="0" rtl="0">
              <a:spcBef>
                <a:spcPts val="0"/>
              </a:spcBef>
              <a:spcAft>
                <a:spcPts val="0"/>
              </a:spcAft>
              <a:buNone/>
              <a:defRPr b="1" sz="3800">
                <a:solidFill>
                  <a:srgbClr val="3B0304"/>
                </a:solidFill>
              </a:defRPr>
            </a:lvl1pPr>
            <a:lvl2pPr lvl="1" rtl="0">
              <a:spcBef>
                <a:spcPts val="0"/>
              </a:spcBef>
              <a:spcAft>
                <a:spcPts val="0"/>
              </a:spcAft>
              <a:buNone/>
              <a:defRPr>
                <a:solidFill>
                  <a:srgbClr val="3B0304"/>
                </a:solidFill>
              </a:defRPr>
            </a:lvl2pPr>
            <a:lvl3pPr lvl="2" rtl="0">
              <a:spcBef>
                <a:spcPts val="0"/>
              </a:spcBef>
              <a:spcAft>
                <a:spcPts val="0"/>
              </a:spcAft>
              <a:buNone/>
              <a:defRPr>
                <a:solidFill>
                  <a:srgbClr val="3B0304"/>
                </a:solidFill>
              </a:defRPr>
            </a:lvl3pPr>
            <a:lvl4pPr lvl="3" rtl="0">
              <a:spcBef>
                <a:spcPts val="0"/>
              </a:spcBef>
              <a:spcAft>
                <a:spcPts val="0"/>
              </a:spcAft>
              <a:buNone/>
              <a:defRPr>
                <a:solidFill>
                  <a:srgbClr val="3B0304"/>
                </a:solidFill>
              </a:defRPr>
            </a:lvl4pPr>
            <a:lvl5pPr lvl="4" rtl="0">
              <a:spcBef>
                <a:spcPts val="0"/>
              </a:spcBef>
              <a:spcAft>
                <a:spcPts val="0"/>
              </a:spcAft>
              <a:buNone/>
              <a:defRPr>
                <a:solidFill>
                  <a:srgbClr val="3B0304"/>
                </a:solidFill>
              </a:defRPr>
            </a:lvl5pPr>
            <a:lvl6pPr lvl="5" rtl="0">
              <a:spcBef>
                <a:spcPts val="0"/>
              </a:spcBef>
              <a:spcAft>
                <a:spcPts val="0"/>
              </a:spcAft>
              <a:buNone/>
              <a:defRPr>
                <a:solidFill>
                  <a:srgbClr val="3B0304"/>
                </a:solidFill>
              </a:defRPr>
            </a:lvl6pPr>
            <a:lvl7pPr lvl="6" rtl="0">
              <a:spcBef>
                <a:spcPts val="0"/>
              </a:spcBef>
              <a:spcAft>
                <a:spcPts val="0"/>
              </a:spcAft>
              <a:buNone/>
              <a:defRPr>
                <a:solidFill>
                  <a:srgbClr val="3B0304"/>
                </a:solidFill>
              </a:defRPr>
            </a:lvl7pPr>
            <a:lvl8pPr lvl="7" rtl="0">
              <a:spcBef>
                <a:spcPts val="0"/>
              </a:spcBef>
              <a:spcAft>
                <a:spcPts val="0"/>
              </a:spcAft>
              <a:buNone/>
              <a:defRPr>
                <a:solidFill>
                  <a:srgbClr val="3B0304"/>
                </a:solidFill>
              </a:defRPr>
            </a:lvl8pPr>
            <a:lvl9pPr lvl="8" rtl="0">
              <a:spcBef>
                <a:spcPts val="0"/>
              </a:spcBef>
              <a:spcAft>
                <a:spcPts val="0"/>
              </a:spcAft>
              <a:buNone/>
              <a:defRPr>
                <a:solidFill>
                  <a:srgbClr val="3B0304"/>
                </a:solidFill>
              </a:defRPr>
            </a:lvl9pPr>
          </a:lstStyle>
          <a:p/>
        </p:txBody>
      </p:sp>
      <p:sp>
        <p:nvSpPr>
          <p:cNvPr id="204" name="Google Shape;204;p39"/>
          <p:cNvSpPr txBox="1"/>
          <p:nvPr>
            <p:ph idx="1" type="subTitle"/>
          </p:nvPr>
        </p:nvSpPr>
        <p:spPr>
          <a:xfrm>
            <a:off x="1131367" y="2571241"/>
            <a:ext cx="8564400" cy="367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400">
                <a:solidFill>
                  <a:schemeClr val="dk2"/>
                </a:solidFill>
              </a:defRPr>
            </a:lvl1pPr>
            <a:lvl2pPr lvl="1" rtl="0">
              <a:spcBef>
                <a:spcPts val="1600"/>
              </a:spcBef>
              <a:spcAft>
                <a:spcPts val="0"/>
              </a:spcAft>
              <a:buNone/>
              <a:defRPr>
                <a:solidFill>
                  <a:schemeClr val="dk2"/>
                </a:solidFill>
              </a:defRPr>
            </a:lvl2pPr>
            <a:lvl3pPr lvl="2" rtl="0">
              <a:spcBef>
                <a:spcPts val="1600"/>
              </a:spcBef>
              <a:spcAft>
                <a:spcPts val="0"/>
              </a:spcAft>
              <a:buNone/>
              <a:defRPr>
                <a:solidFill>
                  <a:schemeClr val="dk2"/>
                </a:solidFill>
              </a:defRPr>
            </a:lvl3pPr>
            <a:lvl4pPr lvl="3" rtl="0">
              <a:spcBef>
                <a:spcPts val="1600"/>
              </a:spcBef>
              <a:spcAft>
                <a:spcPts val="0"/>
              </a:spcAft>
              <a:buNone/>
              <a:defRPr>
                <a:solidFill>
                  <a:schemeClr val="dk2"/>
                </a:solidFill>
              </a:defRPr>
            </a:lvl4pPr>
            <a:lvl5pPr lvl="4" rtl="0">
              <a:spcBef>
                <a:spcPts val="1600"/>
              </a:spcBef>
              <a:spcAft>
                <a:spcPts val="0"/>
              </a:spcAft>
              <a:buNone/>
              <a:defRPr>
                <a:solidFill>
                  <a:schemeClr val="dk2"/>
                </a:solidFill>
              </a:defRPr>
            </a:lvl5pPr>
            <a:lvl6pPr lvl="5" rtl="0">
              <a:spcBef>
                <a:spcPts val="1600"/>
              </a:spcBef>
              <a:spcAft>
                <a:spcPts val="0"/>
              </a:spcAft>
              <a:buNone/>
              <a:defRPr>
                <a:solidFill>
                  <a:schemeClr val="dk2"/>
                </a:solidFill>
              </a:defRPr>
            </a:lvl6pPr>
            <a:lvl7pPr lvl="6" rtl="0">
              <a:spcBef>
                <a:spcPts val="1600"/>
              </a:spcBef>
              <a:spcAft>
                <a:spcPts val="0"/>
              </a:spcAft>
              <a:buNone/>
              <a:defRPr>
                <a:solidFill>
                  <a:schemeClr val="dk2"/>
                </a:solidFill>
              </a:defRPr>
            </a:lvl7pPr>
            <a:lvl8pPr lvl="7" rtl="0">
              <a:spcBef>
                <a:spcPts val="1600"/>
              </a:spcBef>
              <a:spcAft>
                <a:spcPts val="0"/>
              </a:spcAft>
              <a:buNone/>
              <a:defRPr>
                <a:solidFill>
                  <a:schemeClr val="dk2"/>
                </a:solidFill>
              </a:defRPr>
            </a:lvl8pPr>
            <a:lvl9pPr lvl="8" rtl="0">
              <a:spcBef>
                <a:spcPts val="1600"/>
              </a:spcBef>
              <a:spcAft>
                <a:spcPts val="1600"/>
              </a:spcAft>
              <a:buNone/>
              <a:defRPr>
                <a:solidFill>
                  <a:schemeClr val="dk2"/>
                </a:solidFill>
              </a:defRPr>
            </a:lvl9pPr>
          </a:lstStyle>
          <a:p/>
        </p:txBody>
      </p:sp>
      <p:sp>
        <p:nvSpPr>
          <p:cNvPr id="205" name="Google Shape;205;p39"/>
          <p:cNvSpPr/>
          <p:nvPr/>
        </p:nvSpPr>
        <p:spPr>
          <a:xfrm>
            <a:off x="1226846" y="3109509"/>
            <a:ext cx="953400" cy="53100"/>
          </a:xfrm>
          <a:prstGeom prst="rect">
            <a:avLst/>
          </a:prstGeom>
          <a:solidFill>
            <a:srgbClr val="6705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6" name="Google Shape;206;p39"/>
          <p:cNvPicPr preferRelativeResize="0"/>
          <p:nvPr/>
        </p:nvPicPr>
        <p:blipFill>
          <a:blip r:embed="rId2">
            <a:alphaModFix/>
          </a:blip>
          <a:stretch>
            <a:fillRect/>
          </a:stretch>
        </p:blipFill>
        <p:spPr>
          <a:xfrm>
            <a:off x="7461250" y="4693475"/>
            <a:ext cx="1486701" cy="246825"/>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da seção com descrição">
  <p:cSld name="SECTION_TITLE_AND_DESCRIPTION">
    <p:spTree>
      <p:nvGrpSpPr>
        <p:cNvPr id="207" name="Shape 207"/>
        <p:cNvGrpSpPr/>
        <p:nvPr/>
      </p:nvGrpSpPr>
      <p:grpSpPr>
        <a:xfrm>
          <a:off x="0" y="0"/>
          <a:ext cx="0" cy="0"/>
          <a:chOff x="0" y="0"/>
          <a:chExt cx="0" cy="0"/>
        </a:xfrm>
      </p:grpSpPr>
      <p:sp>
        <p:nvSpPr>
          <p:cNvPr id="208" name="Google Shape;208;p40"/>
          <p:cNvSpPr/>
          <p:nvPr/>
        </p:nvSpPr>
        <p:spPr>
          <a:xfrm>
            <a:off x="4572000" y="-125"/>
            <a:ext cx="4572000" cy="5143500"/>
          </a:xfrm>
          <a:prstGeom prst="rect">
            <a:avLst/>
          </a:prstGeom>
          <a:solidFill>
            <a:srgbClr val="670506">
              <a:alpha val="2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8EBF1"/>
              </a:solidFill>
            </a:endParaRPr>
          </a:p>
        </p:txBody>
      </p:sp>
      <p:sp>
        <p:nvSpPr>
          <p:cNvPr id="209" name="Google Shape;209;p40"/>
          <p:cNvSpPr txBox="1"/>
          <p:nvPr>
            <p:ph type="title"/>
          </p:nvPr>
        </p:nvSpPr>
        <p:spPr>
          <a:xfrm>
            <a:off x="265500" y="14617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3B0304"/>
              </a:buClr>
              <a:buSzPts val="3800"/>
              <a:buNone/>
              <a:defRPr b="1" sz="3800">
                <a:solidFill>
                  <a:srgbClr val="3B0304"/>
                </a:solidFill>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210" name="Google Shape;210;p40"/>
          <p:cNvSpPr txBox="1"/>
          <p:nvPr>
            <p:ph idx="1" type="subTitle"/>
          </p:nvPr>
        </p:nvSpPr>
        <p:spPr>
          <a:xfrm>
            <a:off x="339600" y="2989350"/>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800"/>
              <a:buNone/>
              <a:defRPr sz="1800">
                <a:solidFill>
                  <a:schemeClr val="dk2"/>
                </a:solidFill>
              </a:defRPr>
            </a:lvl1pPr>
            <a:lvl2pPr lvl="1" rtl="0" algn="ctr">
              <a:lnSpc>
                <a:spcPct val="100000"/>
              </a:lnSpc>
              <a:spcBef>
                <a:spcPts val="0"/>
              </a:spcBef>
              <a:spcAft>
                <a:spcPts val="0"/>
              </a:spcAft>
              <a:buClr>
                <a:schemeClr val="dk2"/>
              </a:buClr>
              <a:buSzPts val="2100"/>
              <a:buNone/>
              <a:defRPr sz="2100">
                <a:solidFill>
                  <a:schemeClr val="dk2"/>
                </a:solidFill>
              </a:defRPr>
            </a:lvl2pPr>
            <a:lvl3pPr lvl="2" rtl="0" algn="ctr">
              <a:lnSpc>
                <a:spcPct val="100000"/>
              </a:lnSpc>
              <a:spcBef>
                <a:spcPts val="0"/>
              </a:spcBef>
              <a:spcAft>
                <a:spcPts val="0"/>
              </a:spcAft>
              <a:buClr>
                <a:schemeClr val="dk2"/>
              </a:buClr>
              <a:buSzPts val="2100"/>
              <a:buNone/>
              <a:defRPr sz="2100">
                <a:solidFill>
                  <a:schemeClr val="dk2"/>
                </a:solidFill>
              </a:defRPr>
            </a:lvl3pPr>
            <a:lvl4pPr lvl="3" rtl="0" algn="ctr">
              <a:lnSpc>
                <a:spcPct val="100000"/>
              </a:lnSpc>
              <a:spcBef>
                <a:spcPts val="0"/>
              </a:spcBef>
              <a:spcAft>
                <a:spcPts val="0"/>
              </a:spcAft>
              <a:buClr>
                <a:schemeClr val="dk2"/>
              </a:buClr>
              <a:buSzPts val="2100"/>
              <a:buNone/>
              <a:defRPr sz="2100">
                <a:solidFill>
                  <a:schemeClr val="dk2"/>
                </a:solidFill>
              </a:defRPr>
            </a:lvl4pPr>
            <a:lvl5pPr lvl="4" rtl="0" algn="ctr">
              <a:lnSpc>
                <a:spcPct val="100000"/>
              </a:lnSpc>
              <a:spcBef>
                <a:spcPts val="0"/>
              </a:spcBef>
              <a:spcAft>
                <a:spcPts val="0"/>
              </a:spcAft>
              <a:buClr>
                <a:schemeClr val="dk2"/>
              </a:buClr>
              <a:buSzPts val="2100"/>
              <a:buNone/>
              <a:defRPr sz="2100">
                <a:solidFill>
                  <a:schemeClr val="dk2"/>
                </a:solidFill>
              </a:defRPr>
            </a:lvl5pPr>
            <a:lvl6pPr lvl="5" rtl="0" algn="ctr">
              <a:lnSpc>
                <a:spcPct val="100000"/>
              </a:lnSpc>
              <a:spcBef>
                <a:spcPts val="0"/>
              </a:spcBef>
              <a:spcAft>
                <a:spcPts val="0"/>
              </a:spcAft>
              <a:buClr>
                <a:schemeClr val="dk2"/>
              </a:buClr>
              <a:buSzPts val="2100"/>
              <a:buNone/>
              <a:defRPr sz="2100">
                <a:solidFill>
                  <a:schemeClr val="dk2"/>
                </a:solidFill>
              </a:defRPr>
            </a:lvl6pPr>
            <a:lvl7pPr lvl="6" rtl="0" algn="ctr">
              <a:lnSpc>
                <a:spcPct val="100000"/>
              </a:lnSpc>
              <a:spcBef>
                <a:spcPts val="0"/>
              </a:spcBef>
              <a:spcAft>
                <a:spcPts val="0"/>
              </a:spcAft>
              <a:buClr>
                <a:schemeClr val="dk2"/>
              </a:buClr>
              <a:buSzPts val="2100"/>
              <a:buNone/>
              <a:defRPr sz="2100">
                <a:solidFill>
                  <a:schemeClr val="dk2"/>
                </a:solidFill>
              </a:defRPr>
            </a:lvl7pPr>
            <a:lvl8pPr lvl="7" rtl="0" algn="ctr">
              <a:lnSpc>
                <a:spcPct val="100000"/>
              </a:lnSpc>
              <a:spcBef>
                <a:spcPts val="0"/>
              </a:spcBef>
              <a:spcAft>
                <a:spcPts val="0"/>
              </a:spcAft>
              <a:buClr>
                <a:schemeClr val="dk2"/>
              </a:buClr>
              <a:buSzPts val="2100"/>
              <a:buNone/>
              <a:defRPr sz="2100">
                <a:solidFill>
                  <a:schemeClr val="dk2"/>
                </a:solidFill>
              </a:defRPr>
            </a:lvl8pPr>
            <a:lvl9pPr lvl="8" rtl="0" algn="ctr">
              <a:lnSpc>
                <a:spcPct val="100000"/>
              </a:lnSpc>
              <a:spcBef>
                <a:spcPts val="0"/>
              </a:spcBef>
              <a:spcAft>
                <a:spcPts val="0"/>
              </a:spcAft>
              <a:buClr>
                <a:schemeClr val="dk2"/>
              </a:buClr>
              <a:buSzPts val="2100"/>
              <a:buNone/>
              <a:defRPr sz="2100">
                <a:solidFill>
                  <a:schemeClr val="dk2"/>
                </a:solidFill>
              </a:defRPr>
            </a:lvl9pPr>
          </a:lstStyle>
          <a:p/>
        </p:txBody>
      </p:sp>
      <p:sp>
        <p:nvSpPr>
          <p:cNvPr id="211" name="Google Shape;211;p4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30200" lvl="0" marL="457200" rtl="0">
              <a:spcBef>
                <a:spcPts val="0"/>
              </a:spcBef>
              <a:spcAft>
                <a:spcPts val="0"/>
              </a:spcAft>
              <a:buClr>
                <a:srgbClr val="404040"/>
              </a:buClr>
              <a:buSzPts val="1600"/>
              <a:buChar char="●"/>
              <a:defRPr>
                <a:solidFill>
                  <a:srgbClr val="404040"/>
                </a:solidFill>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12" name="Google Shape;212;p40"/>
          <p:cNvSpPr/>
          <p:nvPr/>
        </p:nvSpPr>
        <p:spPr>
          <a:xfrm>
            <a:off x="4572000" y="-8825"/>
            <a:ext cx="4572000" cy="53100"/>
          </a:xfrm>
          <a:prstGeom prst="rect">
            <a:avLst/>
          </a:prstGeom>
          <a:solidFill>
            <a:srgbClr val="6705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da seção com imagem">
  <p:cSld name="SECTION_TITLE_AND_DESCRIPTION_1">
    <p:spTree>
      <p:nvGrpSpPr>
        <p:cNvPr id="213" name="Shape 213"/>
        <p:cNvGrpSpPr/>
        <p:nvPr/>
      </p:nvGrpSpPr>
      <p:grpSpPr>
        <a:xfrm>
          <a:off x="0" y="0"/>
          <a:ext cx="0" cy="0"/>
          <a:chOff x="0" y="0"/>
          <a:chExt cx="0" cy="0"/>
        </a:xfrm>
      </p:grpSpPr>
      <p:sp>
        <p:nvSpPr>
          <p:cNvPr id="214" name="Google Shape;214;p41"/>
          <p:cNvSpPr/>
          <p:nvPr/>
        </p:nvSpPr>
        <p:spPr>
          <a:xfrm>
            <a:off x="4572000" y="-125"/>
            <a:ext cx="4572000" cy="5143500"/>
          </a:xfrm>
          <a:prstGeom prst="rect">
            <a:avLst/>
          </a:prstGeom>
          <a:solidFill>
            <a:srgbClr val="670506">
              <a:alpha val="2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8EBF1"/>
              </a:solidFill>
            </a:endParaRPr>
          </a:p>
        </p:txBody>
      </p:sp>
      <p:sp>
        <p:nvSpPr>
          <p:cNvPr id="215" name="Google Shape;215;p41"/>
          <p:cNvSpPr txBox="1"/>
          <p:nvPr>
            <p:ph type="title"/>
          </p:nvPr>
        </p:nvSpPr>
        <p:spPr>
          <a:xfrm>
            <a:off x="265500" y="14617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3B0304"/>
              </a:buClr>
              <a:buSzPts val="3800"/>
              <a:buNone/>
              <a:defRPr b="1" sz="3800">
                <a:solidFill>
                  <a:srgbClr val="3B0304"/>
                </a:solidFill>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216" name="Google Shape;216;p41"/>
          <p:cNvSpPr txBox="1"/>
          <p:nvPr>
            <p:ph idx="1" type="subTitle"/>
          </p:nvPr>
        </p:nvSpPr>
        <p:spPr>
          <a:xfrm>
            <a:off x="265500" y="30316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800"/>
              <a:buNone/>
              <a:defRPr sz="1800">
                <a:solidFill>
                  <a:schemeClr val="dk2"/>
                </a:solidFill>
              </a:defRPr>
            </a:lvl1pPr>
            <a:lvl2pPr lvl="1" rtl="0" algn="ctr">
              <a:lnSpc>
                <a:spcPct val="100000"/>
              </a:lnSpc>
              <a:spcBef>
                <a:spcPts val="0"/>
              </a:spcBef>
              <a:spcAft>
                <a:spcPts val="0"/>
              </a:spcAft>
              <a:buClr>
                <a:schemeClr val="dk2"/>
              </a:buClr>
              <a:buSzPts val="2100"/>
              <a:buNone/>
              <a:defRPr sz="2100">
                <a:solidFill>
                  <a:schemeClr val="dk2"/>
                </a:solidFill>
              </a:defRPr>
            </a:lvl2pPr>
            <a:lvl3pPr lvl="2" rtl="0" algn="ctr">
              <a:lnSpc>
                <a:spcPct val="100000"/>
              </a:lnSpc>
              <a:spcBef>
                <a:spcPts val="0"/>
              </a:spcBef>
              <a:spcAft>
                <a:spcPts val="0"/>
              </a:spcAft>
              <a:buClr>
                <a:schemeClr val="dk2"/>
              </a:buClr>
              <a:buSzPts val="2100"/>
              <a:buNone/>
              <a:defRPr sz="2100">
                <a:solidFill>
                  <a:schemeClr val="dk2"/>
                </a:solidFill>
              </a:defRPr>
            </a:lvl3pPr>
            <a:lvl4pPr lvl="3" rtl="0" algn="ctr">
              <a:lnSpc>
                <a:spcPct val="100000"/>
              </a:lnSpc>
              <a:spcBef>
                <a:spcPts val="0"/>
              </a:spcBef>
              <a:spcAft>
                <a:spcPts val="0"/>
              </a:spcAft>
              <a:buClr>
                <a:schemeClr val="dk2"/>
              </a:buClr>
              <a:buSzPts val="2100"/>
              <a:buNone/>
              <a:defRPr sz="2100">
                <a:solidFill>
                  <a:schemeClr val="dk2"/>
                </a:solidFill>
              </a:defRPr>
            </a:lvl4pPr>
            <a:lvl5pPr lvl="4" rtl="0" algn="ctr">
              <a:lnSpc>
                <a:spcPct val="100000"/>
              </a:lnSpc>
              <a:spcBef>
                <a:spcPts val="0"/>
              </a:spcBef>
              <a:spcAft>
                <a:spcPts val="0"/>
              </a:spcAft>
              <a:buClr>
                <a:schemeClr val="dk2"/>
              </a:buClr>
              <a:buSzPts val="2100"/>
              <a:buNone/>
              <a:defRPr sz="2100">
                <a:solidFill>
                  <a:schemeClr val="dk2"/>
                </a:solidFill>
              </a:defRPr>
            </a:lvl5pPr>
            <a:lvl6pPr lvl="5" rtl="0" algn="ctr">
              <a:lnSpc>
                <a:spcPct val="100000"/>
              </a:lnSpc>
              <a:spcBef>
                <a:spcPts val="0"/>
              </a:spcBef>
              <a:spcAft>
                <a:spcPts val="0"/>
              </a:spcAft>
              <a:buClr>
                <a:schemeClr val="dk2"/>
              </a:buClr>
              <a:buSzPts val="2100"/>
              <a:buNone/>
              <a:defRPr sz="2100">
                <a:solidFill>
                  <a:schemeClr val="dk2"/>
                </a:solidFill>
              </a:defRPr>
            </a:lvl6pPr>
            <a:lvl7pPr lvl="6" rtl="0" algn="ctr">
              <a:lnSpc>
                <a:spcPct val="100000"/>
              </a:lnSpc>
              <a:spcBef>
                <a:spcPts val="0"/>
              </a:spcBef>
              <a:spcAft>
                <a:spcPts val="0"/>
              </a:spcAft>
              <a:buClr>
                <a:schemeClr val="dk2"/>
              </a:buClr>
              <a:buSzPts val="2100"/>
              <a:buNone/>
              <a:defRPr sz="2100">
                <a:solidFill>
                  <a:schemeClr val="dk2"/>
                </a:solidFill>
              </a:defRPr>
            </a:lvl7pPr>
            <a:lvl8pPr lvl="7" rtl="0" algn="ctr">
              <a:lnSpc>
                <a:spcPct val="100000"/>
              </a:lnSpc>
              <a:spcBef>
                <a:spcPts val="0"/>
              </a:spcBef>
              <a:spcAft>
                <a:spcPts val="0"/>
              </a:spcAft>
              <a:buClr>
                <a:schemeClr val="dk2"/>
              </a:buClr>
              <a:buSzPts val="2100"/>
              <a:buNone/>
              <a:defRPr sz="2100">
                <a:solidFill>
                  <a:schemeClr val="dk2"/>
                </a:solidFill>
              </a:defRPr>
            </a:lvl8pPr>
            <a:lvl9pPr lvl="8" rtl="0" algn="ctr">
              <a:lnSpc>
                <a:spcPct val="100000"/>
              </a:lnSpc>
              <a:spcBef>
                <a:spcPts val="0"/>
              </a:spcBef>
              <a:spcAft>
                <a:spcPts val="0"/>
              </a:spcAft>
              <a:buClr>
                <a:schemeClr val="dk2"/>
              </a:buClr>
              <a:buSzPts val="2100"/>
              <a:buNone/>
              <a:defRPr sz="2100">
                <a:solidFill>
                  <a:schemeClr val="dk2"/>
                </a:solidFill>
              </a:defRPr>
            </a:lvl9pPr>
          </a:lstStyle>
          <a:p/>
        </p:txBody>
      </p:sp>
      <p:sp>
        <p:nvSpPr>
          <p:cNvPr id="217" name="Google Shape;217;p41"/>
          <p:cNvSpPr/>
          <p:nvPr/>
        </p:nvSpPr>
        <p:spPr>
          <a:xfrm>
            <a:off x="4572000" y="-8825"/>
            <a:ext cx="4572000" cy="53100"/>
          </a:xfrm>
          <a:prstGeom prst="rect">
            <a:avLst/>
          </a:prstGeom>
          <a:solidFill>
            <a:srgbClr val="6705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41"/>
          <p:cNvSpPr txBox="1"/>
          <p:nvPr/>
        </p:nvSpPr>
        <p:spPr>
          <a:xfrm>
            <a:off x="6362845" y="2330125"/>
            <a:ext cx="1182600" cy="39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a:solidFill>
                  <a:srgbClr val="99A0AA"/>
                </a:solidFill>
              </a:rPr>
              <a:t>[ Imagem ]</a:t>
            </a:r>
            <a:endParaRPr>
              <a:solidFill>
                <a:srgbClr val="99A0AA"/>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enas assinatura">
  <p:cSld name="CAPTION_ONLY">
    <p:spTree>
      <p:nvGrpSpPr>
        <p:cNvPr id="219" name="Shape 219"/>
        <p:cNvGrpSpPr/>
        <p:nvPr/>
      </p:nvGrpSpPr>
      <p:grpSpPr>
        <a:xfrm>
          <a:off x="0" y="0"/>
          <a:ext cx="0" cy="0"/>
          <a:chOff x="0" y="0"/>
          <a:chExt cx="0" cy="0"/>
        </a:xfrm>
      </p:grpSpPr>
      <p:pic>
        <p:nvPicPr>
          <p:cNvPr id="220" name="Google Shape;220;p42"/>
          <p:cNvPicPr preferRelativeResize="0"/>
          <p:nvPr/>
        </p:nvPicPr>
        <p:blipFill>
          <a:blip r:embed="rId2">
            <a:alphaModFix/>
          </a:blip>
          <a:stretch>
            <a:fillRect/>
          </a:stretch>
        </p:blipFill>
        <p:spPr>
          <a:xfrm>
            <a:off x="7461250" y="4693475"/>
            <a:ext cx="1486701" cy="246825"/>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full screen">
  <p:cSld name="CUSTOM">
    <p:spTree>
      <p:nvGrpSpPr>
        <p:cNvPr id="221" name="Shape 221"/>
        <p:cNvGrpSpPr/>
        <p:nvPr/>
      </p:nvGrpSpPr>
      <p:grpSpPr>
        <a:xfrm>
          <a:off x="0" y="0"/>
          <a:ext cx="0" cy="0"/>
          <a:chOff x="0" y="0"/>
          <a:chExt cx="0" cy="0"/>
        </a:xfrm>
      </p:grpSpPr>
      <p:sp>
        <p:nvSpPr>
          <p:cNvPr id="222" name="Google Shape;222;p43"/>
          <p:cNvSpPr/>
          <p:nvPr/>
        </p:nvSpPr>
        <p:spPr>
          <a:xfrm>
            <a:off x="0" y="4614000"/>
            <a:ext cx="9144000" cy="529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43"/>
          <p:cNvSpPr/>
          <p:nvPr/>
        </p:nvSpPr>
        <p:spPr>
          <a:xfrm>
            <a:off x="-8825" y="4560900"/>
            <a:ext cx="9144000" cy="53100"/>
          </a:xfrm>
          <a:prstGeom prst="rect">
            <a:avLst/>
          </a:prstGeom>
          <a:solidFill>
            <a:srgbClr val="6705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43"/>
          <p:cNvSpPr txBox="1"/>
          <p:nvPr/>
        </p:nvSpPr>
        <p:spPr>
          <a:xfrm>
            <a:off x="3980700" y="2203097"/>
            <a:ext cx="1182600" cy="39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a:solidFill>
                  <a:srgbClr val="99A0AA"/>
                </a:solidFill>
              </a:rPr>
              <a:t>[ Imagem ]</a:t>
            </a:r>
            <a:endParaRPr>
              <a:solidFill>
                <a:srgbClr val="99A0AA"/>
              </a:solidFill>
            </a:endParaRPr>
          </a:p>
        </p:txBody>
      </p:sp>
      <p:pic>
        <p:nvPicPr>
          <p:cNvPr id="225" name="Google Shape;225;p43"/>
          <p:cNvPicPr preferRelativeResize="0"/>
          <p:nvPr/>
        </p:nvPicPr>
        <p:blipFill>
          <a:blip r:embed="rId2">
            <a:alphaModFix/>
          </a:blip>
          <a:stretch>
            <a:fillRect/>
          </a:stretch>
        </p:blipFill>
        <p:spPr>
          <a:xfrm>
            <a:off x="3894675" y="4755337"/>
            <a:ext cx="1486701" cy="246825"/>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nde número">
  <p:cSld name="BIG_NUMBER">
    <p:spTree>
      <p:nvGrpSpPr>
        <p:cNvPr id="226" name="Shape 226"/>
        <p:cNvGrpSpPr/>
        <p:nvPr/>
      </p:nvGrpSpPr>
      <p:grpSpPr>
        <a:xfrm>
          <a:off x="0" y="0"/>
          <a:ext cx="0" cy="0"/>
          <a:chOff x="0" y="0"/>
          <a:chExt cx="0" cy="0"/>
        </a:xfrm>
      </p:grpSpPr>
      <p:sp>
        <p:nvSpPr>
          <p:cNvPr id="227" name="Google Shape;227;p44"/>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3B0304"/>
              </a:buClr>
              <a:buSzPts val="12000"/>
              <a:buNone/>
              <a:defRPr b="1" sz="12000">
                <a:solidFill>
                  <a:srgbClr val="3B0304"/>
                </a:solidFill>
              </a:defRPr>
            </a:lvl1pPr>
            <a:lvl2pPr lvl="1" rtl="0" algn="ctr">
              <a:spcBef>
                <a:spcPts val="0"/>
              </a:spcBef>
              <a:spcAft>
                <a:spcPts val="0"/>
              </a:spcAft>
              <a:buClr>
                <a:srgbClr val="3B0304"/>
              </a:buClr>
              <a:buSzPts val="12000"/>
              <a:buNone/>
              <a:defRPr sz="12000">
                <a:solidFill>
                  <a:srgbClr val="3B0304"/>
                </a:solidFill>
              </a:defRPr>
            </a:lvl2pPr>
            <a:lvl3pPr lvl="2" rtl="0" algn="ctr">
              <a:spcBef>
                <a:spcPts val="0"/>
              </a:spcBef>
              <a:spcAft>
                <a:spcPts val="0"/>
              </a:spcAft>
              <a:buClr>
                <a:srgbClr val="3B0304"/>
              </a:buClr>
              <a:buSzPts val="12000"/>
              <a:buNone/>
              <a:defRPr sz="12000">
                <a:solidFill>
                  <a:srgbClr val="3B0304"/>
                </a:solidFill>
              </a:defRPr>
            </a:lvl3pPr>
            <a:lvl4pPr lvl="3" rtl="0" algn="ctr">
              <a:spcBef>
                <a:spcPts val="0"/>
              </a:spcBef>
              <a:spcAft>
                <a:spcPts val="0"/>
              </a:spcAft>
              <a:buClr>
                <a:srgbClr val="3B0304"/>
              </a:buClr>
              <a:buSzPts val="12000"/>
              <a:buNone/>
              <a:defRPr sz="12000">
                <a:solidFill>
                  <a:srgbClr val="3B0304"/>
                </a:solidFill>
              </a:defRPr>
            </a:lvl4pPr>
            <a:lvl5pPr lvl="4" rtl="0" algn="ctr">
              <a:spcBef>
                <a:spcPts val="0"/>
              </a:spcBef>
              <a:spcAft>
                <a:spcPts val="0"/>
              </a:spcAft>
              <a:buClr>
                <a:srgbClr val="3B0304"/>
              </a:buClr>
              <a:buSzPts val="12000"/>
              <a:buNone/>
              <a:defRPr sz="12000">
                <a:solidFill>
                  <a:srgbClr val="3B0304"/>
                </a:solidFill>
              </a:defRPr>
            </a:lvl5pPr>
            <a:lvl6pPr lvl="5" rtl="0" algn="ctr">
              <a:spcBef>
                <a:spcPts val="0"/>
              </a:spcBef>
              <a:spcAft>
                <a:spcPts val="0"/>
              </a:spcAft>
              <a:buClr>
                <a:srgbClr val="3B0304"/>
              </a:buClr>
              <a:buSzPts val="12000"/>
              <a:buNone/>
              <a:defRPr sz="12000">
                <a:solidFill>
                  <a:srgbClr val="3B0304"/>
                </a:solidFill>
              </a:defRPr>
            </a:lvl6pPr>
            <a:lvl7pPr lvl="6" rtl="0" algn="ctr">
              <a:spcBef>
                <a:spcPts val="0"/>
              </a:spcBef>
              <a:spcAft>
                <a:spcPts val="0"/>
              </a:spcAft>
              <a:buClr>
                <a:srgbClr val="3B0304"/>
              </a:buClr>
              <a:buSzPts val="12000"/>
              <a:buNone/>
              <a:defRPr sz="12000">
                <a:solidFill>
                  <a:srgbClr val="3B0304"/>
                </a:solidFill>
              </a:defRPr>
            </a:lvl7pPr>
            <a:lvl8pPr lvl="7" rtl="0" algn="ctr">
              <a:spcBef>
                <a:spcPts val="0"/>
              </a:spcBef>
              <a:spcAft>
                <a:spcPts val="0"/>
              </a:spcAft>
              <a:buClr>
                <a:srgbClr val="3B0304"/>
              </a:buClr>
              <a:buSzPts val="12000"/>
              <a:buNone/>
              <a:defRPr sz="12000">
                <a:solidFill>
                  <a:srgbClr val="3B0304"/>
                </a:solidFill>
              </a:defRPr>
            </a:lvl8pPr>
            <a:lvl9pPr lvl="8" rtl="0" algn="ctr">
              <a:spcBef>
                <a:spcPts val="0"/>
              </a:spcBef>
              <a:spcAft>
                <a:spcPts val="0"/>
              </a:spcAft>
              <a:buClr>
                <a:srgbClr val="3B0304"/>
              </a:buClr>
              <a:buSzPts val="12000"/>
              <a:buNone/>
              <a:defRPr sz="12000">
                <a:solidFill>
                  <a:srgbClr val="3B0304"/>
                </a:solidFill>
              </a:defRPr>
            </a:lvl9pPr>
          </a:lstStyle>
          <a:p>
            <a:r>
              <a:t>xx%</a:t>
            </a:r>
          </a:p>
        </p:txBody>
      </p:sp>
      <p:sp>
        <p:nvSpPr>
          <p:cNvPr id="228" name="Google Shape;228;p44"/>
          <p:cNvSpPr txBox="1"/>
          <p:nvPr>
            <p:ph idx="1" type="body"/>
          </p:nvPr>
        </p:nvSpPr>
        <p:spPr>
          <a:xfrm>
            <a:off x="311700" y="2923625"/>
            <a:ext cx="8520600" cy="1300800"/>
          </a:xfrm>
          <a:prstGeom prst="rect">
            <a:avLst/>
          </a:prstGeom>
        </p:spPr>
        <p:txBody>
          <a:bodyPr anchorCtr="0" anchor="t" bIns="91425" lIns="91425" spcFirstLastPara="1" rIns="91425" wrap="square" tIns="91425">
            <a:noAutofit/>
          </a:bodyPr>
          <a:lstStyle>
            <a:lvl1pPr indent="-330200" lvl="0" marL="457200" rtl="0" algn="ctr">
              <a:spcBef>
                <a:spcPts val="0"/>
              </a:spcBef>
              <a:spcAft>
                <a:spcPts val="0"/>
              </a:spcAft>
              <a:buClr>
                <a:srgbClr val="404040"/>
              </a:buClr>
              <a:buSzPts val="1600"/>
              <a:buChar char="●"/>
              <a:defRPr>
                <a:solidFill>
                  <a:srgbClr val="404040"/>
                </a:solidFill>
              </a:defRPr>
            </a:lvl1pPr>
            <a:lvl2pPr indent="-317500" lvl="1" marL="914400" rtl="0" algn="ctr">
              <a:spcBef>
                <a:spcPts val="1600"/>
              </a:spcBef>
              <a:spcAft>
                <a:spcPts val="0"/>
              </a:spcAft>
              <a:buClr>
                <a:srgbClr val="404040"/>
              </a:buClr>
              <a:buSzPts val="1400"/>
              <a:buChar char="○"/>
              <a:defRPr>
                <a:solidFill>
                  <a:srgbClr val="404040"/>
                </a:solidFill>
              </a:defRPr>
            </a:lvl2pPr>
            <a:lvl3pPr indent="-317500" lvl="2" marL="1371600" rtl="0" algn="ctr">
              <a:spcBef>
                <a:spcPts val="1600"/>
              </a:spcBef>
              <a:spcAft>
                <a:spcPts val="0"/>
              </a:spcAft>
              <a:buClr>
                <a:srgbClr val="404040"/>
              </a:buClr>
              <a:buSzPts val="1400"/>
              <a:buChar char="■"/>
              <a:defRPr>
                <a:solidFill>
                  <a:srgbClr val="404040"/>
                </a:solidFill>
              </a:defRPr>
            </a:lvl3pPr>
            <a:lvl4pPr indent="-317500" lvl="3" marL="1828800" rtl="0" algn="ctr">
              <a:spcBef>
                <a:spcPts val="1600"/>
              </a:spcBef>
              <a:spcAft>
                <a:spcPts val="0"/>
              </a:spcAft>
              <a:buClr>
                <a:srgbClr val="404040"/>
              </a:buClr>
              <a:buSzPts val="1400"/>
              <a:buChar char="●"/>
              <a:defRPr>
                <a:solidFill>
                  <a:srgbClr val="404040"/>
                </a:solidFill>
              </a:defRPr>
            </a:lvl4pPr>
            <a:lvl5pPr indent="-317500" lvl="4" marL="2286000" rtl="0" algn="ctr">
              <a:spcBef>
                <a:spcPts val="1600"/>
              </a:spcBef>
              <a:spcAft>
                <a:spcPts val="0"/>
              </a:spcAft>
              <a:buClr>
                <a:srgbClr val="404040"/>
              </a:buClr>
              <a:buSzPts val="1400"/>
              <a:buChar char="○"/>
              <a:defRPr>
                <a:solidFill>
                  <a:srgbClr val="404040"/>
                </a:solidFill>
              </a:defRPr>
            </a:lvl5pPr>
            <a:lvl6pPr indent="-317500" lvl="5" marL="2743200" rtl="0" algn="ctr">
              <a:spcBef>
                <a:spcPts val="1600"/>
              </a:spcBef>
              <a:spcAft>
                <a:spcPts val="0"/>
              </a:spcAft>
              <a:buClr>
                <a:srgbClr val="404040"/>
              </a:buClr>
              <a:buSzPts val="1400"/>
              <a:buChar char="■"/>
              <a:defRPr>
                <a:solidFill>
                  <a:srgbClr val="404040"/>
                </a:solidFill>
              </a:defRPr>
            </a:lvl6pPr>
            <a:lvl7pPr indent="-317500" lvl="6" marL="3200400" rtl="0" algn="ctr">
              <a:spcBef>
                <a:spcPts val="1600"/>
              </a:spcBef>
              <a:spcAft>
                <a:spcPts val="0"/>
              </a:spcAft>
              <a:buClr>
                <a:srgbClr val="404040"/>
              </a:buClr>
              <a:buSzPts val="1400"/>
              <a:buChar char="●"/>
              <a:defRPr>
                <a:solidFill>
                  <a:srgbClr val="404040"/>
                </a:solidFill>
              </a:defRPr>
            </a:lvl7pPr>
            <a:lvl8pPr indent="-317500" lvl="7" marL="3657600" rtl="0" algn="ctr">
              <a:spcBef>
                <a:spcPts val="1600"/>
              </a:spcBef>
              <a:spcAft>
                <a:spcPts val="0"/>
              </a:spcAft>
              <a:buClr>
                <a:srgbClr val="404040"/>
              </a:buClr>
              <a:buSzPts val="1400"/>
              <a:buChar char="○"/>
              <a:defRPr>
                <a:solidFill>
                  <a:srgbClr val="404040"/>
                </a:solidFill>
              </a:defRPr>
            </a:lvl8pPr>
            <a:lvl9pPr indent="-317500" lvl="8" marL="4114800" rtl="0" algn="ctr">
              <a:spcBef>
                <a:spcPts val="1600"/>
              </a:spcBef>
              <a:spcAft>
                <a:spcPts val="1600"/>
              </a:spcAft>
              <a:buClr>
                <a:srgbClr val="404040"/>
              </a:buClr>
              <a:buSzPts val="1400"/>
              <a:buChar char="■"/>
              <a:defRPr>
                <a:solidFill>
                  <a:srgbClr val="404040"/>
                </a:solidFill>
              </a:defRPr>
            </a:lvl9pPr>
          </a:lstStyle>
          <a:p/>
        </p:txBody>
      </p:sp>
      <p:pic>
        <p:nvPicPr>
          <p:cNvPr id="229" name="Google Shape;229;p44"/>
          <p:cNvPicPr preferRelativeResize="0"/>
          <p:nvPr/>
        </p:nvPicPr>
        <p:blipFill>
          <a:blip r:embed="rId2">
            <a:alphaModFix/>
          </a:blip>
          <a:stretch>
            <a:fillRect/>
          </a:stretch>
        </p:blipFill>
        <p:spPr>
          <a:xfrm>
            <a:off x="7461250" y="4693475"/>
            <a:ext cx="1486701" cy="246825"/>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a" type="title">
  <p:cSld name="TITLE">
    <p:bg>
      <p:bgPr>
        <a:solidFill>
          <a:srgbClr val="3B0304"/>
        </a:solidFill>
      </p:bgPr>
    </p:bg>
    <p:spTree>
      <p:nvGrpSpPr>
        <p:cNvPr id="233" name="Shape 233"/>
        <p:cNvGrpSpPr/>
        <p:nvPr/>
      </p:nvGrpSpPr>
      <p:grpSpPr>
        <a:xfrm>
          <a:off x="0" y="0"/>
          <a:ext cx="0" cy="0"/>
          <a:chOff x="0" y="0"/>
          <a:chExt cx="0" cy="0"/>
        </a:xfrm>
      </p:grpSpPr>
      <p:pic>
        <p:nvPicPr>
          <p:cNvPr id="234" name="Google Shape;234;p46"/>
          <p:cNvPicPr preferRelativeResize="0"/>
          <p:nvPr/>
        </p:nvPicPr>
        <p:blipFill>
          <a:blip r:embed="rId2">
            <a:alphaModFix/>
          </a:blip>
          <a:stretch>
            <a:fillRect/>
          </a:stretch>
        </p:blipFill>
        <p:spPr>
          <a:xfrm>
            <a:off x="-74075" y="-17850"/>
            <a:ext cx="9266750" cy="5212550"/>
          </a:xfrm>
          <a:prstGeom prst="rect">
            <a:avLst/>
          </a:prstGeom>
          <a:noFill/>
          <a:ln>
            <a:noFill/>
          </a:ln>
        </p:spPr>
      </p:pic>
      <p:sp>
        <p:nvSpPr>
          <p:cNvPr id="235" name="Google Shape;235;p46"/>
          <p:cNvSpPr txBox="1"/>
          <p:nvPr>
            <p:ph type="title"/>
          </p:nvPr>
        </p:nvSpPr>
        <p:spPr>
          <a:xfrm>
            <a:off x="792725" y="1808601"/>
            <a:ext cx="7485000" cy="1397700"/>
          </a:xfrm>
          <a:prstGeom prst="rect">
            <a:avLst/>
          </a:prstGeom>
        </p:spPr>
        <p:txBody>
          <a:bodyPr anchorCtr="0" anchor="b" bIns="91425" lIns="91425" spcFirstLastPara="1" rIns="91425" wrap="square" tIns="91425">
            <a:noAutofit/>
          </a:bodyPr>
          <a:lstStyle>
            <a:lvl1pPr lvl="0" rtl="0">
              <a:spcBef>
                <a:spcPts val="0"/>
              </a:spcBef>
              <a:spcAft>
                <a:spcPts val="0"/>
              </a:spcAft>
              <a:buNone/>
              <a:defRPr b="1" sz="4000">
                <a:solidFill>
                  <a:srgbClr val="FFFFFF"/>
                </a:solidFill>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bertura de capítulo" type="secHead">
  <p:cSld name="SECTION_HEADER">
    <p:bg>
      <p:bgPr>
        <a:solidFill>
          <a:srgbClr val="3B0304"/>
        </a:solidFill>
      </p:bgPr>
    </p:bg>
    <p:spTree>
      <p:nvGrpSpPr>
        <p:cNvPr id="236" name="Shape 236"/>
        <p:cNvGrpSpPr/>
        <p:nvPr/>
      </p:nvGrpSpPr>
      <p:grpSpPr>
        <a:xfrm>
          <a:off x="0" y="0"/>
          <a:ext cx="0" cy="0"/>
          <a:chOff x="0" y="0"/>
          <a:chExt cx="0" cy="0"/>
        </a:xfrm>
      </p:grpSpPr>
      <p:sp>
        <p:nvSpPr>
          <p:cNvPr id="237" name="Google Shape;237;p47"/>
          <p:cNvSpPr/>
          <p:nvPr/>
        </p:nvSpPr>
        <p:spPr>
          <a:xfrm>
            <a:off x="0" y="1777850"/>
            <a:ext cx="88200" cy="1587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47"/>
          <p:cNvSpPr txBox="1"/>
          <p:nvPr>
            <p:ph type="title"/>
          </p:nvPr>
        </p:nvSpPr>
        <p:spPr>
          <a:xfrm>
            <a:off x="386225" y="1527350"/>
            <a:ext cx="8239500" cy="1759500"/>
          </a:xfrm>
          <a:prstGeom prst="rect">
            <a:avLst/>
          </a:prstGeom>
        </p:spPr>
        <p:txBody>
          <a:bodyPr anchorCtr="0" anchor="ctr" bIns="91425" lIns="91425" spcFirstLastPara="1" rIns="91425" wrap="square" tIns="91425">
            <a:noAutofit/>
          </a:bodyPr>
          <a:lstStyle>
            <a:lvl1pPr lvl="0" rtl="0">
              <a:spcBef>
                <a:spcPts val="0"/>
              </a:spcBef>
              <a:spcAft>
                <a:spcPts val="0"/>
              </a:spcAft>
              <a:buNone/>
              <a:defRPr b="1" sz="4000">
                <a:solidFill>
                  <a:srgbClr val="FFFFFF"/>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239" name="Google Shape;239;p47"/>
          <p:cNvSpPr txBox="1"/>
          <p:nvPr>
            <p:ph idx="1" type="subTitle"/>
          </p:nvPr>
        </p:nvSpPr>
        <p:spPr>
          <a:xfrm>
            <a:off x="426721" y="2751363"/>
            <a:ext cx="8564400" cy="367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400">
                <a:solidFill>
                  <a:srgbClr val="FFFFFF"/>
                </a:solidFill>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bullets" type="tx">
  <p:cSld name="TITLE_AND_BODY">
    <p:spTree>
      <p:nvGrpSpPr>
        <p:cNvPr id="240" name="Shape 240"/>
        <p:cNvGrpSpPr/>
        <p:nvPr/>
      </p:nvGrpSpPr>
      <p:grpSpPr>
        <a:xfrm>
          <a:off x="0" y="0"/>
          <a:ext cx="0" cy="0"/>
          <a:chOff x="0" y="0"/>
          <a:chExt cx="0" cy="0"/>
        </a:xfrm>
      </p:grpSpPr>
      <p:sp>
        <p:nvSpPr>
          <p:cNvPr id="241" name="Google Shape;241;p48"/>
          <p:cNvSpPr txBox="1"/>
          <p:nvPr>
            <p:ph type="title"/>
          </p:nvPr>
        </p:nvSpPr>
        <p:spPr>
          <a:xfrm>
            <a:off x="455417" y="400350"/>
            <a:ext cx="8727000" cy="4659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sz="2400">
                <a:solidFill>
                  <a:srgbClr val="3B0304"/>
                </a:solidFill>
              </a:defRPr>
            </a:lvl1pPr>
            <a:lvl2pPr lvl="1" rtl="0">
              <a:spcBef>
                <a:spcPts val="0"/>
              </a:spcBef>
              <a:spcAft>
                <a:spcPts val="0"/>
              </a:spcAft>
              <a:buNone/>
              <a:defRPr b="1" sz="2400">
                <a:solidFill>
                  <a:srgbClr val="293D69"/>
                </a:solidFill>
              </a:defRPr>
            </a:lvl2pPr>
            <a:lvl3pPr lvl="2" rtl="0">
              <a:spcBef>
                <a:spcPts val="0"/>
              </a:spcBef>
              <a:spcAft>
                <a:spcPts val="0"/>
              </a:spcAft>
              <a:buNone/>
              <a:defRPr b="1" sz="2400">
                <a:solidFill>
                  <a:srgbClr val="293D69"/>
                </a:solidFill>
              </a:defRPr>
            </a:lvl3pPr>
            <a:lvl4pPr lvl="3" rtl="0">
              <a:spcBef>
                <a:spcPts val="0"/>
              </a:spcBef>
              <a:spcAft>
                <a:spcPts val="0"/>
              </a:spcAft>
              <a:buNone/>
              <a:defRPr b="1" sz="2400">
                <a:solidFill>
                  <a:srgbClr val="293D69"/>
                </a:solidFill>
              </a:defRPr>
            </a:lvl4pPr>
            <a:lvl5pPr lvl="4" rtl="0">
              <a:spcBef>
                <a:spcPts val="0"/>
              </a:spcBef>
              <a:spcAft>
                <a:spcPts val="0"/>
              </a:spcAft>
              <a:buNone/>
              <a:defRPr b="1" sz="2400">
                <a:solidFill>
                  <a:srgbClr val="293D69"/>
                </a:solidFill>
              </a:defRPr>
            </a:lvl5pPr>
            <a:lvl6pPr lvl="5" rtl="0">
              <a:spcBef>
                <a:spcPts val="0"/>
              </a:spcBef>
              <a:spcAft>
                <a:spcPts val="0"/>
              </a:spcAft>
              <a:buNone/>
              <a:defRPr b="1" sz="2400">
                <a:solidFill>
                  <a:srgbClr val="293D69"/>
                </a:solidFill>
              </a:defRPr>
            </a:lvl6pPr>
            <a:lvl7pPr lvl="6" rtl="0">
              <a:spcBef>
                <a:spcPts val="0"/>
              </a:spcBef>
              <a:spcAft>
                <a:spcPts val="0"/>
              </a:spcAft>
              <a:buNone/>
              <a:defRPr b="1" sz="2400">
                <a:solidFill>
                  <a:srgbClr val="293D69"/>
                </a:solidFill>
              </a:defRPr>
            </a:lvl7pPr>
            <a:lvl8pPr lvl="7" rtl="0">
              <a:spcBef>
                <a:spcPts val="0"/>
              </a:spcBef>
              <a:spcAft>
                <a:spcPts val="0"/>
              </a:spcAft>
              <a:buNone/>
              <a:defRPr b="1" sz="2400">
                <a:solidFill>
                  <a:srgbClr val="293D69"/>
                </a:solidFill>
              </a:defRPr>
            </a:lvl8pPr>
            <a:lvl9pPr lvl="8" rtl="0">
              <a:spcBef>
                <a:spcPts val="0"/>
              </a:spcBef>
              <a:spcAft>
                <a:spcPts val="0"/>
              </a:spcAft>
              <a:buNone/>
              <a:defRPr b="1" sz="2400">
                <a:solidFill>
                  <a:srgbClr val="293D69"/>
                </a:solidFill>
              </a:defRPr>
            </a:lvl9pPr>
          </a:lstStyle>
          <a:p/>
        </p:txBody>
      </p:sp>
      <p:sp>
        <p:nvSpPr>
          <p:cNvPr id="242" name="Google Shape;242;p48"/>
          <p:cNvSpPr txBox="1"/>
          <p:nvPr>
            <p:ph idx="1" type="subTitle"/>
          </p:nvPr>
        </p:nvSpPr>
        <p:spPr>
          <a:xfrm>
            <a:off x="476442" y="811938"/>
            <a:ext cx="8564400" cy="367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400">
                <a:solidFill>
                  <a:schemeClr val="dk2"/>
                </a:solidFill>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243" name="Google Shape;243;p48"/>
          <p:cNvSpPr txBox="1"/>
          <p:nvPr>
            <p:ph idx="2" type="body"/>
          </p:nvPr>
        </p:nvSpPr>
        <p:spPr>
          <a:xfrm>
            <a:off x="494100" y="1786149"/>
            <a:ext cx="8208300" cy="24258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Clr>
                <a:srgbClr val="404040"/>
              </a:buClr>
              <a:buSzPts val="1600"/>
              <a:buChar char="●"/>
              <a:defRPr sz="1600">
                <a:solidFill>
                  <a:srgbClr val="404040"/>
                </a:solidFill>
              </a:defRPr>
            </a:lvl1pPr>
            <a:lvl2pPr indent="-304800" lvl="1" marL="914400" rtl="0">
              <a:spcBef>
                <a:spcPts val="1600"/>
              </a:spcBef>
              <a:spcAft>
                <a:spcPts val="0"/>
              </a:spcAft>
              <a:buClr>
                <a:srgbClr val="404040"/>
              </a:buClr>
              <a:buSzPts val="1200"/>
              <a:buChar char="○"/>
              <a:defRPr sz="1200">
                <a:solidFill>
                  <a:srgbClr val="404040"/>
                </a:solidFill>
              </a:defRPr>
            </a:lvl2pPr>
            <a:lvl3pPr indent="-304800" lvl="2" marL="1371600" rtl="0">
              <a:spcBef>
                <a:spcPts val="1600"/>
              </a:spcBef>
              <a:spcAft>
                <a:spcPts val="0"/>
              </a:spcAft>
              <a:buClr>
                <a:srgbClr val="404040"/>
              </a:buClr>
              <a:buSzPts val="1200"/>
              <a:buChar char="■"/>
              <a:defRPr sz="1200">
                <a:solidFill>
                  <a:srgbClr val="404040"/>
                </a:solidFill>
              </a:defRPr>
            </a:lvl3pPr>
            <a:lvl4pPr indent="-304800" lvl="3" marL="1828800" rtl="0">
              <a:spcBef>
                <a:spcPts val="1600"/>
              </a:spcBef>
              <a:spcAft>
                <a:spcPts val="0"/>
              </a:spcAft>
              <a:buClr>
                <a:srgbClr val="404040"/>
              </a:buClr>
              <a:buSzPts val="1200"/>
              <a:buChar char="●"/>
              <a:defRPr sz="1200">
                <a:solidFill>
                  <a:srgbClr val="404040"/>
                </a:solidFill>
              </a:defRPr>
            </a:lvl4pPr>
            <a:lvl5pPr indent="-304800" lvl="4" marL="2286000" rtl="0">
              <a:spcBef>
                <a:spcPts val="1600"/>
              </a:spcBef>
              <a:spcAft>
                <a:spcPts val="0"/>
              </a:spcAft>
              <a:buClr>
                <a:srgbClr val="404040"/>
              </a:buClr>
              <a:buSzPts val="1200"/>
              <a:buChar char="○"/>
              <a:defRPr sz="1200">
                <a:solidFill>
                  <a:srgbClr val="404040"/>
                </a:solidFill>
              </a:defRPr>
            </a:lvl5pPr>
            <a:lvl6pPr indent="-304800" lvl="5" marL="2743200" rtl="0">
              <a:spcBef>
                <a:spcPts val="1600"/>
              </a:spcBef>
              <a:spcAft>
                <a:spcPts val="0"/>
              </a:spcAft>
              <a:buClr>
                <a:srgbClr val="404040"/>
              </a:buClr>
              <a:buSzPts val="1200"/>
              <a:buChar char="■"/>
              <a:defRPr sz="1200">
                <a:solidFill>
                  <a:srgbClr val="404040"/>
                </a:solidFill>
              </a:defRPr>
            </a:lvl6pPr>
            <a:lvl7pPr indent="-304800" lvl="6" marL="3200400" rtl="0">
              <a:spcBef>
                <a:spcPts val="1600"/>
              </a:spcBef>
              <a:spcAft>
                <a:spcPts val="0"/>
              </a:spcAft>
              <a:buClr>
                <a:srgbClr val="404040"/>
              </a:buClr>
              <a:buSzPts val="1200"/>
              <a:buChar char="●"/>
              <a:defRPr sz="1200">
                <a:solidFill>
                  <a:srgbClr val="404040"/>
                </a:solidFill>
              </a:defRPr>
            </a:lvl7pPr>
            <a:lvl8pPr indent="-304800" lvl="7" marL="3657600" rtl="0">
              <a:spcBef>
                <a:spcPts val="1600"/>
              </a:spcBef>
              <a:spcAft>
                <a:spcPts val="0"/>
              </a:spcAft>
              <a:buClr>
                <a:srgbClr val="404040"/>
              </a:buClr>
              <a:buSzPts val="1200"/>
              <a:buChar char="○"/>
              <a:defRPr sz="1200">
                <a:solidFill>
                  <a:srgbClr val="404040"/>
                </a:solidFill>
              </a:defRPr>
            </a:lvl8pPr>
            <a:lvl9pPr indent="-304800" lvl="8" marL="4114800" rtl="0">
              <a:spcBef>
                <a:spcPts val="1600"/>
              </a:spcBef>
              <a:spcAft>
                <a:spcPts val="1600"/>
              </a:spcAft>
              <a:buClr>
                <a:srgbClr val="404040"/>
              </a:buClr>
              <a:buSzPts val="1200"/>
              <a:buChar char="■"/>
              <a:defRPr sz="1200">
                <a:solidFill>
                  <a:srgbClr val="404040"/>
                </a:solidFill>
              </a:defRPr>
            </a:lvl9pPr>
          </a:lstStyle>
          <a:p/>
        </p:txBody>
      </p:sp>
      <p:sp>
        <p:nvSpPr>
          <p:cNvPr id="244" name="Google Shape;244;p48"/>
          <p:cNvSpPr/>
          <p:nvPr/>
        </p:nvSpPr>
        <p:spPr>
          <a:xfrm>
            <a:off x="573700" y="1343210"/>
            <a:ext cx="953400" cy="53100"/>
          </a:xfrm>
          <a:prstGeom prst="rect">
            <a:avLst/>
          </a:prstGeom>
          <a:solidFill>
            <a:srgbClr val="6705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5" name="Google Shape;245;p48"/>
          <p:cNvPicPr preferRelativeResize="0"/>
          <p:nvPr/>
        </p:nvPicPr>
        <p:blipFill>
          <a:blip r:embed="rId2">
            <a:alphaModFix/>
          </a:blip>
          <a:stretch>
            <a:fillRect/>
          </a:stretch>
        </p:blipFill>
        <p:spPr>
          <a:xfrm>
            <a:off x="7461250" y="4693475"/>
            <a:ext cx="1486701" cy="246825"/>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bullets em duas colunas" type="twoColTx">
  <p:cSld name="TITLE_AND_TWO_COLUMNS">
    <p:spTree>
      <p:nvGrpSpPr>
        <p:cNvPr id="246" name="Shape 246"/>
        <p:cNvGrpSpPr/>
        <p:nvPr/>
      </p:nvGrpSpPr>
      <p:grpSpPr>
        <a:xfrm>
          <a:off x="0" y="0"/>
          <a:ext cx="0" cy="0"/>
          <a:chOff x="0" y="0"/>
          <a:chExt cx="0" cy="0"/>
        </a:xfrm>
      </p:grpSpPr>
      <p:sp>
        <p:nvSpPr>
          <p:cNvPr id="247" name="Google Shape;247;p49"/>
          <p:cNvSpPr txBox="1"/>
          <p:nvPr>
            <p:ph idx="1" type="body"/>
          </p:nvPr>
        </p:nvSpPr>
        <p:spPr>
          <a:xfrm>
            <a:off x="494103" y="1786150"/>
            <a:ext cx="3840900" cy="24258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Clr>
                <a:srgbClr val="404040"/>
              </a:buClr>
              <a:buSzPts val="1600"/>
              <a:buChar char="●"/>
              <a:defRPr sz="1600">
                <a:solidFill>
                  <a:srgbClr val="404040"/>
                </a:solidFill>
              </a:defRPr>
            </a:lvl1pPr>
            <a:lvl2pPr indent="-304800" lvl="1" marL="914400" rtl="0">
              <a:spcBef>
                <a:spcPts val="1600"/>
              </a:spcBef>
              <a:spcAft>
                <a:spcPts val="0"/>
              </a:spcAft>
              <a:buClr>
                <a:srgbClr val="404040"/>
              </a:buClr>
              <a:buSzPts val="1200"/>
              <a:buChar char="○"/>
              <a:defRPr sz="1200">
                <a:solidFill>
                  <a:srgbClr val="404040"/>
                </a:solidFill>
              </a:defRPr>
            </a:lvl2pPr>
            <a:lvl3pPr indent="-304800" lvl="2" marL="1371600" rtl="0">
              <a:spcBef>
                <a:spcPts val="1600"/>
              </a:spcBef>
              <a:spcAft>
                <a:spcPts val="0"/>
              </a:spcAft>
              <a:buClr>
                <a:srgbClr val="404040"/>
              </a:buClr>
              <a:buSzPts val="1200"/>
              <a:buChar char="■"/>
              <a:defRPr sz="1200">
                <a:solidFill>
                  <a:srgbClr val="404040"/>
                </a:solidFill>
              </a:defRPr>
            </a:lvl3pPr>
            <a:lvl4pPr indent="-304800" lvl="3" marL="1828800" rtl="0">
              <a:spcBef>
                <a:spcPts val="1600"/>
              </a:spcBef>
              <a:spcAft>
                <a:spcPts val="0"/>
              </a:spcAft>
              <a:buClr>
                <a:srgbClr val="404040"/>
              </a:buClr>
              <a:buSzPts val="1200"/>
              <a:buChar char="●"/>
              <a:defRPr sz="1200">
                <a:solidFill>
                  <a:srgbClr val="404040"/>
                </a:solidFill>
              </a:defRPr>
            </a:lvl4pPr>
            <a:lvl5pPr indent="-304800" lvl="4" marL="2286000" rtl="0">
              <a:spcBef>
                <a:spcPts val="1600"/>
              </a:spcBef>
              <a:spcAft>
                <a:spcPts val="0"/>
              </a:spcAft>
              <a:buClr>
                <a:srgbClr val="404040"/>
              </a:buClr>
              <a:buSzPts val="1200"/>
              <a:buChar char="○"/>
              <a:defRPr sz="1200">
                <a:solidFill>
                  <a:srgbClr val="404040"/>
                </a:solidFill>
              </a:defRPr>
            </a:lvl5pPr>
            <a:lvl6pPr indent="-304800" lvl="5" marL="2743200" rtl="0">
              <a:spcBef>
                <a:spcPts val="1600"/>
              </a:spcBef>
              <a:spcAft>
                <a:spcPts val="0"/>
              </a:spcAft>
              <a:buClr>
                <a:srgbClr val="404040"/>
              </a:buClr>
              <a:buSzPts val="1200"/>
              <a:buChar char="■"/>
              <a:defRPr sz="1200">
                <a:solidFill>
                  <a:srgbClr val="404040"/>
                </a:solidFill>
              </a:defRPr>
            </a:lvl6pPr>
            <a:lvl7pPr indent="-304800" lvl="6" marL="3200400" rtl="0">
              <a:spcBef>
                <a:spcPts val="1600"/>
              </a:spcBef>
              <a:spcAft>
                <a:spcPts val="0"/>
              </a:spcAft>
              <a:buClr>
                <a:srgbClr val="404040"/>
              </a:buClr>
              <a:buSzPts val="1200"/>
              <a:buChar char="●"/>
              <a:defRPr sz="1200">
                <a:solidFill>
                  <a:srgbClr val="404040"/>
                </a:solidFill>
              </a:defRPr>
            </a:lvl7pPr>
            <a:lvl8pPr indent="-304800" lvl="7" marL="3657600" rtl="0">
              <a:spcBef>
                <a:spcPts val="1600"/>
              </a:spcBef>
              <a:spcAft>
                <a:spcPts val="0"/>
              </a:spcAft>
              <a:buClr>
                <a:srgbClr val="404040"/>
              </a:buClr>
              <a:buSzPts val="1200"/>
              <a:buChar char="○"/>
              <a:defRPr sz="1200">
                <a:solidFill>
                  <a:srgbClr val="404040"/>
                </a:solidFill>
              </a:defRPr>
            </a:lvl8pPr>
            <a:lvl9pPr indent="-304800" lvl="8" marL="4114800" rtl="0">
              <a:spcBef>
                <a:spcPts val="1600"/>
              </a:spcBef>
              <a:spcAft>
                <a:spcPts val="1600"/>
              </a:spcAft>
              <a:buClr>
                <a:srgbClr val="404040"/>
              </a:buClr>
              <a:buSzPts val="1200"/>
              <a:buChar char="■"/>
              <a:defRPr sz="1200">
                <a:solidFill>
                  <a:srgbClr val="404040"/>
                </a:solidFill>
              </a:defRPr>
            </a:lvl9pPr>
          </a:lstStyle>
          <a:p/>
        </p:txBody>
      </p:sp>
      <p:sp>
        <p:nvSpPr>
          <p:cNvPr id="248" name="Google Shape;248;p49"/>
          <p:cNvSpPr txBox="1"/>
          <p:nvPr>
            <p:ph idx="2" type="body"/>
          </p:nvPr>
        </p:nvSpPr>
        <p:spPr>
          <a:xfrm>
            <a:off x="4775178" y="1786150"/>
            <a:ext cx="3840900" cy="24258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Clr>
                <a:srgbClr val="404040"/>
              </a:buClr>
              <a:buSzPts val="1600"/>
              <a:buChar char="●"/>
              <a:defRPr sz="1600">
                <a:solidFill>
                  <a:srgbClr val="404040"/>
                </a:solidFill>
              </a:defRPr>
            </a:lvl1pPr>
            <a:lvl2pPr indent="-304800" lvl="1" marL="914400" rtl="0">
              <a:spcBef>
                <a:spcPts val="1600"/>
              </a:spcBef>
              <a:spcAft>
                <a:spcPts val="0"/>
              </a:spcAft>
              <a:buClr>
                <a:srgbClr val="404040"/>
              </a:buClr>
              <a:buSzPts val="1200"/>
              <a:buChar char="○"/>
              <a:defRPr sz="1200">
                <a:solidFill>
                  <a:srgbClr val="404040"/>
                </a:solidFill>
              </a:defRPr>
            </a:lvl2pPr>
            <a:lvl3pPr indent="-304800" lvl="2" marL="1371600" rtl="0">
              <a:spcBef>
                <a:spcPts val="1600"/>
              </a:spcBef>
              <a:spcAft>
                <a:spcPts val="0"/>
              </a:spcAft>
              <a:buClr>
                <a:srgbClr val="404040"/>
              </a:buClr>
              <a:buSzPts val="1200"/>
              <a:buChar char="■"/>
              <a:defRPr sz="1200">
                <a:solidFill>
                  <a:srgbClr val="404040"/>
                </a:solidFill>
              </a:defRPr>
            </a:lvl3pPr>
            <a:lvl4pPr indent="-304800" lvl="3" marL="1828800" rtl="0">
              <a:spcBef>
                <a:spcPts val="1600"/>
              </a:spcBef>
              <a:spcAft>
                <a:spcPts val="0"/>
              </a:spcAft>
              <a:buClr>
                <a:srgbClr val="404040"/>
              </a:buClr>
              <a:buSzPts val="1200"/>
              <a:buChar char="●"/>
              <a:defRPr sz="1200">
                <a:solidFill>
                  <a:srgbClr val="404040"/>
                </a:solidFill>
              </a:defRPr>
            </a:lvl4pPr>
            <a:lvl5pPr indent="-304800" lvl="4" marL="2286000" rtl="0">
              <a:spcBef>
                <a:spcPts val="1600"/>
              </a:spcBef>
              <a:spcAft>
                <a:spcPts val="0"/>
              </a:spcAft>
              <a:buClr>
                <a:srgbClr val="404040"/>
              </a:buClr>
              <a:buSzPts val="1200"/>
              <a:buChar char="○"/>
              <a:defRPr sz="1200">
                <a:solidFill>
                  <a:srgbClr val="404040"/>
                </a:solidFill>
              </a:defRPr>
            </a:lvl5pPr>
            <a:lvl6pPr indent="-304800" lvl="5" marL="2743200" rtl="0">
              <a:spcBef>
                <a:spcPts val="1600"/>
              </a:spcBef>
              <a:spcAft>
                <a:spcPts val="0"/>
              </a:spcAft>
              <a:buClr>
                <a:srgbClr val="404040"/>
              </a:buClr>
              <a:buSzPts val="1200"/>
              <a:buChar char="■"/>
              <a:defRPr sz="1200">
                <a:solidFill>
                  <a:srgbClr val="404040"/>
                </a:solidFill>
              </a:defRPr>
            </a:lvl6pPr>
            <a:lvl7pPr indent="-304800" lvl="6" marL="3200400" rtl="0">
              <a:spcBef>
                <a:spcPts val="1600"/>
              </a:spcBef>
              <a:spcAft>
                <a:spcPts val="0"/>
              </a:spcAft>
              <a:buClr>
                <a:srgbClr val="404040"/>
              </a:buClr>
              <a:buSzPts val="1200"/>
              <a:buChar char="●"/>
              <a:defRPr sz="1200">
                <a:solidFill>
                  <a:srgbClr val="404040"/>
                </a:solidFill>
              </a:defRPr>
            </a:lvl7pPr>
            <a:lvl8pPr indent="-304800" lvl="7" marL="3657600" rtl="0">
              <a:spcBef>
                <a:spcPts val="1600"/>
              </a:spcBef>
              <a:spcAft>
                <a:spcPts val="0"/>
              </a:spcAft>
              <a:buClr>
                <a:srgbClr val="404040"/>
              </a:buClr>
              <a:buSzPts val="1200"/>
              <a:buChar char="○"/>
              <a:defRPr sz="1200">
                <a:solidFill>
                  <a:srgbClr val="404040"/>
                </a:solidFill>
              </a:defRPr>
            </a:lvl8pPr>
            <a:lvl9pPr indent="-304800" lvl="8" marL="4114800" rtl="0">
              <a:spcBef>
                <a:spcPts val="1600"/>
              </a:spcBef>
              <a:spcAft>
                <a:spcPts val="1600"/>
              </a:spcAft>
              <a:buClr>
                <a:srgbClr val="404040"/>
              </a:buClr>
              <a:buSzPts val="1200"/>
              <a:buChar char="■"/>
              <a:defRPr sz="1200">
                <a:solidFill>
                  <a:srgbClr val="404040"/>
                </a:solidFill>
              </a:defRPr>
            </a:lvl9pPr>
          </a:lstStyle>
          <a:p/>
        </p:txBody>
      </p:sp>
      <p:sp>
        <p:nvSpPr>
          <p:cNvPr id="249" name="Google Shape;249;p49"/>
          <p:cNvSpPr txBox="1"/>
          <p:nvPr>
            <p:ph type="title"/>
          </p:nvPr>
        </p:nvSpPr>
        <p:spPr>
          <a:xfrm>
            <a:off x="455417" y="400350"/>
            <a:ext cx="8727000" cy="4659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sz="2400">
                <a:solidFill>
                  <a:srgbClr val="3B0304"/>
                </a:solidFill>
              </a:defRPr>
            </a:lvl1pPr>
            <a:lvl2pPr lvl="1" rtl="0">
              <a:spcBef>
                <a:spcPts val="0"/>
              </a:spcBef>
              <a:spcAft>
                <a:spcPts val="0"/>
              </a:spcAft>
              <a:buNone/>
              <a:defRPr b="1" sz="2400">
                <a:solidFill>
                  <a:srgbClr val="3B0304"/>
                </a:solidFill>
              </a:defRPr>
            </a:lvl2pPr>
            <a:lvl3pPr lvl="2" rtl="0">
              <a:spcBef>
                <a:spcPts val="0"/>
              </a:spcBef>
              <a:spcAft>
                <a:spcPts val="0"/>
              </a:spcAft>
              <a:buNone/>
              <a:defRPr b="1" sz="2400">
                <a:solidFill>
                  <a:srgbClr val="3B0304"/>
                </a:solidFill>
              </a:defRPr>
            </a:lvl3pPr>
            <a:lvl4pPr lvl="3" rtl="0">
              <a:spcBef>
                <a:spcPts val="0"/>
              </a:spcBef>
              <a:spcAft>
                <a:spcPts val="0"/>
              </a:spcAft>
              <a:buNone/>
              <a:defRPr b="1" sz="2400">
                <a:solidFill>
                  <a:srgbClr val="3B0304"/>
                </a:solidFill>
              </a:defRPr>
            </a:lvl4pPr>
            <a:lvl5pPr lvl="4" rtl="0">
              <a:spcBef>
                <a:spcPts val="0"/>
              </a:spcBef>
              <a:spcAft>
                <a:spcPts val="0"/>
              </a:spcAft>
              <a:buNone/>
              <a:defRPr b="1" sz="2400">
                <a:solidFill>
                  <a:srgbClr val="3B0304"/>
                </a:solidFill>
              </a:defRPr>
            </a:lvl5pPr>
            <a:lvl6pPr lvl="5" rtl="0">
              <a:spcBef>
                <a:spcPts val="0"/>
              </a:spcBef>
              <a:spcAft>
                <a:spcPts val="0"/>
              </a:spcAft>
              <a:buNone/>
              <a:defRPr b="1" sz="2400">
                <a:solidFill>
                  <a:srgbClr val="3B0304"/>
                </a:solidFill>
              </a:defRPr>
            </a:lvl6pPr>
            <a:lvl7pPr lvl="6" rtl="0">
              <a:spcBef>
                <a:spcPts val="0"/>
              </a:spcBef>
              <a:spcAft>
                <a:spcPts val="0"/>
              </a:spcAft>
              <a:buNone/>
              <a:defRPr b="1" sz="2400">
                <a:solidFill>
                  <a:srgbClr val="3B0304"/>
                </a:solidFill>
              </a:defRPr>
            </a:lvl7pPr>
            <a:lvl8pPr lvl="7" rtl="0">
              <a:spcBef>
                <a:spcPts val="0"/>
              </a:spcBef>
              <a:spcAft>
                <a:spcPts val="0"/>
              </a:spcAft>
              <a:buNone/>
              <a:defRPr b="1" sz="2400">
                <a:solidFill>
                  <a:srgbClr val="3B0304"/>
                </a:solidFill>
              </a:defRPr>
            </a:lvl8pPr>
            <a:lvl9pPr lvl="8" rtl="0">
              <a:spcBef>
                <a:spcPts val="0"/>
              </a:spcBef>
              <a:spcAft>
                <a:spcPts val="0"/>
              </a:spcAft>
              <a:buNone/>
              <a:defRPr b="1" sz="2400">
                <a:solidFill>
                  <a:srgbClr val="3B0304"/>
                </a:solidFill>
              </a:defRPr>
            </a:lvl9pPr>
          </a:lstStyle>
          <a:p/>
        </p:txBody>
      </p:sp>
      <p:sp>
        <p:nvSpPr>
          <p:cNvPr id="250" name="Google Shape;250;p49"/>
          <p:cNvSpPr txBox="1"/>
          <p:nvPr>
            <p:ph idx="3" type="subTitle"/>
          </p:nvPr>
        </p:nvSpPr>
        <p:spPr>
          <a:xfrm>
            <a:off x="476442" y="811938"/>
            <a:ext cx="8564400" cy="367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400">
                <a:solidFill>
                  <a:schemeClr val="dk2"/>
                </a:solidFill>
              </a:defRPr>
            </a:lvl1pPr>
            <a:lvl2pPr lvl="1" rtl="0">
              <a:spcBef>
                <a:spcPts val="1600"/>
              </a:spcBef>
              <a:spcAft>
                <a:spcPts val="0"/>
              </a:spcAft>
              <a:buNone/>
              <a:defRPr>
                <a:solidFill>
                  <a:schemeClr val="dk2"/>
                </a:solidFill>
              </a:defRPr>
            </a:lvl2pPr>
            <a:lvl3pPr lvl="2" rtl="0">
              <a:spcBef>
                <a:spcPts val="1600"/>
              </a:spcBef>
              <a:spcAft>
                <a:spcPts val="0"/>
              </a:spcAft>
              <a:buNone/>
              <a:defRPr>
                <a:solidFill>
                  <a:schemeClr val="dk2"/>
                </a:solidFill>
              </a:defRPr>
            </a:lvl3pPr>
            <a:lvl4pPr lvl="3" rtl="0">
              <a:spcBef>
                <a:spcPts val="1600"/>
              </a:spcBef>
              <a:spcAft>
                <a:spcPts val="0"/>
              </a:spcAft>
              <a:buNone/>
              <a:defRPr>
                <a:solidFill>
                  <a:schemeClr val="dk2"/>
                </a:solidFill>
              </a:defRPr>
            </a:lvl4pPr>
            <a:lvl5pPr lvl="4" rtl="0">
              <a:spcBef>
                <a:spcPts val="1600"/>
              </a:spcBef>
              <a:spcAft>
                <a:spcPts val="0"/>
              </a:spcAft>
              <a:buNone/>
              <a:defRPr>
                <a:solidFill>
                  <a:schemeClr val="dk2"/>
                </a:solidFill>
              </a:defRPr>
            </a:lvl5pPr>
            <a:lvl6pPr lvl="5" rtl="0">
              <a:spcBef>
                <a:spcPts val="1600"/>
              </a:spcBef>
              <a:spcAft>
                <a:spcPts val="0"/>
              </a:spcAft>
              <a:buNone/>
              <a:defRPr>
                <a:solidFill>
                  <a:schemeClr val="dk2"/>
                </a:solidFill>
              </a:defRPr>
            </a:lvl6pPr>
            <a:lvl7pPr lvl="6" rtl="0">
              <a:spcBef>
                <a:spcPts val="1600"/>
              </a:spcBef>
              <a:spcAft>
                <a:spcPts val="0"/>
              </a:spcAft>
              <a:buNone/>
              <a:defRPr>
                <a:solidFill>
                  <a:schemeClr val="dk2"/>
                </a:solidFill>
              </a:defRPr>
            </a:lvl7pPr>
            <a:lvl8pPr lvl="7" rtl="0">
              <a:spcBef>
                <a:spcPts val="1600"/>
              </a:spcBef>
              <a:spcAft>
                <a:spcPts val="0"/>
              </a:spcAft>
              <a:buNone/>
              <a:defRPr>
                <a:solidFill>
                  <a:schemeClr val="dk2"/>
                </a:solidFill>
              </a:defRPr>
            </a:lvl8pPr>
            <a:lvl9pPr lvl="8" rtl="0">
              <a:spcBef>
                <a:spcPts val="1600"/>
              </a:spcBef>
              <a:spcAft>
                <a:spcPts val="1600"/>
              </a:spcAft>
              <a:buNone/>
              <a:defRPr>
                <a:solidFill>
                  <a:schemeClr val="dk2"/>
                </a:solidFill>
              </a:defRPr>
            </a:lvl9pPr>
          </a:lstStyle>
          <a:p/>
        </p:txBody>
      </p:sp>
      <p:sp>
        <p:nvSpPr>
          <p:cNvPr id="251" name="Google Shape;251;p49"/>
          <p:cNvSpPr/>
          <p:nvPr/>
        </p:nvSpPr>
        <p:spPr>
          <a:xfrm>
            <a:off x="573700" y="1343210"/>
            <a:ext cx="953400" cy="53100"/>
          </a:xfrm>
          <a:prstGeom prst="rect">
            <a:avLst/>
          </a:prstGeom>
          <a:solidFill>
            <a:srgbClr val="6705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2" name="Google Shape;252;p49"/>
          <p:cNvPicPr preferRelativeResize="0"/>
          <p:nvPr/>
        </p:nvPicPr>
        <p:blipFill>
          <a:blip r:embed="rId2">
            <a:alphaModFix/>
          </a:blip>
          <a:stretch>
            <a:fillRect/>
          </a:stretch>
        </p:blipFill>
        <p:spPr>
          <a:xfrm>
            <a:off x="7461250" y="4693475"/>
            <a:ext cx="1486701" cy="246825"/>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com 3 imagens">
  <p:cSld name="TITLE_AND_TWO_COLUMNS_1">
    <p:spTree>
      <p:nvGrpSpPr>
        <p:cNvPr id="253" name="Shape 253"/>
        <p:cNvGrpSpPr/>
        <p:nvPr/>
      </p:nvGrpSpPr>
      <p:grpSpPr>
        <a:xfrm>
          <a:off x="0" y="0"/>
          <a:ext cx="0" cy="0"/>
          <a:chOff x="0" y="0"/>
          <a:chExt cx="0" cy="0"/>
        </a:xfrm>
      </p:grpSpPr>
      <p:sp>
        <p:nvSpPr>
          <p:cNvPr id="254" name="Google Shape;254;p50"/>
          <p:cNvSpPr/>
          <p:nvPr/>
        </p:nvSpPr>
        <p:spPr>
          <a:xfrm>
            <a:off x="588375" y="1784850"/>
            <a:ext cx="2201400" cy="2451600"/>
          </a:xfrm>
          <a:prstGeom prst="rect">
            <a:avLst/>
          </a:prstGeom>
          <a:solidFill>
            <a:srgbClr val="670506">
              <a:alpha val="2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50"/>
          <p:cNvSpPr/>
          <p:nvPr/>
        </p:nvSpPr>
        <p:spPr>
          <a:xfrm>
            <a:off x="3480129" y="1784850"/>
            <a:ext cx="2201400" cy="2451600"/>
          </a:xfrm>
          <a:prstGeom prst="rect">
            <a:avLst/>
          </a:prstGeom>
          <a:solidFill>
            <a:srgbClr val="670506">
              <a:alpha val="2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50"/>
          <p:cNvSpPr/>
          <p:nvPr/>
        </p:nvSpPr>
        <p:spPr>
          <a:xfrm>
            <a:off x="6363057" y="1784850"/>
            <a:ext cx="2201400" cy="2451600"/>
          </a:xfrm>
          <a:prstGeom prst="rect">
            <a:avLst/>
          </a:prstGeom>
          <a:solidFill>
            <a:srgbClr val="670506">
              <a:alpha val="2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50"/>
          <p:cNvSpPr txBox="1"/>
          <p:nvPr>
            <p:ph type="title"/>
          </p:nvPr>
        </p:nvSpPr>
        <p:spPr>
          <a:xfrm>
            <a:off x="455417" y="400350"/>
            <a:ext cx="8727000" cy="4659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sz="2400">
                <a:solidFill>
                  <a:srgbClr val="3B0304"/>
                </a:solidFill>
              </a:defRPr>
            </a:lvl1pPr>
            <a:lvl2pPr lvl="1" rtl="0">
              <a:spcBef>
                <a:spcPts val="0"/>
              </a:spcBef>
              <a:spcAft>
                <a:spcPts val="0"/>
              </a:spcAft>
              <a:buNone/>
              <a:defRPr b="1" sz="2400">
                <a:solidFill>
                  <a:srgbClr val="3B0304"/>
                </a:solidFill>
              </a:defRPr>
            </a:lvl2pPr>
            <a:lvl3pPr lvl="2" rtl="0">
              <a:spcBef>
                <a:spcPts val="0"/>
              </a:spcBef>
              <a:spcAft>
                <a:spcPts val="0"/>
              </a:spcAft>
              <a:buNone/>
              <a:defRPr b="1" sz="2400">
                <a:solidFill>
                  <a:srgbClr val="3B0304"/>
                </a:solidFill>
              </a:defRPr>
            </a:lvl3pPr>
            <a:lvl4pPr lvl="3" rtl="0">
              <a:spcBef>
                <a:spcPts val="0"/>
              </a:spcBef>
              <a:spcAft>
                <a:spcPts val="0"/>
              </a:spcAft>
              <a:buNone/>
              <a:defRPr b="1" sz="2400">
                <a:solidFill>
                  <a:srgbClr val="3B0304"/>
                </a:solidFill>
              </a:defRPr>
            </a:lvl4pPr>
            <a:lvl5pPr lvl="4" rtl="0">
              <a:spcBef>
                <a:spcPts val="0"/>
              </a:spcBef>
              <a:spcAft>
                <a:spcPts val="0"/>
              </a:spcAft>
              <a:buNone/>
              <a:defRPr b="1" sz="2400">
                <a:solidFill>
                  <a:srgbClr val="3B0304"/>
                </a:solidFill>
              </a:defRPr>
            </a:lvl5pPr>
            <a:lvl6pPr lvl="5" rtl="0">
              <a:spcBef>
                <a:spcPts val="0"/>
              </a:spcBef>
              <a:spcAft>
                <a:spcPts val="0"/>
              </a:spcAft>
              <a:buNone/>
              <a:defRPr b="1" sz="2400">
                <a:solidFill>
                  <a:srgbClr val="3B0304"/>
                </a:solidFill>
              </a:defRPr>
            </a:lvl6pPr>
            <a:lvl7pPr lvl="6" rtl="0">
              <a:spcBef>
                <a:spcPts val="0"/>
              </a:spcBef>
              <a:spcAft>
                <a:spcPts val="0"/>
              </a:spcAft>
              <a:buNone/>
              <a:defRPr b="1" sz="2400">
                <a:solidFill>
                  <a:srgbClr val="3B0304"/>
                </a:solidFill>
              </a:defRPr>
            </a:lvl7pPr>
            <a:lvl8pPr lvl="7" rtl="0">
              <a:spcBef>
                <a:spcPts val="0"/>
              </a:spcBef>
              <a:spcAft>
                <a:spcPts val="0"/>
              </a:spcAft>
              <a:buNone/>
              <a:defRPr b="1" sz="2400">
                <a:solidFill>
                  <a:srgbClr val="3B0304"/>
                </a:solidFill>
              </a:defRPr>
            </a:lvl8pPr>
            <a:lvl9pPr lvl="8" rtl="0">
              <a:spcBef>
                <a:spcPts val="0"/>
              </a:spcBef>
              <a:spcAft>
                <a:spcPts val="0"/>
              </a:spcAft>
              <a:buNone/>
              <a:defRPr b="1" sz="2400">
                <a:solidFill>
                  <a:srgbClr val="3B0304"/>
                </a:solidFill>
              </a:defRPr>
            </a:lvl9pPr>
          </a:lstStyle>
          <a:p/>
        </p:txBody>
      </p:sp>
      <p:sp>
        <p:nvSpPr>
          <p:cNvPr id="258" name="Google Shape;258;p50"/>
          <p:cNvSpPr txBox="1"/>
          <p:nvPr>
            <p:ph idx="1" type="subTitle"/>
          </p:nvPr>
        </p:nvSpPr>
        <p:spPr>
          <a:xfrm>
            <a:off x="476442" y="811938"/>
            <a:ext cx="8564400" cy="367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400">
                <a:solidFill>
                  <a:schemeClr val="dk2"/>
                </a:solidFill>
              </a:defRPr>
            </a:lvl1pPr>
            <a:lvl2pPr lvl="1" rtl="0">
              <a:spcBef>
                <a:spcPts val="1600"/>
              </a:spcBef>
              <a:spcAft>
                <a:spcPts val="0"/>
              </a:spcAft>
              <a:buNone/>
              <a:defRPr>
                <a:solidFill>
                  <a:schemeClr val="dk2"/>
                </a:solidFill>
              </a:defRPr>
            </a:lvl2pPr>
            <a:lvl3pPr lvl="2" rtl="0">
              <a:spcBef>
                <a:spcPts val="1600"/>
              </a:spcBef>
              <a:spcAft>
                <a:spcPts val="0"/>
              </a:spcAft>
              <a:buNone/>
              <a:defRPr>
                <a:solidFill>
                  <a:schemeClr val="dk2"/>
                </a:solidFill>
              </a:defRPr>
            </a:lvl3pPr>
            <a:lvl4pPr lvl="3" rtl="0">
              <a:spcBef>
                <a:spcPts val="1600"/>
              </a:spcBef>
              <a:spcAft>
                <a:spcPts val="0"/>
              </a:spcAft>
              <a:buNone/>
              <a:defRPr>
                <a:solidFill>
                  <a:schemeClr val="dk2"/>
                </a:solidFill>
              </a:defRPr>
            </a:lvl4pPr>
            <a:lvl5pPr lvl="4" rtl="0">
              <a:spcBef>
                <a:spcPts val="1600"/>
              </a:spcBef>
              <a:spcAft>
                <a:spcPts val="0"/>
              </a:spcAft>
              <a:buNone/>
              <a:defRPr>
                <a:solidFill>
                  <a:schemeClr val="dk2"/>
                </a:solidFill>
              </a:defRPr>
            </a:lvl5pPr>
            <a:lvl6pPr lvl="5" rtl="0">
              <a:spcBef>
                <a:spcPts val="1600"/>
              </a:spcBef>
              <a:spcAft>
                <a:spcPts val="0"/>
              </a:spcAft>
              <a:buNone/>
              <a:defRPr>
                <a:solidFill>
                  <a:schemeClr val="dk2"/>
                </a:solidFill>
              </a:defRPr>
            </a:lvl6pPr>
            <a:lvl7pPr lvl="6" rtl="0">
              <a:spcBef>
                <a:spcPts val="1600"/>
              </a:spcBef>
              <a:spcAft>
                <a:spcPts val="0"/>
              </a:spcAft>
              <a:buNone/>
              <a:defRPr>
                <a:solidFill>
                  <a:schemeClr val="dk2"/>
                </a:solidFill>
              </a:defRPr>
            </a:lvl7pPr>
            <a:lvl8pPr lvl="7" rtl="0">
              <a:spcBef>
                <a:spcPts val="1600"/>
              </a:spcBef>
              <a:spcAft>
                <a:spcPts val="0"/>
              </a:spcAft>
              <a:buNone/>
              <a:defRPr>
                <a:solidFill>
                  <a:schemeClr val="dk2"/>
                </a:solidFill>
              </a:defRPr>
            </a:lvl8pPr>
            <a:lvl9pPr lvl="8" rtl="0">
              <a:spcBef>
                <a:spcPts val="1600"/>
              </a:spcBef>
              <a:spcAft>
                <a:spcPts val="1600"/>
              </a:spcAft>
              <a:buNone/>
              <a:defRPr>
                <a:solidFill>
                  <a:schemeClr val="dk2"/>
                </a:solidFill>
              </a:defRPr>
            </a:lvl9pPr>
          </a:lstStyle>
          <a:p/>
        </p:txBody>
      </p:sp>
      <p:sp>
        <p:nvSpPr>
          <p:cNvPr id="259" name="Google Shape;259;p50"/>
          <p:cNvSpPr/>
          <p:nvPr/>
        </p:nvSpPr>
        <p:spPr>
          <a:xfrm>
            <a:off x="573700" y="1343210"/>
            <a:ext cx="953400" cy="53100"/>
          </a:xfrm>
          <a:prstGeom prst="rect">
            <a:avLst/>
          </a:prstGeom>
          <a:solidFill>
            <a:srgbClr val="6705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50"/>
          <p:cNvSpPr txBox="1"/>
          <p:nvPr/>
        </p:nvSpPr>
        <p:spPr>
          <a:xfrm>
            <a:off x="1097770" y="2700825"/>
            <a:ext cx="1182600" cy="39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a:solidFill>
                  <a:srgbClr val="99A0AA"/>
                </a:solidFill>
              </a:rPr>
              <a:t>[ Imagem ]</a:t>
            </a:r>
            <a:endParaRPr>
              <a:solidFill>
                <a:srgbClr val="99A0AA"/>
              </a:solidFill>
            </a:endParaRPr>
          </a:p>
        </p:txBody>
      </p:sp>
      <p:sp>
        <p:nvSpPr>
          <p:cNvPr id="261" name="Google Shape;261;p50"/>
          <p:cNvSpPr txBox="1"/>
          <p:nvPr/>
        </p:nvSpPr>
        <p:spPr>
          <a:xfrm>
            <a:off x="3985107" y="2700825"/>
            <a:ext cx="1182600" cy="39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a:solidFill>
                  <a:srgbClr val="99A0AA"/>
                </a:solidFill>
              </a:rPr>
              <a:t>[ Imagem ]</a:t>
            </a:r>
            <a:endParaRPr>
              <a:solidFill>
                <a:srgbClr val="99A0AA"/>
              </a:solidFill>
            </a:endParaRPr>
          </a:p>
        </p:txBody>
      </p:sp>
      <p:sp>
        <p:nvSpPr>
          <p:cNvPr id="262" name="Google Shape;262;p50"/>
          <p:cNvSpPr txBox="1"/>
          <p:nvPr/>
        </p:nvSpPr>
        <p:spPr>
          <a:xfrm>
            <a:off x="6881282" y="2700825"/>
            <a:ext cx="1182600" cy="39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a:solidFill>
                  <a:srgbClr val="99A0AA"/>
                </a:solidFill>
              </a:rPr>
              <a:t>[ Imagem ]</a:t>
            </a:r>
            <a:endParaRPr>
              <a:solidFill>
                <a:srgbClr val="99A0AA"/>
              </a:solidFill>
            </a:endParaRPr>
          </a:p>
        </p:txBody>
      </p:sp>
      <p:pic>
        <p:nvPicPr>
          <p:cNvPr id="263" name="Google Shape;263;p50"/>
          <p:cNvPicPr preferRelativeResize="0"/>
          <p:nvPr/>
        </p:nvPicPr>
        <p:blipFill>
          <a:blip r:embed="rId2">
            <a:alphaModFix/>
          </a:blip>
          <a:stretch>
            <a:fillRect/>
          </a:stretch>
        </p:blipFill>
        <p:spPr>
          <a:xfrm>
            <a:off x="7461250" y="4693475"/>
            <a:ext cx="1486701" cy="246825"/>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dados">
  <p:cSld name="TITLE_AND_TWO_COLUMNS_1_1">
    <p:spTree>
      <p:nvGrpSpPr>
        <p:cNvPr id="264" name="Shape 264"/>
        <p:cNvGrpSpPr/>
        <p:nvPr/>
      </p:nvGrpSpPr>
      <p:grpSpPr>
        <a:xfrm>
          <a:off x="0" y="0"/>
          <a:ext cx="0" cy="0"/>
          <a:chOff x="0" y="0"/>
          <a:chExt cx="0" cy="0"/>
        </a:xfrm>
      </p:grpSpPr>
      <p:sp>
        <p:nvSpPr>
          <p:cNvPr id="265" name="Google Shape;265;p51"/>
          <p:cNvSpPr txBox="1"/>
          <p:nvPr>
            <p:ph hasCustomPrompt="1" type="title"/>
          </p:nvPr>
        </p:nvSpPr>
        <p:spPr>
          <a:xfrm>
            <a:off x="498350" y="1269103"/>
            <a:ext cx="2201400" cy="16485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670506"/>
              </a:buClr>
              <a:buSzPts val="6000"/>
              <a:buNone/>
              <a:defRPr b="1" sz="6000">
                <a:solidFill>
                  <a:srgbClr val="670506"/>
                </a:solidFill>
              </a:defRPr>
            </a:lvl1pPr>
            <a:lvl2pPr lvl="1" rtl="0" algn="ctr">
              <a:spcBef>
                <a:spcPts val="0"/>
              </a:spcBef>
              <a:spcAft>
                <a:spcPts val="0"/>
              </a:spcAft>
              <a:buClr>
                <a:srgbClr val="670506"/>
              </a:buClr>
              <a:buSzPts val="6000"/>
              <a:buNone/>
              <a:defRPr sz="6000">
                <a:solidFill>
                  <a:srgbClr val="670506"/>
                </a:solidFill>
              </a:defRPr>
            </a:lvl2pPr>
            <a:lvl3pPr lvl="2" rtl="0" algn="ctr">
              <a:spcBef>
                <a:spcPts val="0"/>
              </a:spcBef>
              <a:spcAft>
                <a:spcPts val="0"/>
              </a:spcAft>
              <a:buClr>
                <a:srgbClr val="670506"/>
              </a:buClr>
              <a:buSzPts val="6000"/>
              <a:buNone/>
              <a:defRPr sz="6000">
                <a:solidFill>
                  <a:srgbClr val="670506"/>
                </a:solidFill>
              </a:defRPr>
            </a:lvl3pPr>
            <a:lvl4pPr lvl="3" rtl="0" algn="ctr">
              <a:spcBef>
                <a:spcPts val="0"/>
              </a:spcBef>
              <a:spcAft>
                <a:spcPts val="0"/>
              </a:spcAft>
              <a:buClr>
                <a:srgbClr val="670506"/>
              </a:buClr>
              <a:buSzPts val="6000"/>
              <a:buNone/>
              <a:defRPr sz="6000">
                <a:solidFill>
                  <a:srgbClr val="670506"/>
                </a:solidFill>
              </a:defRPr>
            </a:lvl4pPr>
            <a:lvl5pPr lvl="4" rtl="0" algn="ctr">
              <a:spcBef>
                <a:spcPts val="0"/>
              </a:spcBef>
              <a:spcAft>
                <a:spcPts val="0"/>
              </a:spcAft>
              <a:buClr>
                <a:srgbClr val="670506"/>
              </a:buClr>
              <a:buSzPts val="6000"/>
              <a:buNone/>
              <a:defRPr sz="6000">
                <a:solidFill>
                  <a:srgbClr val="670506"/>
                </a:solidFill>
              </a:defRPr>
            </a:lvl5pPr>
            <a:lvl6pPr lvl="5" rtl="0" algn="ctr">
              <a:spcBef>
                <a:spcPts val="0"/>
              </a:spcBef>
              <a:spcAft>
                <a:spcPts val="0"/>
              </a:spcAft>
              <a:buClr>
                <a:srgbClr val="670506"/>
              </a:buClr>
              <a:buSzPts val="6000"/>
              <a:buNone/>
              <a:defRPr sz="6000">
                <a:solidFill>
                  <a:srgbClr val="670506"/>
                </a:solidFill>
              </a:defRPr>
            </a:lvl6pPr>
            <a:lvl7pPr lvl="6" rtl="0" algn="ctr">
              <a:spcBef>
                <a:spcPts val="0"/>
              </a:spcBef>
              <a:spcAft>
                <a:spcPts val="0"/>
              </a:spcAft>
              <a:buClr>
                <a:srgbClr val="670506"/>
              </a:buClr>
              <a:buSzPts val="6000"/>
              <a:buNone/>
              <a:defRPr sz="6000">
                <a:solidFill>
                  <a:srgbClr val="670506"/>
                </a:solidFill>
              </a:defRPr>
            </a:lvl7pPr>
            <a:lvl8pPr lvl="7" rtl="0" algn="ctr">
              <a:spcBef>
                <a:spcPts val="0"/>
              </a:spcBef>
              <a:spcAft>
                <a:spcPts val="0"/>
              </a:spcAft>
              <a:buClr>
                <a:srgbClr val="670506"/>
              </a:buClr>
              <a:buSzPts val="6000"/>
              <a:buNone/>
              <a:defRPr sz="6000">
                <a:solidFill>
                  <a:srgbClr val="670506"/>
                </a:solidFill>
              </a:defRPr>
            </a:lvl8pPr>
            <a:lvl9pPr lvl="8" rtl="0" algn="ctr">
              <a:spcBef>
                <a:spcPts val="0"/>
              </a:spcBef>
              <a:spcAft>
                <a:spcPts val="0"/>
              </a:spcAft>
              <a:buClr>
                <a:srgbClr val="670506"/>
              </a:buClr>
              <a:buSzPts val="6000"/>
              <a:buNone/>
              <a:defRPr sz="6000">
                <a:solidFill>
                  <a:srgbClr val="670506"/>
                </a:solidFill>
              </a:defRPr>
            </a:lvl9pPr>
          </a:lstStyle>
          <a:p>
            <a:r>
              <a:t>xx%</a:t>
            </a:r>
          </a:p>
        </p:txBody>
      </p:sp>
      <p:sp>
        <p:nvSpPr>
          <p:cNvPr id="266" name="Google Shape;266;p51"/>
          <p:cNvSpPr txBox="1"/>
          <p:nvPr>
            <p:ph idx="1" type="body"/>
          </p:nvPr>
        </p:nvSpPr>
        <p:spPr>
          <a:xfrm>
            <a:off x="498350" y="2934203"/>
            <a:ext cx="2201400" cy="990300"/>
          </a:xfrm>
          <a:prstGeom prst="rect">
            <a:avLst/>
          </a:prstGeom>
        </p:spPr>
        <p:txBody>
          <a:bodyPr anchorCtr="0" anchor="t" bIns="91425" lIns="91425" spcFirstLastPara="1" rIns="91425" wrap="square" tIns="91425">
            <a:noAutofit/>
          </a:bodyPr>
          <a:lstStyle>
            <a:lvl1pPr indent="-330200" lvl="0" marL="457200" rtl="0" algn="ctr">
              <a:spcBef>
                <a:spcPts val="0"/>
              </a:spcBef>
              <a:spcAft>
                <a:spcPts val="0"/>
              </a:spcAft>
              <a:buClr>
                <a:srgbClr val="404040"/>
              </a:buClr>
              <a:buSzPts val="1600"/>
              <a:buChar char="●"/>
              <a:defRPr>
                <a:solidFill>
                  <a:srgbClr val="404040"/>
                </a:solidFill>
              </a:defRPr>
            </a:lvl1pPr>
            <a:lvl2pPr indent="-317500" lvl="1" marL="914400" rtl="0" algn="ctr">
              <a:spcBef>
                <a:spcPts val="1600"/>
              </a:spcBef>
              <a:spcAft>
                <a:spcPts val="0"/>
              </a:spcAft>
              <a:buClr>
                <a:srgbClr val="404040"/>
              </a:buClr>
              <a:buSzPts val="1400"/>
              <a:buChar char="○"/>
              <a:defRPr>
                <a:solidFill>
                  <a:srgbClr val="404040"/>
                </a:solidFill>
              </a:defRPr>
            </a:lvl2pPr>
            <a:lvl3pPr indent="-317500" lvl="2" marL="1371600" rtl="0" algn="ctr">
              <a:spcBef>
                <a:spcPts val="1600"/>
              </a:spcBef>
              <a:spcAft>
                <a:spcPts val="0"/>
              </a:spcAft>
              <a:buClr>
                <a:srgbClr val="404040"/>
              </a:buClr>
              <a:buSzPts val="1400"/>
              <a:buChar char="■"/>
              <a:defRPr>
                <a:solidFill>
                  <a:srgbClr val="404040"/>
                </a:solidFill>
              </a:defRPr>
            </a:lvl3pPr>
            <a:lvl4pPr indent="-317500" lvl="3" marL="1828800" rtl="0" algn="ctr">
              <a:spcBef>
                <a:spcPts val="1600"/>
              </a:spcBef>
              <a:spcAft>
                <a:spcPts val="0"/>
              </a:spcAft>
              <a:buClr>
                <a:srgbClr val="404040"/>
              </a:buClr>
              <a:buSzPts val="1400"/>
              <a:buChar char="●"/>
              <a:defRPr>
                <a:solidFill>
                  <a:srgbClr val="404040"/>
                </a:solidFill>
              </a:defRPr>
            </a:lvl4pPr>
            <a:lvl5pPr indent="-317500" lvl="4" marL="2286000" rtl="0" algn="ctr">
              <a:spcBef>
                <a:spcPts val="1600"/>
              </a:spcBef>
              <a:spcAft>
                <a:spcPts val="0"/>
              </a:spcAft>
              <a:buClr>
                <a:srgbClr val="404040"/>
              </a:buClr>
              <a:buSzPts val="1400"/>
              <a:buChar char="○"/>
              <a:defRPr>
                <a:solidFill>
                  <a:srgbClr val="404040"/>
                </a:solidFill>
              </a:defRPr>
            </a:lvl5pPr>
            <a:lvl6pPr indent="-317500" lvl="5" marL="2743200" rtl="0" algn="ctr">
              <a:spcBef>
                <a:spcPts val="1600"/>
              </a:spcBef>
              <a:spcAft>
                <a:spcPts val="0"/>
              </a:spcAft>
              <a:buClr>
                <a:srgbClr val="404040"/>
              </a:buClr>
              <a:buSzPts val="1400"/>
              <a:buChar char="■"/>
              <a:defRPr>
                <a:solidFill>
                  <a:srgbClr val="404040"/>
                </a:solidFill>
              </a:defRPr>
            </a:lvl6pPr>
            <a:lvl7pPr indent="-317500" lvl="6" marL="3200400" rtl="0" algn="ctr">
              <a:spcBef>
                <a:spcPts val="1600"/>
              </a:spcBef>
              <a:spcAft>
                <a:spcPts val="0"/>
              </a:spcAft>
              <a:buClr>
                <a:srgbClr val="404040"/>
              </a:buClr>
              <a:buSzPts val="1400"/>
              <a:buChar char="●"/>
              <a:defRPr>
                <a:solidFill>
                  <a:srgbClr val="404040"/>
                </a:solidFill>
              </a:defRPr>
            </a:lvl7pPr>
            <a:lvl8pPr indent="-317500" lvl="7" marL="3657600" rtl="0" algn="ctr">
              <a:spcBef>
                <a:spcPts val="1600"/>
              </a:spcBef>
              <a:spcAft>
                <a:spcPts val="0"/>
              </a:spcAft>
              <a:buClr>
                <a:srgbClr val="404040"/>
              </a:buClr>
              <a:buSzPts val="1400"/>
              <a:buChar char="○"/>
              <a:defRPr>
                <a:solidFill>
                  <a:srgbClr val="404040"/>
                </a:solidFill>
              </a:defRPr>
            </a:lvl8pPr>
            <a:lvl9pPr indent="-317500" lvl="8" marL="4114800" rtl="0" algn="ctr">
              <a:spcBef>
                <a:spcPts val="1600"/>
              </a:spcBef>
              <a:spcAft>
                <a:spcPts val="1600"/>
              </a:spcAft>
              <a:buClr>
                <a:srgbClr val="404040"/>
              </a:buClr>
              <a:buSzPts val="1400"/>
              <a:buChar char="■"/>
              <a:defRPr>
                <a:solidFill>
                  <a:srgbClr val="404040"/>
                </a:solidFill>
              </a:defRPr>
            </a:lvl9pPr>
          </a:lstStyle>
          <a:p/>
        </p:txBody>
      </p:sp>
      <p:sp>
        <p:nvSpPr>
          <p:cNvPr id="267" name="Google Shape;267;p51"/>
          <p:cNvSpPr txBox="1"/>
          <p:nvPr>
            <p:ph hasCustomPrompt="1" idx="2" type="title"/>
          </p:nvPr>
        </p:nvSpPr>
        <p:spPr>
          <a:xfrm>
            <a:off x="3471300" y="1269103"/>
            <a:ext cx="2201400" cy="16485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670506"/>
              </a:buClr>
              <a:buSzPts val="6000"/>
              <a:buNone/>
              <a:defRPr b="1" sz="6000">
                <a:solidFill>
                  <a:srgbClr val="670506"/>
                </a:solidFill>
              </a:defRPr>
            </a:lvl1pPr>
            <a:lvl2pPr lvl="1" rtl="0" algn="ctr">
              <a:spcBef>
                <a:spcPts val="0"/>
              </a:spcBef>
              <a:spcAft>
                <a:spcPts val="0"/>
              </a:spcAft>
              <a:buClr>
                <a:srgbClr val="670506"/>
              </a:buClr>
              <a:buSzPts val="6000"/>
              <a:buNone/>
              <a:defRPr sz="6000">
                <a:solidFill>
                  <a:srgbClr val="670506"/>
                </a:solidFill>
              </a:defRPr>
            </a:lvl2pPr>
            <a:lvl3pPr lvl="2" rtl="0" algn="ctr">
              <a:spcBef>
                <a:spcPts val="0"/>
              </a:spcBef>
              <a:spcAft>
                <a:spcPts val="0"/>
              </a:spcAft>
              <a:buClr>
                <a:srgbClr val="670506"/>
              </a:buClr>
              <a:buSzPts val="6000"/>
              <a:buNone/>
              <a:defRPr sz="6000">
                <a:solidFill>
                  <a:srgbClr val="670506"/>
                </a:solidFill>
              </a:defRPr>
            </a:lvl3pPr>
            <a:lvl4pPr lvl="3" rtl="0" algn="ctr">
              <a:spcBef>
                <a:spcPts val="0"/>
              </a:spcBef>
              <a:spcAft>
                <a:spcPts val="0"/>
              </a:spcAft>
              <a:buClr>
                <a:srgbClr val="670506"/>
              </a:buClr>
              <a:buSzPts val="6000"/>
              <a:buNone/>
              <a:defRPr sz="6000">
                <a:solidFill>
                  <a:srgbClr val="670506"/>
                </a:solidFill>
              </a:defRPr>
            </a:lvl4pPr>
            <a:lvl5pPr lvl="4" rtl="0" algn="ctr">
              <a:spcBef>
                <a:spcPts val="0"/>
              </a:spcBef>
              <a:spcAft>
                <a:spcPts val="0"/>
              </a:spcAft>
              <a:buClr>
                <a:srgbClr val="670506"/>
              </a:buClr>
              <a:buSzPts val="6000"/>
              <a:buNone/>
              <a:defRPr sz="6000">
                <a:solidFill>
                  <a:srgbClr val="670506"/>
                </a:solidFill>
              </a:defRPr>
            </a:lvl5pPr>
            <a:lvl6pPr lvl="5" rtl="0" algn="ctr">
              <a:spcBef>
                <a:spcPts val="0"/>
              </a:spcBef>
              <a:spcAft>
                <a:spcPts val="0"/>
              </a:spcAft>
              <a:buClr>
                <a:srgbClr val="670506"/>
              </a:buClr>
              <a:buSzPts val="6000"/>
              <a:buNone/>
              <a:defRPr sz="6000">
                <a:solidFill>
                  <a:srgbClr val="670506"/>
                </a:solidFill>
              </a:defRPr>
            </a:lvl6pPr>
            <a:lvl7pPr lvl="6" rtl="0" algn="ctr">
              <a:spcBef>
                <a:spcPts val="0"/>
              </a:spcBef>
              <a:spcAft>
                <a:spcPts val="0"/>
              </a:spcAft>
              <a:buClr>
                <a:srgbClr val="670506"/>
              </a:buClr>
              <a:buSzPts val="6000"/>
              <a:buNone/>
              <a:defRPr sz="6000">
                <a:solidFill>
                  <a:srgbClr val="670506"/>
                </a:solidFill>
              </a:defRPr>
            </a:lvl7pPr>
            <a:lvl8pPr lvl="7" rtl="0" algn="ctr">
              <a:spcBef>
                <a:spcPts val="0"/>
              </a:spcBef>
              <a:spcAft>
                <a:spcPts val="0"/>
              </a:spcAft>
              <a:buClr>
                <a:srgbClr val="670506"/>
              </a:buClr>
              <a:buSzPts val="6000"/>
              <a:buNone/>
              <a:defRPr sz="6000">
                <a:solidFill>
                  <a:srgbClr val="670506"/>
                </a:solidFill>
              </a:defRPr>
            </a:lvl8pPr>
            <a:lvl9pPr lvl="8" rtl="0" algn="ctr">
              <a:spcBef>
                <a:spcPts val="0"/>
              </a:spcBef>
              <a:spcAft>
                <a:spcPts val="0"/>
              </a:spcAft>
              <a:buClr>
                <a:srgbClr val="670506"/>
              </a:buClr>
              <a:buSzPts val="6000"/>
              <a:buNone/>
              <a:defRPr sz="6000">
                <a:solidFill>
                  <a:srgbClr val="670506"/>
                </a:solidFill>
              </a:defRPr>
            </a:lvl9pPr>
          </a:lstStyle>
          <a:p>
            <a:r>
              <a:t>xx%</a:t>
            </a:r>
          </a:p>
        </p:txBody>
      </p:sp>
      <p:sp>
        <p:nvSpPr>
          <p:cNvPr id="268" name="Google Shape;268;p51"/>
          <p:cNvSpPr txBox="1"/>
          <p:nvPr>
            <p:ph idx="3" type="body"/>
          </p:nvPr>
        </p:nvSpPr>
        <p:spPr>
          <a:xfrm>
            <a:off x="3471300" y="2934203"/>
            <a:ext cx="2201400" cy="990300"/>
          </a:xfrm>
          <a:prstGeom prst="rect">
            <a:avLst/>
          </a:prstGeom>
        </p:spPr>
        <p:txBody>
          <a:bodyPr anchorCtr="0" anchor="t" bIns="91425" lIns="91425" spcFirstLastPara="1" rIns="91425" wrap="square" tIns="91425">
            <a:noAutofit/>
          </a:bodyPr>
          <a:lstStyle>
            <a:lvl1pPr indent="-330200" lvl="0" marL="457200" rtl="0" algn="ctr">
              <a:spcBef>
                <a:spcPts val="0"/>
              </a:spcBef>
              <a:spcAft>
                <a:spcPts val="0"/>
              </a:spcAft>
              <a:buClr>
                <a:srgbClr val="404040"/>
              </a:buClr>
              <a:buSzPts val="1600"/>
              <a:buChar char="●"/>
              <a:defRPr>
                <a:solidFill>
                  <a:srgbClr val="404040"/>
                </a:solidFill>
              </a:defRPr>
            </a:lvl1pPr>
            <a:lvl2pPr indent="-317500" lvl="1" marL="914400" rtl="0" algn="ctr">
              <a:spcBef>
                <a:spcPts val="1600"/>
              </a:spcBef>
              <a:spcAft>
                <a:spcPts val="0"/>
              </a:spcAft>
              <a:buClr>
                <a:srgbClr val="404040"/>
              </a:buClr>
              <a:buSzPts val="1400"/>
              <a:buChar char="○"/>
              <a:defRPr>
                <a:solidFill>
                  <a:srgbClr val="404040"/>
                </a:solidFill>
              </a:defRPr>
            </a:lvl2pPr>
            <a:lvl3pPr indent="-317500" lvl="2" marL="1371600" rtl="0" algn="ctr">
              <a:spcBef>
                <a:spcPts val="1600"/>
              </a:spcBef>
              <a:spcAft>
                <a:spcPts val="0"/>
              </a:spcAft>
              <a:buClr>
                <a:srgbClr val="404040"/>
              </a:buClr>
              <a:buSzPts val="1400"/>
              <a:buChar char="■"/>
              <a:defRPr>
                <a:solidFill>
                  <a:srgbClr val="404040"/>
                </a:solidFill>
              </a:defRPr>
            </a:lvl3pPr>
            <a:lvl4pPr indent="-317500" lvl="3" marL="1828800" rtl="0" algn="ctr">
              <a:spcBef>
                <a:spcPts val="1600"/>
              </a:spcBef>
              <a:spcAft>
                <a:spcPts val="0"/>
              </a:spcAft>
              <a:buClr>
                <a:srgbClr val="404040"/>
              </a:buClr>
              <a:buSzPts val="1400"/>
              <a:buChar char="●"/>
              <a:defRPr>
                <a:solidFill>
                  <a:srgbClr val="404040"/>
                </a:solidFill>
              </a:defRPr>
            </a:lvl4pPr>
            <a:lvl5pPr indent="-317500" lvl="4" marL="2286000" rtl="0" algn="ctr">
              <a:spcBef>
                <a:spcPts val="1600"/>
              </a:spcBef>
              <a:spcAft>
                <a:spcPts val="0"/>
              </a:spcAft>
              <a:buClr>
                <a:srgbClr val="404040"/>
              </a:buClr>
              <a:buSzPts val="1400"/>
              <a:buChar char="○"/>
              <a:defRPr>
                <a:solidFill>
                  <a:srgbClr val="404040"/>
                </a:solidFill>
              </a:defRPr>
            </a:lvl5pPr>
            <a:lvl6pPr indent="-317500" lvl="5" marL="2743200" rtl="0" algn="ctr">
              <a:spcBef>
                <a:spcPts val="1600"/>
              </a:spcBef>
              <a:spcAft>
                <a:spcPts val="0"/>
              </a:spcAft>
              <a:buClr>
                <a:srgbClr val="404040"/>
              </a:buClr>
              <a:buSzPts val="1400"/>
              <a:buChar char="■"/>
              <a:defRPr>
                <a:solidFill>
                  <a:srgbClr val="404040"/>
                </a:solidFill>
              </a:defRPr>
            </a:lvl6pPr>
            <a:lvl7pPr indent="-317500" lvl="6" marL="3200400" rtl="0" algn="ctr">
              <a:spcBef>
                <a:spcPts val="1600"/>
              </a:spcBef>
              <a:spcAft>
                <a:spcPts val="0"/>
              </a:spcAft>
              <a:buClr>
                <a:srgbClr val="404040"/>
              </a:buClr>
              <a:buSzPts val="1400"/>
              <a:buChar char="●"/>
              <a:defRPr>
                <a:solidFill>
                  <a:srgbClr val="404040"/>
                </a:solidFill>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269" name="Google Shape;269;p51"/>
          <p:cNvSpPr txBox="1"/>
          <p:nvPr>
            <p:ph hasCustomPrompt="1" idx="4" type="title"/>
          </p:nvPr>
        </p:nvSpPr>
        <p:spPr>
          <a:xfrm>
            <a:off x="6430425" y="1269103"/>
            <a:ext cx="2201400" cy="16485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670506"/>
              </a:buClr>
              <a:buSzPts val="6000"/>
              <a:buNone/>
              <a:defRPr b="1" sz="6000">
                <a:solidFill>
                  <a:srgbClr val="670506"/>
                </a:solidFill>
              </a:defRPr>
            </a:lvl1pPr>
            <a:lvl2pPr lvl="1" rtl="0" algn="ctr">
              <a:spcBef>
                <a:spcPts val="0"/>
              </a:spcBef>
              <a:spcAft>
                <a:spcPts val="0"/>
              </a:spcAft>
              <a:buClr>
                <a:srgbClr val="670506"/>
              </a:buClr>
              <a:buSzPts val="6000"/>
              <a:buNone/>
              <a:defRPr sz="6000">
                <a:solidFill>
                  <a:srgbClr val="670506"/>
                </a:solidFill>
              </a:defRPr>
            </a:lvl2pPr>
            <a:lvl3pPr lvl="2" rtl="0" algn="ctr">
              <a:spcBef>
                <a:spcPts val="0"/>
              </a:spcBef>
              <a:spcAft>
                <a:spcPts val="0"/>
              </a:spcAft>
              <a:buClr>
                <a:srgbClr val="670506"/>
              </a:buClr>
              <a:buSzPts val="6000"/>
              <a:buNone/>
              <a:defRPr sz="6000">
                <a:solidFill>
                  <a:srgbClr val="670506"/>
                </a:solidFill>
              </a:defRPr>
            </a:lvl3pPr>
            <a:lvl4pPr lvl="3" rtl="0" algn="ctr">
              <a:spcBef>
                <a:spcPts val="0"/>
              </a:spcBef>
              <a:spcAft>
                <a:spcPts val="0"/>
              </a:spcAft>
              <a:buClr>
                <a:srgbClr val="670506"/>
              </a:buClr>
              <a:buSzPts val="6000"/>
              <a:buNone/>
              <a:defRPr sz="6000">
                <a:solidFill>
                  <a:srgbClr val="670506"/>
                </a:solidFill>
              </a:defRPr>
            </a:lvl4pPr>
            <a:lvl5pPr lvl="4" rtl="0" algn="ctr">
              <a:spcBef>
                <a:spcPts val="0"/>
              </a:spcBef>
              <a:spcAft>
                <a:spcPts val="0"/>
              </a:spcAft>
              <a:buClr>
                <a:srgbClr val="670506"/>
              </a:buClr>
              <a:buSzPts val="6000"/>
              <a:buNone/>
              <a:defRPr sz="6000">
                <a:solidFill>
                  <a:srgbClr val="670506"/>
                </a:solidFill>
              </a:defRPr>
            </a:lvl5pPr>
            <a:lvl6pPr lvl="5" rtl="0" algn="ctr">
              <a:spcBef>
                <a:spcPts val="0"/>
              </a:spcBef>
              <a:spcAft>
                <a:spcPts val="0"/>
              </a:spcAft>
              <a:buClr>
                <a:srgbClr val="670506"/>
              </a:buClr>
              <a:buSzPts val="6000"/>
              <a:buNone/>
              <a:defRPr sz="6000">
                <a:solidFill>
                  <a:srgbClr val="670506"/>
                </a:solidFill>
              </a:defRPr>
            </a:lvl6pPr>
            <a:lvl7pPr lvl="6" rtl="0" algn="ctr">
              <a:spcBef>
                <a:spcPts val="0"/>
              </a:spcBef>
              <a:spcAft>
                <a:spcPts val="0"/>
              </a:spcAft>
              <a:buClr>
                <a:srgbClr val="670506"/>
              </a:buClr>
              <a:buSzPts val="6000"/>
              <a:buNone/>
              <a:defRPr sz="6000">
                <a:solidFill>
                  <a:srgbClr val="670506"/>
                </a:solidFill>
              </a:defRPr>
            </a:lvl7pPr>
            <a:lvl8pPr lvl="7" rtl="0" algn="ctr">
              <a:spcBef>
                <a:spcPts val="0"/>
              </a:spcBef>
              <a:spcAft>
                <a:spcPts val="0"/>
              </a:spcAft>
              <a:buClr>
                <a:srgbClr val="670506"/>
              </a:buClr>
              <a:buSzPts val="6000"/>
              <a:buNone/>
              <a:defRPr sz="6000">
                <a:solidFill>
                  <a:srgbClr val="670506"/>
                </a:solidFill>
              </a:defRPr>
            </a:lvl8pPr>
            <a:lvl9pPr lvl="8" rtl="0" algn="ctr">
              <a:spcBef>
                <a:spcPts val="0"/>
              </a:spcBef>
              <a:spcAft>
                <a:spcPts val="0"/>
              </a:spcAft>
              <a:buClr>
                <a:srgbClr val="670506"/>
              </a:buClr>
              <a:buSzPts val="6000"/>
              <a:buNone/>
              <a:defRPr sz="6000">
                <a:solidFill>
                  <a:srgbClr val="670506"/>
                </a:solidFill>
              </a:defRPr>
            </a:lvl9pPr>
          </a:lstStyle>
          <a:p>
            <a:r>
              <a:t>xx%</a:t>
            </a:r>
          </a:p>
        </p:txBody>
      </p:sp>
      <p:sp>
        <p:nvSpPr>
          <p:cNvPr id="270" name="Google Shape;270;p51"/>
          <p:cNvSpPr txBox="1"/>
          <p:nvPr>
            <p:ph idx="5" type="body"/>
          </p:nvPr>
        </p:nvSpPr>
        <p:spPr>
          <a:xfrm>
            <a:off x="6430425" y="2934203"/>
            <a:ext cx="2201400" cy="990300"/>
          </a:xfrm>
          <a:prstGeom prst="rect">
            <a:avLst/>
          </a:prstGeom>
        </p:spPr>
        <p:txBody>
          <a:bodyPr anchorCtr="0" anchor="t" bIns="91425" lIns="91425" spcFirstLastPara="1" rIns="91425" wrap="square" tIns="91425">
            <a:noAutofit/>
          </a:bodyPr>
          <a:lstStyle>
            <a:lvl1pPr indent="-330200" lvl="0" marL="457200" rtl="0" algn="ctr">
              <a:spcBef>
                <a:spcPts val="0"/>
              </a:spcBef>
              <a:spcAft>
                <a:spcPts val="0"/>
              </a:spcAft>
              <a:buClr>
                <a:srgbClr val="404040"/>
              </a:buClr>
              <a:buSzPts val="1600"/>
              <a:buChar char="●"/>
              <a:defRPr>
                <a:solidFill>
                  <a:srgbClr val="404040"/>
                </a:solidFill>
              </a:defRPr>
            </a:lvl1pPr>
            <a:lvl2pPr indent="-317500" lvl="1" marL="914400" rtl="0" algn="ctr">
              <a:spcBef>
                <a:spcPts val="1600"/>
              </a:spcBef>
              <a:spcAft>
                <a:spcPts val="0"/>
              </a:spcAft>
              <a:buClr>
                <a:srgbClr val="404040"/>
              </a:buClr>
              <a:buSzPts val="1400"/>
              <a:buChar char="○"/>
              <a:defRPr>
                <a:solidFill>
                  <a:srgbClr val="404040"/>
                </a:solidFill>
              </a:defRPr>
            </a:lvl2pPr>
            <a:lvl3pPr indent="-317500" lvl="2" marL="1371600" rtl="0" algn="ctr">
              <a:spcBef>
                <a:spcPts val="1600"/>
              </a:spcBef>
              <a:spcAft>
                <a:spcPts val="0"/>
              </a:spcAft>
              <a:buClr>
                <a:srgbClr val="404040"/>
              </a:buClr>
              <a:buSzPts val="1400"/>
              <a:buChar char="■"/>
              <a:defRPr>
                <a:solidFill>
                  <a:srgbClr val="404040"/>
                </a:solidFill>
              </a:defRPr>
            </a:lvl3pPr>
            <a:lvl4pPr indent="-317500" lvl="3" marL="1828800" rtl="0" algn="ctr">
              <a:spcBef>
                <a:spcPts val="1600"/>
              </a:spcBef>
              <a:spcAft>
                <a:spcPts val="0"/>
              </a:spcAft>
              <a:buClr>
                <a:srgbClr val="404040"/>
              </a:buClr>
              <a:buSzPts val="1400"/>
              <a:buChar char="●"/>
              <a:defRPr>
                <a:solidFill>
                  <a:srgbClr val="404040"/>
                </a:solidFill>
              </a:defRPr>
            </a:lvl4pPr>
            <a:lvl5pPr indent="-317500" lvl="4" marL="2286000" rtl="0" algn="ctr">
              <a:spcBef>
                <a:spcPts val="1600"/>
              </a:spcBef>
              <a:spcAft>
                <a:spcPts val="0"/>
              </a:spcAft>
              <a:buClr>
                <a:srgbClr val="404040"/>
              </a:buClr>
              <a:buSzPts val="1400"/>
              <a:buChar char="○"/>
              <a:defRPr>
                <a:solidFill>
                  <a:srgbClr val="404040"/>
                </a:solidFill>
              </a:defRPr>
            </a:lvl5pPr>
            <a:lvl6pPr indent="-317500" lvl="5" marL="2743200" rtl="0" algn="ctr">
              <a:spcBef>
                <a:spcPts val="1600"/>
              </a:spcBef>
              <a:spcAft>
                <a:spcPts val="0"/>
              </a:spcAft>
              <a:buClr>
                <a:srgbClr val="404040"/>
              </a:buClr>
              <a:buSzPts val="1400"/>
              <a:buChar char="■"/>
              <a:defRPr>
                <a:solidFill>
                  <a:srgbClr val="404040"/>
                </a:solidFill>
              </a:defRPr>
            </a:lvl6pPr>
            <a:lvl7pPr indent="-317500" lvl="6" marL="3200400" rtl="0" algn="ctr">
              <a:spcBef>
                <a:spcPts val="1600"/>
              </a:spcBef>
              <a:spcAft>
                <a:spcPts val="0"/>
              </a:spcAft>
              <a:buClr>
                <a:srgbClr val="404040"/>
              </a:buClr>
              <a:buSzPts val="1400"/>
              <a:buChar char="●"/>
              <a:defRPr>
                <a:solidFill>
                  <a:srgbClr val="404040"/>
                </a:solidFill>
              </a:defRPr>
            </a:lvl7pPr>
            <a:lvl8pPr indent="-317500" lvl="7" marL="3657600" rtl="0" algn="ctr">
              <a:spcBef>
                <a:spcPts val="1600"/>
              </a:spcBef>
              <a:spcAft>
                <a:spcPts val="0"/>
              </a:spcAft>
              <a:buClr>
                <a:srgbClr val="404040"/>
              </a:buClr>
              <a:buSzPts val="1400"/>
              <a:buChar char="○"/>
              <a:defRPr>
                <a:solidFill>
                  <a:srgbClr val="404040"/>
                </a:solidFill>
              </a:defRPr>
            </a:lvl8pPr>
            <a:lvl9pPr indent="-317500" lvl="8" marL="4114800" rtl="0" algn="ctr">
              <a:spcBef>
                <a:spcPts val="1600"/>
              </a:spcBef>
              <a:spcAft>
                <a:spcPts val="1600"/>
              </a:spcAft>
              <a:buClr>
                <a:srgbClr val="404040"/>
              </a:buClr>
              <a:buSzPts val="1400"/>
              <a:buChar char="■"/>
              <a:defRPr>
                <a:solidFill>
                  <a:srgbClr val="404040"/>
                </a:solidFill>
              </a:defRPr>
            </a:lvl9pPr>
          </a:lstStyle>
          <a:p/>
        </p:txBody>
      </p:sp>
      <p:sp>
        <p:nvSpPr>
          <p:cNvPr id="271" name="Google Shape;271;p51"/>
          <p:cNvSpPr txBox="1"/>
          <p:nvPr>
            <p:ph idx="6" type="title"/>
          </p:nvPr>
        </p:nvSpPr>
        <p:spPr>
          <a:xfrm>
            <a:off x="455417" y="400350"/>
            <a:ext cx="8727000" cy="4659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sz="2400">
                <a:solidFill>
                  <a:srgbClr val="3B0304"/>
                </a:solidFill>
              </a:defRPr>
            </a:lvl1pPr>
            <a:lvl2pPr lvl="1" rtl="0">
              <a:spcBef>
                <a:spcPts val="0"/>
              </a:spcBef>
              <a:spcAft>
                <a:spcPts val="0"/>
              </a:spcAft>
              <a:buNone/>
              <a:defRPr b="1" sz="2400">
                <a:solidFill>
                  <a:srgbClr val="3B0304"/>
                </a:solidFill>
              </a:defRPr>
            </a:lvl2pPr>
            <a:lvl3pPr lvl="2" rtl="0">
              <a:spcBef>
                <a:spcPts val="0"/>
              </a:spcBef>
              <a:spcAft>
                <a:spcPts val="0"/>
              </a:spcAft>
              <a:buNone/>
              <a:defRPr b="1" sz="2400">
                <a:solidFill>
                  <a:srgbClr val="3B0304"/>
                </a:solidFill>
              </a:defRPr>
            </a:lvl3pPr>
            <a:lvl4pPr lvl="3" rtl="0">
              <a:spcBef>
                <a:spcPts val="0"/>
              </a:spcBef>
              <a:spcAft>
                <a:spcPts val="0"/>
              </a:spcAft>
              <a:buNone/>
              <a:defRPr b="1" sz="2400">
                <a:solidFill>
                  <a:srgbClr val="3B0304"/>
                </a:solidFill>
              </a:defRPr>
            </a:lvl4pPr>
            <a:lvl5pPr lvl="4" rtl="0">
              <a:spcBef>
                <a:spcPts val="0"/>
              </a:spcBef>
              <a:spcAft>
                <a:spcPts val="0"/>
              </a:spcAft>
              <a:buNone/>
              <a:defRPr b="1" sz="2400">
                <a:solidFill>
                  <a:srgbClr val="3B0304"/>
                </a:solidFill>
              </a:defRPr>
            </a:lvl5pPr>
            <a:lvl6pPr lvl="5" rtl="0">
              <a:spcBef>
                <a:spcPts val="0"/>
              </a:spcBef>
              <a:spcAft>
                <a:spcPts val="0"/>
              </a:spcAft>
              <a:buNone/>
              <a:defRPr b="1" sz="2400">
                <a:solidFill>
                  <a:srgbClr val="3B0304"/>
                </a:solidFill>
              </a:defRPr>
            </a:lvl6pPr>
            <a:lvl7pPr lvl="6" rtl="0">
              <a:spcBef>
                <a:spcPts val="0"/>
              </a:spcBef>
              <a:spcAft>
                <a:spcPts val="0"/>
              </a:spcAft>
              <a:buNone/>
              <a:defRPr b="1" sz="2400">
                <a:solidFill>
                  <a:srgbClr val="3B0304"/>
                </a:solidFill>
              </a:defRPr>
            </a:lvl7pPr>
            <a:lvl8pPr lvl="7" rtl="0">
              <a:spcBef>
                <a:spcPts val="0"/>
              </a:spcBef>
              <a:spcAft>
                <a:spcPts val="0"/>
              </a:spcAft>
              <a:buNone/>
              <a:defRPr b="1" sz="2400">
                <a:solidFill>
                  <a:srgbClr val="3B0304"/>
                </a:solidFill>
              </a:defRPr>
            </a:lvl8pPr>
            <a:lvl9pPr lvl="8" rtl="0">
              <a:spcBef>
                <a:spcPts val="0"/>
              </a:spcBef>
              <a:spcAft>
                <a:spcPts val="0"/>
              </a:spcAft>
              <a:buNone/>
              <a:defRPr b="1" sz="2400">
                <a:solidFill>
                  <a:srgbClr val="3B0304"/>
                </a:solidFill>
              </a:defRPr>
            </a:lvl9pPr>
          </a:lstStyle>
          <a:p/>
        </p:txBody>
      </p:sp>
      <p:sp>
        <p:nvSpPr>
          <p:cNvPr id="272" name="Google Shape;272;p51"/>
          <p:cNvSpPr txBox="1"/>
          <p:nvPr>
            <p:ph idx="7" type="subTitle"/>
          </p:nvPr>
        </p:nvSpPr>
        <p:spPr>
          <a:xfrm>
            <a:off x="476442" y="811938"/>
            <a:ext cx="8564400" cy="367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400">
                <a:solidFill>
                  <a:schemeClr val="dk2"/>
                </a:solidFill>
              </a:defRPr>
            </a:lvl1pPr>
            <a:lvl2pPr lvl="1" rtl="0">
              <a:spcBef>
                <a:spcPts val="1600"/>
              </a:spcBef>
              <a:spcAft>
                <a:spcPts val="0"/>
              </a:spcAft>
              <a:buNone/>
              <a:defRPr>
                <a:solidFill>
                  <a:schemeClr val="dk2"/>
                </a:solidFill>
              </a:defRPr>
            </a:lvl2pPr>
            <a:lvl3pPr lvl="2" rtl="0">
              <a:spcBef>
                <a:spcPts val="1600"/>
              </a:spcBef>
              <a:spcAft>
                <a:spcPts val="0"/>
              </a:spcAft>
              <a:buNone/>
              <a:defRPr>
                <a:solidFill>
                  <a:schemeClr val="dk2"/>
                </a:solidFill>
              </a:defRPr>
            </a:lvl3pPr>
            <a:lvl4pPr lvl="3" rtl="0">
              <a:spcBef>
                <a:spcPts val="1600"/>
              </a:spcBef>
              <a:spcAft>
                <a:spcPts val="0"/>
              </a:spcAft>
              <a:buNone/>
              <a:defRPr>
                <a:solidFill>
                  <a:schemeClr val="dk2"/>
                </a:solidFill>
              </a:defRPr>
            </a:lvl4pPr>
            <a:lvl5pPr lvl="4" rtl="0">
              <a:spcBef>
                <a:spcPts val="1600"/>
              </a:spcBef>
              <a:spcAft>
                <a:spcPts val="0"/>
              </a:spcAft>
              <a:buNone/>
              <a:defRPr>
                <a:solidFill>
                  <a:schemeClr val="dk2"/>
                </a:solidFill>
              </a:defRPr>
            </a:lvl5pPr>
            <a:lvl6pPr lvl="5" rtl="0">
              <a:spcBef>
                <a:spcPts val="1600"/>
              </a:spcBef>
              <a:spcAft>
                <a:spcPts val="0"/>
              </a:spcAft>
              <a:buNone/>
              <a:defRPr>
                <a:solidFill>
                  <a:schemeClr val="dk2"/>
                </a:solidFill>
              </a:defRPr>
            </a:lvl6pPr>
            <a:lvl7pPr lvl="6" rtl="0">
              <a:spcBef>
                <a:spcPts val="1600"/>
              </a:spcBef>
              <a:spcAft>
                <a:spcPts val="0"/>
              </a:spcAft>
              <a:buNone/>
              <a:defRPr>
                <a:solidFill>
                  <a:schemeClr val="dk2"/>
                </a:solidFill>
              </a:defRPr>
            </a:lvl7pPr>
            <a:lvl8pPr lvl="7" rtl="0">
              <a:spcBef>
                <a:spcPts val="1600"/>
              </a:spcBef>
              <a:spcAft>
                <a:spcPts val="0"/>
              </a:spcAft>
              <a:buNone/>
              <a:defRPr>
                <a:solidFill>
                  <a:schemeClr val="dk2"/>
                </a:solidFill>
              </a:defRPr>
            </a:lvl8pPr>
            <a:lvl9pPr lvl="8" rtl="0">
              <a:spcBef>
                <a:spcPts val="1600"/>
              </a:spcBef>
              <a:spcAft>
                <a:spcPts val="1600"/>
              </a:spcAft>
              <a:buNone/>
              <a:defRPr>
                <a:solidFill>
                  <a:schemeClr val="dk2"/>
                </a:solidFill>
              </a:defRPr>
            </a:lvl9pPr>
          </a:lstStyle>
          <a:p/>
        </p:txBody>
      </p:sp>
      <p:sp>
        <p:nvSpPr>
          <p:cNvPr id="273" name="Google Shape;273;p51"/>
          <p:cNvSpPr/>
          <p:nvPr/>
        </p:nvSpPr>
        <p:spPr>
          <a:xfrm>
            <a:off x="573700" y="1343210"/>
            <a:ext cx="953400" cy="53100"/>
          </a:xfrm>
          <a:prstGeom prst="rect">
            <a:avLst/>
          </a:prstGeom>
          <a:solidFill>
            <a:srgbClr val="6705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 name="Google Shape;274;p51"/>
          <p:cNvPicPr preferRelativeResize="0"/>
          <p:nvPr/>
        </p:nvPicPr>
        <p:blipFill>
          <a:blip r:embed="rId2">
            <a:alphaModFix/>
          </a:blip>
          <a:stretch>
            <a:fillRect/>
          </a:stretch>
        </p:blipFill>
        <p:spPr>
          <a:xfrm>
            <a:off x="7461250" y="4693475"/>
            <a:ext cx="1486701" cy="246825"/>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rase destaque" type="titleOnly">
  <p:cSld name="TITLE_ONLY">
    <p:spTree>
      <p:nvGrpSpPr>
        <p:cNvPr id="275" name="Shape 275"/>
        <p:cNvGrpSpPr/>
        <p:nvPr/>
      </p:nvGrpSpPr>
      <p:grpSpPr>
        <a:xfrm>
          <a:off x="0" y="0"/>
          <a:ext cx="0" cy="0"/>
          <a:chOff x="0" y="0"/>
          <a:chExt cx="0" cy="0"/>
        </a:xfrm>
      </p:grpSpPr>
      <p:sp>
        <p:nvSpPr>
          <p:cNvPr id="276" name="Google Shape;276;p52"/>
          <p:cNvSpPr txBox="1"/>
          <p:nvPr>
            <p:ph type="title"/>
          </p:nvPr>
        </p:nvSpPr>
        <p:spPr>
          <a:xfrm>
            <a:off x="1099303" y="785100"/>
            <a:ext cx="7191000" cy="2096400"/>
          </a:xfrm>
          <a:prstGeom prst="rect">
            <a:avLst/>
          </a:prstGeom>
        </p:spPr>
        <p:txBody>
          <a:bodyPr anchorCtr="0" anchor="ctr" bIns="91425" lIns="91425" spcFirstLastPara="1" rIns="91425" wrap="square" tIns="91425">
            <a:noAutofit/>
          </a:bodyPr>
          <a:lstStyle>
            <a:lvl1pPr lvl="0" rtl="0">
              <a:spcBef>
                <a:spcPts val="0"/>
              </a:spcBef>
              <a:spcAft>
                <a:spcPts val="0"/>
              </a:spcAft>
              <a:buNone/>
              <a:defRPr b="1" sz="3800">
                <a:solidFill>
                  <a:srgbClr val="3B0304"/>
                </a:solidFill>
              </a:defRPr>
            </a:lvl1pPr>
            <a:lvl2pPr lvl="1" rtl="0">
              <a:spcBef>
                <a:spcPts val="0"/>
              </a:spcBef>
              <a:spcAft>
                <a:spcPts val="0"/>
              </a:spcAft>
              <a:buNone/>
              <a:defRPr>
                <a:solidFill>
                  <a:srgbClr val="3B0304"/>
                </a:solidFill>
              </a:defRPr>
            </a:lvl2pPr>
            <a:lvl3pPr lvl="2" rtl="0">
              <a:spcBef>
                <a:spcPts val="0"/>
              </a:spcBef>
              <a:spcAft>
                <a:spcPts val="0"/>
              </a:spcAft>
              <a:buNone/>
              <a:defRPr>
                <a:solidFill>
                  <a:srgbClr val="3B0304"/>
                </a:solidFill>
              </a:defRPr>
            </a:lvl3pPr>
            <a:lvl4pPr lvl="3" rtl="0">
              <a:spcBef>
                <a:spcPts val="0"/>
              </a:spcBef>
              <a:spcAft>
                <a:spcPts val="0"/>
              </a:spcAft>
              <a:buNone/>
              <a:defRPr>
                <a:solidFill>
                  <a:srgbClr val="3B0304"/>
                </a:solidFill>
              </a:defRPr>
            </a:lvl4pPr>
            <a:lvl5pPr lvl="4" rtl="0">
              <a:spcBef>
                <a:spcPts val="0"/>
              </a:spcBef>
              <a:spcAft>
                <a:spcPts val="0"/>
              </a:spcAft>
              <a:buNone/>
              <a:defRPr>
                <a:solidFill>
                  <a:srgbClr val="3B0304"/>
                </a:solidFill>
              </a:defRPr>
            </a:lvl5pPr>
            <a:lvl6pPr lvl="5" rtl="0">
              <a:spcBef>
                <a:spcPts val="0"/>
              </a:spcBef>
              <a:spcAft>
                <a:spcPts val="0"/>
              </a:spcAft>
              <a:buNone/>
              <a:defRPr>
                <a:solidFill>
                  <a:srgbClr val="3B0304"/>
                </a:solidFill>
              </a:defRPr>
            </a:lvl6pPr>
            <a:lvl7pPr lvl="6" rtl="0">
              <a:spcBef>
                <a:spcPts val="0"/>
              </a:spcBef>
              <a:spcAft>
                <a:spcPts val="0"/>
              </a:spcAft>
              <a:buNone/>
              <a:defRPr>
                <a:solidFill>
                  <a:srgbClr val="3B0304"/>
                </a:solidFill>
              </a:defRPr>
            </a:lvl7pPr>
            <a:lvl8pPr lvl="7" rtl="0">
              <a:spcBef>
                <a:spcPts val="0"/>
              </a:spcBef>
              <a:spcAft>
                <a:spcPts val="0"/>
              </a:spcAft>
              <a:buNone/>
              <a:defRPr>
                <a:solidFill>
                  <a:srgbClr val="3B0304"/>
                </a:solidFill>
              </a:defRPr>
            </a:lvl8pPr>
            <a:lvl9pPr lvl="8" rtl="0">
              <a:spcBef>
                <a:spcPts val="0"/>
              </a:spcBef>
              <a:spcAft>
                <a:spcPts val="0"/>
              </a:spcAft>
              <a:buNone/>
              <a:defRPr>
                <a:solidFill>
                  <a:srgbClr val="3B0304"/>
                </a:solidFill>
              </a:defRPr>
            </a:lvl9pPr>
          </a:lstStyle>
          <a:p/>
        </p:txBody>
      </p:sp>
      <p:sp>
        <p:nvSpPr>
          <p:cNvPr id="277" name="Google Shape;277;p52"/>
          <p:cNvSpPr txBox="1"/>
          <p:nvPr>
            <p:ph idx="1" type="subTitle"/>
          </p:nvPr>
        </p:nvSpPr>
        <p:spPr>
          <a:xfrm>
            <a:off x="1131367" y="2571241"/>
            <a:ext cx="8564400" cy="367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400">
                <a:solidFill>
                  <a:schemeClr val="dk2"/>
                </a:solidFill>
              </a:defRPr>
            </a:lvl1pPr>
            <a:lvl2pPr lvl="1" rtl="0">
              <a:spcBef>
                <a:spcPts val="1600"/>
              </a:spcBef>
              <a:spcAft>
                <a:spcPts val="0"/>
              </a:spcAft>
              <a:buNone/>
              <a:defRPr>
                <a:solidFill>
                  <a:schemeClr val="dk2"/>
                </a:solidFill>
              </a:defRPr>
            </a:lvl2pPr>
            <a:lvl3pPr lvl="2" rtl="0">
              <a:spcBef>
                <a:spcPts val="1600"/>
              </a:spcBef>
              <a:spcAft>
                <a:spcPts val="0"/>
              </a:spcAft>
              <a:buNone/>
              <a:defRPr>
                <a:solidFill>
                  <a:schemeClr val="dk2"/>
                </a:solidFill>
              </a:defRPr>
            </a:lvl3pPr>
            <a:lvl4pPr lvl="3" rtl="0">
              <a:spcBef>
                <a:spcPts val="1600"/>
              </a:spcBef>
              <a:spcAft>
                <a:spcPts val="0"/>
              </a:spcAft>
              <a:buNone/>
              <a:defRPr>
                <a:solidFill>
                  <a:schemeClr val="dk2"/>
                </a:solidFill>
              </a:defRPr>
            </a:lvl4pPr>
            <a:lvl5pPr lvl="4" rtl="0">
              <a:spcBef>
                <a:spcPts val="1600"/>
              </a:spcBef>
              <a:spcAft>
                <a:spcPts val="0"/>
              </a:spcAft>
              <a:buNone/>
              <a:defRPr>
                <a:solidFill>
                  <a:schemeClr val="dk2"/>
                </a:solidFill>
              </a:defRPr>
            </a:lvl5pPr>
            <a:lvl6pPr lvl="5" rtl="0">
              <a:spcBef>
                <a:spcPts val="1600"/>
              </a:spcBef>
              <a:spcAft>
                <a:spcPts val="0"/>
              </a:spcAft>
              <a:buNone/>
              <a:defRPr>
                <a:solidFill>
                  <a:schemeClr val="dk2"/>
                </a:solidFill>
              </a:defRPr>
            </a:lvl6pPr>
            <a:lvl7pPr lvl="6" rtl="0">
              <a:spcBef>
                <a:spcPts val="1600"/>
              </a:spcBef>
              <a:spcAft>
                <a:spcPts val="0"/>
              </a:spcAft>
              <a:buNone/>
              <a:defRPr>
                <a:solidFill>
                  <a:schemeClr val="dk2"/>
                </a:solidFill>
              </a:defRPr>
            </a:lvl7pPr>
            <a:lvl8pPr lvl="7" rtl="0">
              <a:spcBef>
                <a:spcPts val="1600"/>
              </a:spcBef>
              <a:spcAft>
                <a:spcPts val="0"/>
              </a:spcAft>
              <a:buNone/>
              <a:defRPr>
                <a:solidFill>
                  <a:schemeClr val="dk2"/>
                </a:solidFill>
              </a:defRPr>
            </a:lvl8pPr>
            <a:lvl9pPr lvl="8" rtl="0">
              <a:spcBef>
                <a:spcPts val="1600"/>
              </a:spcBef>
              <a:spcAft>
                <a:spcPts val="1600"/>
              </a:spcAft>
              <a:buNone/>
              <a:defRPr>
                <a:solidFill>
                  <a:schemeClr val="dk2"/>
                </a:solidFill>
              </a:defRPr>
            </a:lvl9pPr>
          </a:lstStyle>
          <a:p/>
        </p:txBody>
      </p:sp>
      <p:sp>
        <p:nvSpPr>
          <p:cNvPr id="278" name="Google Shape;278;p52"/>
          <p:cNvSpPr/>
          <p:nvPr/>
        </p:nvSpPr>
        <p:spPr>
          <a:xfrm>
            <a:off x="1226846" y="3109509"/>
            <a:ext cx="953400" cy="53100"/>
          </a:xfrm>
          <a:prstGeom prst="rect">
            <a:avLst/>
          </a:prstGeom>
          <a:solidFill>
            <a:srgbClr val="6705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9" name="Google Shape;279;p52"/>
          <p:cNvPicPr preferRelativeResize="0"/>
          <p:nvPr/>
        </p:nvPicPr>
        <p:blipFill>
          <a:blip r:embed="rId2">
            <a:alphaModFix/>
          </a:blip>
          <a:stretch>
            <a:fillRect/>
          </a:stretch>
        </p:blipFill>
        <p:spPr>
          <a:xfrm>
            <a:off x="7461250" y="4693475"/>
            <a:ext cx="1486701" cy="246825"/>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da seção com descrição">
  <p:cSld name="SECTION_TITLE_AND_DESCRIPTION">
    <p:spTree>
      <p:nvGrpSpPr>
        <p:cNvPr id="280" name="Shape 280"/>
        <p:cNvGrpSpPr/>
        <p:nvPr/>
      </p:nvGrpSpPr>
      <p:grpSpPr>
        <a:xfrm>
          <a:off x="0" y="0"/>
          <a:ext cx="0" cy="0"/>
          <a:chOff x="0" y="0"/>
          <a:chExt cx="0" cy="0"/>
        </a:xfrm>
      </p:grpSpPr>
      <p:sp>
        <p:nvSpPr>
          <p:cNvPr id="281" name="Google Shape;281;p53"/>
          <p:cNvSpPr/>
          <p:nvPr/>
        </p:nvSpPr>
        <p:spPr>
          <a:xfrm>
            <a:off x="4572000" y="-125"/>
            <a:ext cx="4572000" cy="5143500"/>
          </a:xfrm>
          <a:prstGeom prst="rect">
            <a:avLst/>
          </a:prstGeom>
          <a:solidFill>
            <a:srgbClr val="670506">
              <a:alpha val="2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8EBF1"/>
              </a:solidFill>
            </a:endParaRPr>
          </a:p>
        </p:txBody>
      </p:sp>
      <p:sp>
        <p:nvSpPr>
          <p:cNvPr id="282" name="Google Shape;282;p53"/>
          <p:cNvSpPr txBox="1"/>
          <p:nvPr>
            <p:ph type="title"/>
          </p:nvPr>
        </p:nvSpPr>
        <p:spPr>
          <a:xfrm>
            <a:off x="265500" y="14617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3B0304"/>
              </a:buClr>
              <a:buSzPts val="3800"/>
              <a:buNone/>
              <a:defRPr b="1" sz="3800">
                <a:solidFill>
                  <a:srgbClr val="3B0304"/>
                </a:solidFill>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283" name="Google Shape;283;p53"/>
          <p:cNvSpPr txBox="1"/>
          <p:nvPr>
            <p:ph idx="1" type="subTitle"/>
          </p:nvPr>
        </p:nvSpPr>
        <p:spPr>
          <a:xfrm>
            <a:off x="339600" y="2989350"/>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800"/>
              <a:buNone/>
              <a:defRPr sz="1800">
                <a:solidFill>
                  <a:schemeClr val="dk2"/>
                </a:solidFill>
              </a:defRPr>
            </a:lvl1pPr>
            <a:lvl2pPr lvl="1" rtl="0" algn="ctr">
              <a:lnSpc>
                <a:spcPct val="100000"/>
              </a:lnSpc>
              <a:spcBef>
                <a:spcPts val="0"/>
              </a:spcBef>
              <a:spcAft>
                <a:spcPts val="0"/>
              </a:spcAft>
              <a:buClr>
                <a:schemeClr val="dk2"/>
              </a:buClr>
              <a:buSzPts val="2100"/>
              <a:buNone/>
              <a:defRPr sz="2100">
                <a:solidFill>
                  <a:schemeClr val="dk2"/>
                </a:solidFill>
              </a:defRPr>
            </a:lvl2pPr>
            <a:lvl3pPr lvl="2" rtl="0" algn="ctr">
              <a:lnSpc>
                <a:spcPct val="100000"/>
              </a:lnSpc>
              <a:spcBef>
                <a:spcPts val="0"/>
              </a:spcBef>
              <a:spcAft>
                <a:spcPts val="0"/>
              </a:spcAft>
              <a:buClr>
                <a:schemeClr val="dk2"/>
              </a:buClr>
              <a:buSzPts val="2100"/>
              <a:buNone/>
              <a:defRPr sz="2100">
                <a:solidFill>
                  <a:schemeClr val="dk2"/>
                </a:solidFill>
              </a:defRPr>
            </a:lvl3pPr>
            <a:lvl4pPr lvl="3" rtl="0" algn="ctr">
              <a:lnSpc>
                <a:spcPct val="100000"/>
              </a:lnSpc>
              <a:spcBef>
                <a:spcPts val="0"/>
              </a:spcBef>
              <a:spcAft>
                <a:spcPts val="0"/>
              </a:spcAft>
              <a:buClr>
                <a:schemeClr val="dk2"/>
              </a:buClr>
              <a:buSzPts val="2100"/>
              <a:buNone/>
              <a:defRPr sz="2100">
                <a:solidFill>
                  <a:schemeClr val="dk2"/>
                </a:solidFill>
              </a:defRPr>
            </a:lvl4pPr>
            <a:lvl5pPr lvl="4" rtl="0" algn="ctr">
              <a:lnSpc>
                <a:spcPct val="100000"/>
              </a:lnSpc>
              <a:spcBef>
                <a:spcPts val="0"/>
              </a:spcBef>
              <a:spcAft>
                <a:spcPts val="0"/>
              </a:spcAft>
              <a:buClr>
                <a:schemeClr val="dk2"/>
              </a:buClr>
              <a:buSzPts val="2100"/>
              <a:buNone/>
              <a:defRPr sz="2100">
                <a:solidFill>
                  <a:schemeClr val="dk2"/>
                </a:solidFill>
              </a:defRPr>
            </a:lvl5pPr>
            <a:lvl6pPr lvl="5" rtl="0" algn="ctr">
              <a:lnSpc>
                <a:spcPct val="100000"/>
              </a:lnSpc>
              <a:spcBef>
                <a:spcPts val="0"/>
              </a:spcBef>
              <a:spcAft>
                <a:spcPts val="0"/>
              </a:spcAft>
              <a:buClr>
                <a:schemeClr val="dk2"/>
              </a:buClr>
              <a:buSzPts val="2100"/>
              <a:buNone/>
              <a:defRPr sz="2100">
                <a:solidFill>
                  <a:schemeClr val="dk2"/>
                </a:solidFill>
              </a:defRPr>
            </a:lvl6pPr>
            <a:lvl7pPr lvl="6" rtl="0" algn="ctr">
              <a:lnSpc>
                <a:spcPct val="100000"/>
              </a:lnSpc>
              <a:spcBef>
                <a:spcPts val="0"/>
              </a:spcBef>
              <a:spcAft>
                <a:spcPts val="0"/>
              </a:spcAft>
              <a:buClr>
                <a:schemeClr val="dk2"/>
              </a:buClr>
              <a:buSzPts val="2100"/>
              <a:buNone/>
              <a:defRPr sz="2100">
                <a:solidFill>
                  <a:schemeClr val="dk2"/>
                </a:solidFill>
              </a:defRPr>
            </a:lvl7pPr>
            <a:lvl8pPr lvl="7" rtl="0" algn="ctr">
              <a:lnSpc>
                <a:spcPct val="100000"/>
              </a:lnSpc>
              <a:spcBef>
                <a:spcPts val="0"/>
              </a:spcBef>
              <a:spcAft>
                <a:spcPts val="0"/>
              </a:spcAft>
              <a:buClr>
                <a:schemeClr val="dk2"/>
              </a:buClr>
              <a:buSzPts val="2100"/>
              <a:buNone/>
              <a:defRPr sz="2100">
                <a:solidFill>
                  <a:schemeClr val="dk2"/>
                </a:solidFill>
              </a:defRPr>
            </a:lvl8pPr>
            <a:lvl9pPr lvl="8" rtl="0" algn="ctr">
              <a:lnSpc>
                <a:spcPct val="100000"/>
              </a:lnSpc>
              <a:spcBef>
                <a:spcPts val="0"/>
              </a:spcBef>
              <a:spcAft>
                <a:spcPts val="0"/>
              </a:spcAft>
              <a:buClr>
                <a:schemeClr val="dk2"/>
              </a:buClr>
              <a:buSzPts val="2100"/>
              <a:buNone/>
              <a:defRPr sz="2100">
                <a:solidFill>
                  <a:schemeClr val="dk2"/>
                </a:solidFill>
              </a:defRPr>
            </a:lvl9pPr>
          </a:lstStyle>
          <a:p/>
        </p:txBody>
      </p:sp>
      <p:sp>
        <p:nvSpPr>
          <p:cNvPr id="284" name="Google Shape;284;p5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30200" lvl="0" marL="457200" rtl="0">
              <a:spcBef>
                <a:spcPts val="0"/>
              </a:spcBef>
              <a:spcAft>
                <a:spcPts val="0"/>
              </a:spcAft>
              <a:buClr>
                <a:srgbClr val="404040"/>
              </a:buClr>
              <a:buSzPts val="1600"/>
              <a:buChar char="●"/>
              <a:defRPr>
                <a:solidFill>
                  <a:srgbClr val="404040"/>
                </a:solidFill>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85" name="Google Shape;285;p53"/>
          <p:cNvSpPr/>
          <p:nvPr/>
        </p:nvSpPr>
        <p:spPr>
          <a:xfrm>
            <a:off x="4572000" y="-8825"/>
            <a:ext cx="4572000" cy="53100"/>
          </a:xfrm>
          <a:prstGeom prst="rect">
            <a:avLst/>
          </a:prstGeom>
          <a:solidFill>
            <a:srgbClr val="6705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da seção com imagem">
  <p:cSld name="SECTION_TITLE_AND_DESCRIPTION_1">
    <p:spTree>
      <p:nvGrpSpPr>
        <p:cNvPr id="286" name="Shape 286"/>
        <p:cNvGrpSpPr/>
        <p:nvPr/>
      </p:nvGrpSpPr>
      <p:grpSpPr>
        <a:xfrm>
          <a:off x="0" y="0"/>
          <a:ext cx="0" cy="0"/>
          <a:chOff x="0" y="0"/>
          <a:chExt cx="0" cy="0"/>
        </a:xfrm>
      </p:grpSpPr>
      <p:sp>
        <p:nvSpPr>
          <p:cNvPr id="287" name="Google Shape;287;p54"/>
          <p:cNvSpPr/>
          <p:nvPr/>
        </p:nvSpPr>
        <p:spPr>
          <a:xfrm>
            <a:off x="4572000" y="-125"/>
            <a:ext cx="4572000" cy="5143500"/>
          </a:xfrm>
          <a:prstGeom prst="rect">
            <a:avLst/>
          </a:prstGeom>
          <a:solidFill>
            <a:srgbClr val="670506">
              <a:alpha val="2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8EBF1"/>
              </a:solidFill>
            </a:endParaRPr>
          </a:p>
        </p:txBody>
      </p:sp>
      <p:sp>
        <p:nvSpPr>
          <p:cNvPr id="288" name="Google Shape;288;p54"/>
          <p:cNvSpPr txBox="1"/>
          <p:nvPr>
            <p:ph type="title"/>
          </p:nvPr>
        </p:nvSpPr>
        <p:spPr>
          <a:xfrm>
            <a:off x="265500" y="14617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3B0304"/>
              </a:buClr>
              <a:buSzPts val="3800"/>
              <a:buNone/>
              <a:defRPr b="1" sz="3800">
                <a:solidFill>
                  <a:srgbClr val="3B0304"/>
                </a:solidFill>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289" name="Google Shape;289;p54"/>
          <p:cNvSpPr txBox="1"/>
          <p:nvPr>
            <p:ph idx="1" type="subTitle"/>
          </p:nvPr>
        </p:nvSpPr>
        <p:spPr>
          <a:xfrm>
            <a:off x="265500" y="30316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800"/>
              <a:buNone/>
              <a:defRPr sz="1800">
                <a:solidFill>
                  <a:schemeClr val="dk2"/>
                </a:solidFill>
              </a:defRPr>
            </a:lvl1pPr>
            <a:lvl2pPr lvl="1" rtl="0" algn="ctr">
              <a:lnSpc>
                <a:spcPct val="100000"/>
              </a:lnSpc>
              <a:spcBef>
                <a:spcPts val="0"/>
              </a:spcBef>
              <a:spcAft>
                <a:spcPts val="0"/>
              </a:spcAft>
              <a:buClr>
                <a:schemeClr val="dk2"/>
              </a:buClr>
              <a:buSzPts val="2100"/>
              <a:buNone/>
              <a:defRPr sz="2100">
                <a:solidFill>
                  <a:schemeClr val="dk2"/>
                </a:solidFill>
              </a:defRPr>
            </a:lvl2pPr>
            <a:lvl3pPr lvl="2" rtl="0" algn="ctr">
              <a:lnSpc>
                <a:spcPct val="100000"/>
              </a:lnSpc>
              <a:spcBef>
                <a:spcPts val="0"/>
              </a:spcBef>
              <a:spcAft>
                <a:spcPts val="0"/>
              </a:spcAft>
              <a:buClr>
                <a:schemeClr val="dk2"/>
              </a:buClr>
              <a:buSzPts val="2100"/>
              <a:buNone/>
              <a:defRPr sz="2100">
                <a:solidFill>
                  <a:schemeClr val="dk2"/>
                </a:solidFill>
              </a:defRPr>
            </a:lvl3pPr>
            <a:lvl4pPr lvl="3" rtl="0" algn="ctr">
              <a:lnSpc>
                <a:spcPct val="100000"/>
              </a:lnSpc>
              <a:spcBef>
                <a:spcPts val="0"/>
              </a:spcBef>
              <a:spcAft>
                <a:spcPts val="0"/>
              </a:spcAft>
              <a:buClr>
                <a:schemeClr val="dk2"/>
              </a:buClr>
              <a:buSzPts val="2100"/>
              <a:buNone/>
              <a:defRPr sz="2100">
                <a:solidFill>
                  <a:schemeClr val="dk2"/>
                </a:solidFill>
              </a:defRPr>
            </a:lvl4pPr>
            <a:lvl5pPr lvl="4" rtl="0" algn="ctr">
              <a:lnSpc>
                <a:spcPct val="100000"/>
              </a:lnSpc>
              <a:spcBef>
                <a:spcPts val="0"/>
              </a:spcBef>
              <a:spcAft>
                <a:spcPts val="0"/>
              </a:spcAft>
              <a:buClr>
                <a:schemeClr val="dk2"/>
              </a:buClr>
              <a:buSzPts val="2100"/>
              <a:buNone/>
              <a:defRPr sz="2100">
                <a:solidFill>
                  <a:schemeClr val="dk2"/>
                </a:solidFill>
              </a:defRPr>
            </a:lvl5pPr>
            <a:lvl6pPr lvl="5" rtl="0" algn="ctr">
              <a:lnSpc>
                <a:spcPct val="100000"/>
              </a:lnSpc>
              <a:spcBef>
                <a:spcPts val="0"/>
              </a:spcBef>
              <a:spcAft>
                <a:spcPts val="0"/>
              </a:spcAft>
              <a:buClr>
                <a:schemeClr val="dk2"/>
              </a:buClr>
              <a:buSzPts val="2100"/>
              <a:buNone/>
              <a:defRPr sz="2100">
                <a:solidFill>
                  <a:schemeClr val="dk2"/>
                </a:solidFill>
              </a:defRPr>
            </a:lvl6pPr>
            <a:lvl7pPr lvl="6" rtl="0" algn="ctr">
              <a:lnSpc>
                <a:spcPct val="100000"/>
              </a:lnSpc>
              <a:spcBef>
                <a:spcPts val="0"/>
              </a:spcBef>
              <a:spcAft>
                <a:spcPts val="0"/>
              </a:spcAft>
              <a:buClr>
                <a:schemeClr val="dk2"/>
              </a:buClr>
              <a:buSzPts val="2100"/>
              <a:buNone/>
              <a:defRPr sz="2100">
                <a:solidFill>
                  <a:schemeClr val="dk2"/>
                </a:solidFill>
              </a:defRPr>
            </a:lvl7pPr>
            <a:lvl8pPr lvl="7" rtl="0" algn="ctr">
              <a:lnSpc>
                <a:spcPct val="100000"/>
              </a:lnSpc>
              <a:spcBef>
                <a:spcPts val="0"/>
              </a:spcBef>
              <a:spcAft>
                <a:spcPts val="0"/>
              </a:spcAft>
              <a:buClr>
                <a:schemeClr val="dk2"/>
              </a:buClr>
              <a:buSzPts val="2100"/>
              <a:buNone/>
              <a:defRPr sz="2100">
                <a:solidFill>
                  <a:schemeClr val="dk2"/>
                </a:solidFill>
              </a:defRPr>
            </a:lvl8pPr>
            <a:lvl9pPr lvl="8" rtl="0" algn="ctr">
              <a:lnSpc>
                <a:spcPct val="100000"/>
              </a:lnSpc>
              <a:spcBef>
                <a:spcPts val="0"/>
              </a:spcBef>
              <a:spcAft>
                <a:spcPts val="0"/>
              </a:spcAft>
              <a:buClr>
                <a:schemeClr val="dk2"/>
              </a:buClr>
              <a:buSzPts val="2100"/>
              <a:buNone/>
              <a:defRPr sz="2100">
                <a:solidFill>
                  <a:schemeClr val="dk2"/>
                </a:solidFill>
              </a:defRPr>
            </a:lvl9pPr>
          </a:lstStyle>
          <a:p/>
        </p:txBody>
      </p:sp>
      <p:sp>
        <p:nvSpPr>
          <p:cNvPr id="290" name="Google Shape;290;p54"/>
          <p:cNvSpPr/>
          <p:nvPr/>
        </p:nvSpPr>
        <p:spPr>
          <a:xfrm>
            <a:off x="4572000" y="-8825"/>
            <a:ext cx="4572000" cy="53100"/>
          </a:xfrm>
          <a:prstGeom prst="rect">
            <a:avLst/>
          </a:prstGeom>
          <a:solidFill>
            <a:srgbClr val="6705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54"/>
          <p:cNvSpPr txBox="1"/>
          <p:nvPr/>
        </p:nvSpPr>
        <p:spPr>
          <a:xfrm>
            <a:off x="6362845" y="2330125"/>
            <a:ext cx="1182600" cy="39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a:solidFill>
                  <a:srgbClr val="99A0AA"/>
                </a:solidFill>
              </a:rPr>
              <a:t>[ Imagem ]</a:t>
            </a:r>
            <a:endParaRPr>
              <a:solidFill>
                <a:srgbClr val="99A0AA"/>
              </a:solidFil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enas assinatura">
  <p:cSld name="CAPTION_ONLY">
    <p:spTree>
      <p:nvGrpSpPr>
        <p:cNvPr id="292" name="Shape 292"/>
        <p:cNvGrpSpPr/>
        <p:nvPr/>
      </p:nvGrpSpPr>
      <p:grpSpPr>
        <a:xfrm>
          <a:off x="0" y="0"/>
          <a:ext cx="0" cy="0"/>
          <a:chOff x="0" y="0"/>
          <a:chExt cx="0" cy="0"/>
        </a:xfrm>
      </p:grpSpPr>
      <p:pic>
        <p:nvPicPr>
          <p:cNvPr id="293" name="Google Shape;293;p55"/>
          <p:cNvPicPr preferRelativeResize="0"/>
          <p:nvPr/>
        </p:nvPicPr>
        <p:blipFill>
          <a:blip r:embed="rId2">
            <a:alphaModFix/>
          </a:blip>
          <a:stretch>
            <a:fillRect/>
          </a:stretch>
        </p:blipFill>
        <p:spPr>
          <a:xfrm>
            <a:off x="7461250" y="4693475"/>
            <a:ext cx="1486701" cy="246825"/>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full screen">
  <p:cSld name="CUSTOM">
    <p:spTree>
      <p:nvGrpSpPr>
        <p:cNvPr id="294" name="Shape 294"/>
        <p:cNvGrpSpPr/>
        <p:nvPr/>
      </p:nvGrpSpPr>
      <p:grpSpPr>
        <a:xfrm>
          <a:off x="0" y="0"/>
          <a:ext cx="0" cy="0"/>
          <a:chOff x="0" y="0"/>
          <a:chExt cx="0" cy="0"/>
        </a:xfrm>
      </p:grpSpPr>
      <p:sp>
        <p:nvSpPr>
          <p:cNvPr id="295" name="Google Shape;295;p56"/>
          <p:cNvSpPr/>
          <p:nvPr/>
        </p:nvSpPr>
        <p:spPr>
          <a:xfrm>
            <a:off x="0" y="4614000"/>
            <a:ext cx="9144000" cy="529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56"/>
          <p:cNvSpPr/>
          <p:nvPr/>
        </p:nvSpPr>
        <p:spPr>
          <a:xfrm>
            <a:off x="-8825" y="4560900"/>
            <a:ext cx="9144000" cy="53100"/>
          </a:xfrm>
          <a:prstGeom prst="rect">
            <a:avLst/>
          </a:prstGeom>
          <a:solidFill>
            <a:srgbClr val="6705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56"/>
          <p:cNvSpPr txBox="1"/>
          <p:nvPr/>
        </p:nvSpPr>
        <p:spPr>
          <a:xfrm>
            <a:off x="3980700" y="2203097"/>
            <a:ext cx="1182600" cy="39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a:solidFill>
                  <a:srgbClr val="99A0AA"/>
                </a:solidFill>
              </a:rPr>
              <a:t>[ Imagem ]</a:t>
            </a:r>
            <a:endParaRPr>
              <a:solidFill>
                <a:srgbClr val="99A0AA"/>
              </a:solidFill>
            </a:endParaRPr>
          </a:p>
        </p:txBody>
      </p:sp>
      <p:pic>
        <p:nvPicPr>
          <p:cNvPr id="298" name="Google Shape;298;p56"/>
          <p:cNvPicPr preferRelativeResize="0"/>
          <p:nvPr/>
        </p:nvPicPr>
        <p:blipFill>
          <a:blip r:embed="rId2">
            <a:alphaModFix/>
          </a:blip>
          <a:stretch>
            <a:fillRect/>
          </a:stretch>
        </p:blipFill>
        <p:spPr>
          <a:xfrm>
            <a:off x="3828650" y="4755337"/>
            <a:ext cx="1486701" cy="246825"/>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nde número">
  <p:cSld name="BIG_NUMBER">
    <p:spTree>
      <p:nvGrpSpPr>
        <p:cNvPr id="299" name="Shape 299"/>
        <p:cNvGrpSpPr/>
        <p:nvPr/>
      </p:nvGrpSpPr>
      <p:grpSpPr>
        <a:xfrm>
          <a:off x="0" y="0"/>
          <a:ext cx="0" cy="0"/>
          <a:chOff x="0" y="0"/>
          <a:chExt cx="0" cy="0"/>
        </a:xfrm>
      </p:grpSpPr>
      <p:sp>
        <p:nvSpPr>
          <p:cNvPr id="300" name="Google Shape;300;p57"/>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3B0304"/>
              </a:buClr>
              <a:buSzPts val="12000"/>
              <a:buNone/>
              <a:defRPr b="1" sz="12000">
                <a:solidFill>
                  <a:srgbClr val="3B0304"/>
                </a:solidFill>
              </a:defRPr>
            </a:lvl1pPr>
            <a:lvl2pPr lvl="1" rtl="0" algn="ctr">
              <a:spcBef>
                <a:spcPts val="0"/>
              </a:spcBef>
              <a:spcAft>
                <a:spcPts val="0"/>
              </a:spcAft>
              <a:buClr>
                <a:srgbClr val="3B0304"/>
              </a:buClr>
              <a:buSzPts val="12000"/>
              <a:buNone/>
              <a:defRPr sz="12000">
                <a:solidFill>
                  <a:srgbClr val="3B0304"/>
                </a:solidFill>
              </a:defRPr>
            </a:lvl2pPr>
            <a:lvl3pPr lvl="2" rtl="0" algn="ctr">
              <a:spcBef>
                <a:spcPts val="0"/>
              </a:spcBef>
              <a:spcAft>
                <a:spcPts val="0"/>
              </a:spcAft>
              <a:buClr>
                <a:srgbClr val="3B0304"/>
              </a:buClr>
              <a:buSzPts val="12000"/>
              <a:buNone/>
              <a:defRPr sz="12000">
                <a:solidFill>
                  <a:srgbClr val="3B0304"/>
                </a:solidFill>
              </a:defRPr>
            </a:lvl3pPr>
            <a:lvl4pPr lvl="3" rtl="0" algn="ctr">
              <a:spcBef>
                <a:spcPts val="0"/>
              </a:spcBef>
              <a:spcAft>
                <a:spcPts val="0"/>
              </a:spcAft>
              <a:buClr>
                <a:srgbClr val="3B0304"/>
              </a:buClr>
              <a:buSzPts val="12000"/>
              <a:buNone/>
              <a:defRPr sz="12000">
                <a:solidFill>
                  <a:srgbClr val="3B0304"/>
                </a:solidFill>
              </a:defRPr>
            </a:lvl4pPr>
            <a:lvl5pPr lvl="4" rtl="0" algn="ctr">
              <a:spcBef>
                <a:spcPts val="0"/>
              </a:spcBef>
              <a:spcAft>
                <a:spcPts val="0"/>
              </a:spcAft>
              <a:buClr>
                <a:srgbClr val="3B0304"/>
              </a:buClr>
              <a:buSzPts val="12000"/>
              <a:buNone/>
              <a:defRPr sz="12000">
                <a:solidFill>
                  <a:srgbClr val="3B0304"/>
                </a:solidFill>
              </a:defRPr>
            </a:lvl5pPr>
            <a:lvl6pPr lvl="5" rtl="0" algn="ctr">
              <a:spcBef>
                <a:spcPts val="0"/>
              </a:spcBef>
              <a:spcAft>
                <a:spcPts val="0"/>
              </a:spcAft>
              <a:buClr>
                <a:srgbClr val="3B0304"/>
              </a:buClr>
              <a:buSzPts val="12000"/>
              <a:buNone/>
              <a:defRPr sz="12000">
                <a:solidFill>
                  <a:srgbClr val="3B0304"/>
                </a:solidFill>
              </a:defRPr>
            </a:lvl6pPr>
            <a:lvl7pPr lvl="6" rtl="0" algn="ctr">
              <a:spcBef>
                <a:spcPts val="0"/>
              </a:spcBef>
              <a:spcAft>
                <a:spcPts val="0"/>
              </a:spcAft>
              <a:buClr>
                <a:srgbClr val="3B0304"/>
              </a:buClr>
              <a:buSzPts val="12000"/>
              <a:buNone/>
              <a:defRPr sz="12000">
                <a:solidFill>
                  <a:srgbClr val="3B0304"/>
                </a:solidFill>
              </a:defRPr>
            </a:lvl7pPr>
            <a:lvl8pPr lvl="7" rtl="0" algn="ctr">
              <a:spcBef>
                <a:spcPts val="0"/>
              </a:spcBef>
              <a:spcAft>
                <a:spcPts val="0"/>
              </a:spcAft>
              <a:buClr>
                <a:srgbClr val="3B0304"/>
              </a:buClr>
              <a:buSzPts val="12000"/>
              <a:buNone/>
              <a:defRPr sz="12000">
                <a:solidFill>
                  <a:srgbClr val="3B0304"/>
                </a:solidFill>
              </a:defRPr>
            </a:lvl8pPr>
            <a:lvl9pPr lvl="8" rtl="0" algn="ctr">
              <a:spcBef>
                <a:spcPts val="0"/>
              </a:spcBef>
              <a:spcAft>
                <a:spcPts val="0"/>
              </a:spcAft>
              <a:buClr>
                <a:srgbClr val="3B0304"/>
              </a:buClr>
              <a:buSzPts val="12000"/>
              <a:buNone/>
              <a:defRPr sz="12000">
                <a:solidFill>
                  <a:srgbClr val="3B0304"/>
                </a:solidFill>
              </a:defRPr>
            </a:lvl9pPr>
          </a:lstStyle>
          <a:p>
            <a:r>
              <a:t>xx%</a:t>
            </a:r>
          </a:p>
        </p:txBody>
      </p:sp>
      <p:sp>
        <p:nvSpPr>
          <p:cNvPr id="301" name="Google Shape;301;p57"/>
          <p:cNvSpPr txBox="1"/>
          <p:nvPr>
            <p:ph idx="1" type="body"/>
          </p:nvPr>
        </p:nvSpPr>
        <p:spPr>
          <a:xfrm>
            <a:off x="311700" y="2923625"/>
            <a:ext cx="8520600" cy="1300800"/>
          </a:xfrm>
          <a:prstGeom prst="rect">
            <a:avLst/>
          </a:prstGeom>
        </p:spPr>
        <p:txBody>
          <a:bodyPr anchorCtr="0" anchor="t" bIns="91425" lIns="91425" spcFirstLastPara="1" rIns="91425" wrap="square" tIns="91425">
            <a:noAutofit/>
          </a:bodyPr>
          <a:lstStyle>
            <a:lvl1pPr indent="-330200" lvl="0" marL="457200" rtl="0" algn="ctr">
              <a:spcBef>
                <a:spcPts val="0"/>
              </a:spcBef>
              <a:spcAft>
                <a:spcPts val="0"/>
              </a:spcAft>
              <a:buClr>
                <a:srgbClr val="404040"/>
              </a:buClr>
              <a:buSzPts val="1600"/>
              <a:buChar char="●"/>
              <a:defRPr>
                <a:solidFill>
                  <a:srgbClr val="404040"/>
                </a:solidFill>
              </a:defRPr>
            </a:lvl1pPr>
            <a:lvl2pPr indent="-317500" lvl="1" marL="914400" rtl="0" algn="ctr">
              <a:spcBef>
                <a:spcPts val="1600"/>
              </a:spcBef>
              <a:spcAft>
                <a:spcPts val="0"/>
              </a:spcAft>
              <a:buClr>
                <a:srgbClr val="404040"/>
              </a:buClr>
              <a:buSzPts val="1400"/>
              <a:buChar char="○"/>
              <a:defRPr>
                <a:solidFill>
                  <a:srgbClr val="404040"/>
                </a:solidFill>
              </a:defRPr>
            </a:lvl2pPr>
            <a:lvl3pPr indent="-317500" lvl="2" marL="1371600" rtl="0" algn="ctr">
              <a:spcBef>
                <a:spcPts val="1600"/>
              </a:spcBef>
              <a:spcAft>
                <a:spcPts val="0"/>
              </a:spcAft>
              <a:buClr>
                <a:srgbClr val="404040"/>
              </a:buClr>
              <a:buSzPts val="1400"/>
              <a:buChar char="■"/>
              <a:defRPr>
                <a:solidFill>
                  <a:srgbClr val="404040"/>
                </a:solidFill>
              </a:defRPr>
            </a:lvl3pPr>
            <a:lvl4pPr indent="-317500" lvl="3" marL="1828800" rtl="0" algn="ctr">
              <a:spcBef>
                <a:spcPts val="1600"/>
              </a:spcBef>
              <a:spcAft>
                <a:spcPts val="0"/>
              </a:spcAft>
              <a:buClr>
                <a:srgbClr val="404040"/>
              </a:buClr>
              <a:buSzPts val="1400"/>
              <a:buChar char="●"/>
              <a:defRPr>
                <a:solidFill>
                  <a:srgbClr val="404040"/>
                </a:solidFill>
              </a:defRPr>
            </a:lvl4pPr>
            <a:lvl5pPr indent="-317500" lvl="4" marL="2286000" rtl="0" algn="ctr">
              <a:spcBef>
                <a:spcPts val="1600"/>
              </a:spcBef>
              <a:spcAft>
                <a:spcPts val="0"/>
              </a:spcAft>
              <a:buClr>
                <a:srgbClr val="404040"/>
              </a:buClr>
              <a:buSzPts val="1400"/>
              <a:buChar char="○"/>
              <a:defRPr>
                <a:solidFill>
                  <a:srgbClr val="404040"/>
                </a:solidFill>
              </a:defRPr>
            </a:lvl5pPr>
            <a:lvl6pPr indent="-317500" lvl="5" marL="2743200" rtl="0" algn="ctr">
              <a:spcBef>
                <a:spcPts val="1600"/>
              </a:spcBef>
              <a:spcAft>
                <a:spcPts val="0"/>
              </a:spcAft>
              <a:buClr>
                <a:srgbClr val="404040"/>
              </a:buClr>
              <a:buSzPts val="1400"/>
              <a:buChar char="■"/>
              <a:defRPr>
                <a:solidFill>
                  <a:srgbClr val="404040"/>
                </a:solidFill>
              </a:defRPr>
            </a:lvl6pPr>
            <a:lvl7pPr indent="-317500" lvl="6" marL="3200400" rtl="0" algn="ctr">
              <a:spcBef>
                <a:spcPts val="1600"/>
              </a:spcBef>
              <a:spcAft>
                <a:spcPts val="0"/>
              </a:spcAft>
              <a:buClr>
                <a:srgbClr val="404040"/>
              </a:buClr>
              <a:buSzPts val="1400"/>
              <a:buChar char="●"/>
              <a:defRPr>
                <a:solidFill>
                  <a:srgbClr val="404040"/>
                </a:solidFill>
              </a:defRPr>
            </a:lvl7pPr>
            <a:lvl8pPr indent="-317500" lvl="7" marL="3657600" rtl="0" algn="ctr">
              <a:spcBef>
                <a:spcPts val="1600"/>
              </a:spcBef>
              <a:spcAft>
                <a:spcPts val="0"/>
              </a:spcAft>
              <a:buClr>
                <a:srgbClr val="404040"/>
              </a:buClr>
              <a:buSzPts val="1400"/>
              <a:buChar char="○"/>
              <a:defRPr>
                <a:solidFill>
                  <a:srgbClr val="404040"/>
                </a:solidFill>
              </a:defRPr>
            </a:lvl8pPr>
            <a:lvl9pPr indent="-317500" lvl="8" marL="4114800" rtl="0" algn="ctr">
              <a:spcBef>
                <a:spcPts val="1600"/>
              </a:spcBef>
              <a:spcAft>
                <a:spcPts val="1600"/>
              </a:spcAft>
              <a:buClr>
                <a:srgbClr val="404040"/>
              </a:buClr>
              <a:buSzPts val="1400"/>
              <a:buChar char="■"/>
              <a:defRPr>
                <a:solidFill>
                  <a:srgbClr val="404040"/>
                </a:solidFill>
              </a:defRPr>
            </a:lvl9pPr>
          </a:lstStyle>
          <a:p/>
        </p:txBody>
      </p:sp>
      <p:pic>
        <p:nvPicPr>
          <p:cNvPr id="302" name="Google Shape;302;p57"/>
          <p:cNvPicPr preferRelativeResize="0"/>
          <p:nvPr/>
        </p:nvPicPr>
        <p:blipFill>
          <a:blip r:embed="rId2">
            <a:alphaModFix/>
          </a:blip>
          <a:stretch>
            <a:fillRect/>
          </a:stretch>
        </p:blipFill>
        <p:spPr>
          <a:xfrm>
            <a:off x="7461250" y="4693475"/>
            <a:ext cx="1486701" cy="246825"/>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e seção 1">
  <p:cSld name="Cabeçalho de seção 1">
    <p:bg>
      <p:bgPr>
        <a:blipFill>
          <a:blip r:embed="rId2">
            <a:alphaModFix/>
          </a:blip>
          <a:stretch>
            <a:fillRect/>
          </a:stretch>
        </a:blipFill>
      </p:bgPr>
    </p:bg>
    <p:spTree>
      <p:nvGrpSpPr>
        <p:cNvPr id="307" name="Shape 307"/>
        <p:cNvGrpSpPr/>
        <p:nvPr/>
      </p:nvGrpSpPr>
      <p:grpSpPr>
        <a:xfrm>
          <a:off x="0" y="0"/>
          <a:ext cx="0" cy="0"/>
          <a:chOff x="0" y="0"/>
          <a:chExt cx="0" cy="0"/>
        </a:xfrm>
      </p:grpSpPr>
      <p:sp>
        <p:nvSpPr>
          <p:cNvPr id="308" name="Google Shape;308;p59"/>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pt-BR"/>
              <a:t>‹#›</a:t>
            </a:fld>
            <a:endParaRPr/>
          </a:p>
        </p:txBody>
      </p:sp>
      <p:sp>
        <p:nvSpPr>
          <p:cNvPr id="309" name="Google Shape;309;p59"/>
          <p:cNvSpPr txBox="1"/>
          <p:nvPr>
            <p:ph type="title"/>
          </p:nvPr>
        </p:nvSpPr>
        <p:spPr>
          <a:xfrm>
            <a:off x="540300" y="2150850"/>
            <a:ext cx="6130200" cy="8418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FFFFFF"/>
              </a:buClr>
              <a:buSzPts val="3600"/>
              <a:buFont typeface="Open Sans"/>
              <a:buNone/>
              <a:defRPr b="1" i="0" sz="3600" u="none" cap="none" strike="noStrike">
                <a:solidFill>
                  <a:srgbClr val="FFFFFF"/>
                </a:solidFill>
                <a:latin typeface="Open Sans"/>
                <a:ea typeface="Open Sans"/>
                <a:cs typeface="Open Sans"/>
                <a:sym typeface="Open Sans"/>
              </a:defRPr>
            </a:lvl1pPr>
            <a:lvl2pPr lvl="1" rtl="0" algn="ctr">
              <a:spcBef>
                <a:spcPts val="0"/>
              </a:spcBef>
              <a:spcAft>
                <a:spcPts val="0"/>
              </a:spcAft>
              <a:buClr>
                <a:schemeClr val="dk1"/>
              </a:buClr>
              <a:buSzPts val="3600"/>
              <a:buFont typeface="Open Sans"/>
              <a:buNone/>
              <a:defRPr sz="3600">
                <a:solidFill>
                  <a:schemeClr val="dk1"/>
                </a:solidFill>
                <a:latin typeface="Open Sans"/>
                <a:ea typeface="Open Sans"/>
                <a:cs typeface="Open Sans"/>
                <a:sym typeface="Open Sans"/>
              </a:defRPr>
            </a:lvl2pPr>
            <a:lvl3pPr lvl="2" rtl="0" algn="ctr">
              <a:spcBef>
                <a:spcPts val="0"/>
              </a:spcBef>
              <a:spcAft>
                <a:spcPts val="0"/>
              </a:spcAft>
              <a:buClr>
                <a:schemeClr val="dk1"/>
              </a:buClr>
              <a:buSzPts val="3600"/>
              <a:buFont typeface="Open Sans"/>
              <a:buNone/>
              <a:defRPr sz="3600">
                <a:solidFill>
                  <a:schemeClr val="dk1"/>
                </a:solidFill>
                <a:latin typeface="Open Sans"/>
                <a:ea typeface="Open Sans"/>
                <a:cs typeface="Open Sans"/>
                <a:sym typeface="Open Sans"/>
              </a:defRPr>
            </a:lvl3pPr>
            <a:lvl4pPr lvl="3" rtl="0" algn="ctr">
              <a:spcBef>
                <a:spcPts val="0"/>
              </a:spcBef>
              <a:spcAft>
                <a:spcPts val="0"/>
              </a:spcAft>
              <a:buClr>
                <a:schemeClr val="dk1"/>
              </a:buClr>
              <a:buSzPts val="3600"/>
              <a:buFont typeface="Open Sans"/>
              <a:buNone/>
              <a:defRPr sz="3600">
                <a:solidFill>
                  <a:schemeClr val="dk1"/>
                </a:solidFill>
                <a:latin typeface="Open Sans"/>
                <a:ea typeface="Open Sans"/>
                <a:cs typeface="Open Sans"/>
                <a:sym typeface="Open Sans"/>
              </a:defRPr>
            </a:lvl4pPr>
            <a:lvl5pPr lvl="4" rtl="0" algn="ctr">
              <a:spcBef>
                <a:spcPts val="0"/>
              </a:spcBef>
              <a:spcAft>
                <a:spcPts val="0"/>
              </a:spcAft>
              <a:buClr>
                <a:schemeClr val="dk1"/>
              </a:buClr>
              <a:buSzPts val="3600"/>
              <a:buFont typeface="Open Sans"/>
              <a:buNone/>
              <a:defRPr sz="3600">
                <a:solidFill>
                  <a:schemeClr val="dk1"/>
                </a:solidFill>
                <a:latin typeface="Open Sans"/>
                <a:ea typeface="Open Sans"/>
                <a:cs typeface="Open Sans"/>
                <a:sym typeface="Open Sans"/>
              </a:defRPr>
            </a:lvl5pPr>
            <a:lvl6pPr lvl="5" rtl="0" algn="ctr">
              <a:spcBef>
                <a:spcPts val="0"/>
              </a:spcBef>
              <a:spcAft>
                <a:spcPts val="0"/>
              </a:spcAft>
              <a:buClr>
                <a:schemeClr val="dk1"/>
              </a:buClr>
              <a:buSzPts val="3600"/>
              <a:buFont typeface="Open Sans"/>
              <a:buNone/>
              <a:defRPr sz="3600">
                <a:solidFill>
                  <a:schemeClr val="dk1"/>
                </a:solidFill>
                <a:latin typeface="Open Sans"/>
                <a:ea typeface="Open Sans"/>
                <a:cs typeface="Open Sans"/>
                <a:sym typeface="Open Sans"/>
              </a:defRPr>
            </a:lvl6pPr>
            <a:lvl7pPr lvl="6" rtl="0" algn="ctr">
              <a:spcBef>
                <a:spcPts val="0"/>
              </a:spcBef>
              <a:spcAft>
                <a:spcPts val="0"/>
              </a:spcAft>
              <a:buClr>
                <a:schemeClr val="dk1"/>
              </a:buClr>
              <a:buSzPts val="3600"/>
              <a:buFont typeface="Open Sans"/>
              <a:buNone/>
              <a:defRPr sz="3600">
                <a:solidFill>
                  <a:schemeClr val="dk1"/>
                </a:solidFill>
                <a:latin typeface="Open Sans"/>
                <a:ea typeface="Open Sans"/>
                <a:cs typeface="Open Sans"/>
                <a:sym typeface="Open Sans"/>
              </a:defRPr>
            </a:lvl7pPr>
            <a:lvl8pPr lvl="7" rtl="0" algn="ctr">
              <a:spcBef>
                <a:spcPts val="0"/>
              </a:spcBef>
              <a:spcAft>
                <a:spcPts val="0"/>
              </a:spcAft>
              <a:buClr>
                <a:schemeClr val="dk1"/>
              </a:buClr>
              <a:buSzPts val="3600"/>
              <a:buFont typeface="Open Sans"/>
              <a:buNone/>
              <a:defRPr sz="3600">
                <a:solidFill>
                  <a:schemeClr val="dk1"/>
                </a:solidFill>
                <a:latin typeface="Open Sans"/>
                <a:ea typeface="Open Sans"/>
                <a:cs typeface="Open Sans"/>
                <a:sym typeface="Open Sans"/>
              </a:defRPr>
            </a:lvl8pPr>
            <a:lvl9pPr lvl="8" rtl="0" algn="ctr">
              <a:spcBef>
                <a:spcPts val="0"/>
              </a:spcBef>
              <a:spcAft>
                <a:spcPts val="0"/>
              </a:spcAft>
              <a:buClr>
                <a:schemeClr val="dk1"/>
              </a:buClr>
              <a:buSzPts val="3600"/>
              <a:buFont typeface="Open Sans"/>
              <a:buNone/>
              <a:defRPr sz="3600">
                <a:solidFill>
                  <a:schemeClr val="dk1"/>
                </a:solidFill>
                <a:latin typeface="Open Sans"/>
                <a:ea typeface="Open Sans"/>
                <a:cs typeface="Open Sans"/>
                <a:sym typeface="Open Sans"/>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0" name="Shape 310"/>
        <p:cNvGrpSpPr/>
        <p:nvPr/>
      </p:nvGrpSpPr>
      <p:grpSpPr>
        <a:xfrm>
          <a:off x="0" y="0"/>
          <a:ext cx="0" cy="0"/>
          <a:chOff x="0" y="0"/>
          <a:chExt cx="0" cy="0"/>
        </a:xfrm>
      </p:grpSpPr>
      <p:sp>
        <p:nvSpPr>
          <p:cNvPr id="311" name="Google Shape;311;p6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C04747"/>
              </a:buClr>
              <a:buSzPts val="2800"/>
              <a:buFont typeface="Open Sans"/>
              <a:buNone/>
              <a:defRPr b="1" i="0" sz="2800" u="none" cap="none" strike="noStrike">
                <a:solidFill>
                  <a:srgbClr val="C04747"/>
                </a:solidFill>
                <a:latin typeface="Open Sans"/>
                <a:ea typeface="Open Sans"/>
                <a:cs typeface="Open Sans"/>
                <a:sym typeface="Open Sans"/>
              </a:defRPr>
            </a:lvl1pPr>
            <a:lvl2pPr lvl="1"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2pPr>
            <a:lvl3pPr lvl="2"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3pPr>
            <a:lvl4pPr lvl="3"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4pPr>
            <a:lvl5pPr lvl="4"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5pPr>
            <a:lvl6pPr lvl="5"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6pPr>
            <a:lvl7pPr lvl="6"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7pPr>
            <a:lvl8pPr lvl="7"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8pPr>
            <a:lvl9pPr lvl="8"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9pPr>
          </a:lstStyle>
          <a:p/>
        </p:txBody>
      </p:sp>
      <p:sp>
        <p:nvSpPr>
          <p:cNvPr id="312" name="Google Shape;312;p6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15000"/>
              </a:lnSpc>
              <a:spcBef>
                <a:spcPts val="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1pPr>
            <a:lvl2pPr indent="-228600" lvl="1" marL="914400" marR="0" rtl="0" algn="l">
              <a:lnSpc>
                <a:spcPct val="115000"/>
              </a:lnSpc>
              <a:spcBef>
                <a:spcPts val="1600"/>
              </a:spcBef>
              <a:spcAft>
                <a:spcPts val="0"/>
              </a:spcAft>
              <a:buClr>
                <a:schemeClr val="dk2"/>
              </a:buClr>
              <a:buSzPts val="1200"/>
              <a:buFont typeface="Open Sans"/>
              <a:buNone/>
              <a:defRPr b="0" i="0" sz="1200" u="none" cap="none" strike="noStrike">
                <a:solidFill>
                  <a:schemeClr val="dk2"/>
                </a:solidFill>
                <a:latin typeface="Open Sans"/>
                <a:ea typeface="Open Sans"/>
                <a:cs typeface="Open Sans"/>
                <a:sym typeface="Open Sans"/>
              </a:defRPr>
            </a:lvl2pPr>
            <a:lvl3pPr indent="-228600" lvl="2" marL="1371600" marR="0" rtl="0" algn="l">
              <a:lnSpc>
                <a:spcPct val="115000"/>
              </a:lnSpc>
              <a:spcBef>
                <a:spcPts val="1600"/>
              </a:spcBef>
              <a:spcAft>
                <a:spcPts val="0"/>
              </a:spcAft>
              <a:buClr>
                <a:schemeClr val="dk2"/>
              </a:buClr>
              <a:buSzPts val="1200"/>
              <a:buFont typeface="Open Sans"/>
              <a:buNone/>
              <a:defRPr b="0" i="0" sz="1200" u="none" cap="none" strike="noStrike">
                <a:solidFill>
                  <a:schemeClr val="dk2"/>
                </a:solidFill>
                <a:latin typeface="Open Sans"/>
                <a:ea typeface="Open Sans"/>
                <a:cs typeface="Open Sans"/>
                <a:sym typeface="Open Sans"/>
              </a:defRPr>
            </a:lvl3pPr>
            <a:lvl4pPr indent="-228600" lvl="3" marL="1828800" marR="0" rtl="0" algn="l">
              <a:lnSpc>
                <a:spcPct val="115000"/>
              </a:lnSpc>
              <a:spcBef>
                <a:spcPts val="1600"/>
              </a:spcBef>
              <a:spcAft>
                <a:spcPts val="0"/>
              </a:spcAft>
              <a:buClr>
                <a:schemeClr val="dk2"/>
              </a:buClr>
              <a:buSzPts val="1200"/>
              <a:buFont typeface="Open Sans"/>
              <a:buNone/>
              <a:defRPr b="0" i="0" sz="1200" u="none" cap="none" strike="noStrike">
                <a:solidFill>
                  <a:schemeClr val="dk2"/>
                </a:solidFill>
                <a:latin typeface="Open Sans"/>
                <a:ea typeface="Open Sans"/>
                <a:cs typeface="Open Sans"/>
                <a:sym typeface="Open Sans"/>
              </a:defRPr>
            </a:lvl4pPr>
            <a:lvl5pPr indent="-228600" lvl="4" marL="2286000" marR="0" rtl="0" algn="l">
              <a:lnSpc>
                <a:spcPct val="115000"/>
              </a:lnSpc>
              <a:spcBef>
                <a:spcPts val="1600"/>
              </a:spcBef>
              <a:spcAft>
                <a:spcPts val="0"/>
              </a:spcAft>
              <a:buClr>
                <a:schemeClr val="dk2"/>
              </a:buClr>
              <a:buSzPts val="1200"/>
              <a:buFont typeface="Open Sans"/>
              <a:buNone/>
              <a:defRPr b="0" i="0" sz="1200" u="none" cap="none" strike="noStrike">
                <a:solidFill>
                  <a:schemeClr val="dk2"/>
                </a:solidFill>
                <a:latin typeface="Open Sans"/>
                <a:ea typeface="Open Sans"/>
                <a:cs typeface="Open Sans"/>
                <a:sym typeface="Open Sans"/>
              </a:defRPr>
            </a:lvl5pPr>
            <a:lvl6pPr indent="-228600" lvl="5" marL="2743200" marR="0" rtl="0" algn="l">
              <a:lnSpc>
                <a:spcPct val="115000"/>
              </a:lnSpc>
              <a:spcBef>
                <a:spcPts val="1600"/>
              </a:spcBef>
              <a:spcAft>
                <a:spcPts val="0"/>
              </a:spcAft>
              <a:buClr>
                <a:schemeClr val="dk2"/>
              </a:buClr>
              <a:buSzPts val="1200"/>
              <a:buFont typeface="Open Sans"/>
              <a:buNone/>
              <a:defRPr b="0" i="0" sz="1200" u="none" cap="none" strike="noStrike">
                <a:solidFill>
                  <a:schemeClr val="dk2"/>
                </a:solidFill>
                <a:latin typeface="Open Sans"/>
                <a:ea typeface="Open Sans"/>
                <a:cs typeface="Open Sans"/>
                <a:sym typeface="Open Sans"/>
              </a:defRPr>
            </a:lvl6pPr>
            <a:lvl7pPr indent="-228600" lvl="6" marL="3200400" marR="0" rtl="0" algn="l">
              <a:lnSpc>
                <a:spcPct val="115000"/>
              </a:lnSpc>
              <a:spcBef>
                <a:spcPts val="1600"/>
              </a:spcBef>
              <a:spcAft>
                <a:spcPts val="0"/>
              </a:spcAft>
              <a:buClr>
                <a:schemeClr val="dk2"/>
              </a:buClr>
              <a:buSzPts val="1200"/>
              <a:buFont typeface="Open Sans"/>
              <a:buNone/>
              <a:defRPr b="0" i="0" sz="1200" u="none" cap="none" strike="noStrike">
                <a:solidFill>
                  <a:schemeClr val="dk2"/>
                </a:solidFill>
                <a:latin typeface="Open Sans"/>
                <a:ea typeface="Open Sans"/>
                <a:cs typeface="Open Sans"/>
                <a:sym typeface="Open Sans"/>
              </a:defRPr>
            </a:lvl7pPr>
            <a:lvl8pPr indent="-228600" lvl="7" marL="3657600" marR="0" rtl="0" algn="l">
              <a:lnSpc>
                <a:spcPct val="115000"/>
              </a:lnSpc>
              <a:spcBef>
                <a:spcPts val="1600"/>
              </a:spcBef>
              <a:spcAft>
                <a:spcPts val="0"/>
              </a:spcAft>
              <a:buClr>
                <a:schemeClr val="dk2"/>
              </a:buClr>
              <a:buSzPts val="1200"/>
              <a:buFont typeface="Open Sans"/>
              <a:buNone/>
              <a:defRPr b="0" i="0" sz="1200" u="none" cap="none" strike="noStrike">
                <a:solidFill>
                  <a:schemeClr val="dk2"/>
                </a:solidFill>
                <a:latin typeface="Open Sans"/>
                <a:ea typeface="Open Sans"/>
                <a:cs typeface="Open Sans"/>
                <a:sym typeface="Open Sans"/>
              </a:defRPr>
            </a:lvl8pPr>
            <a:lvl9pPr indent="-228600" lvl="8" marL="4114800" marR="0" rtl="0" algn="l">
              <a:lnSpc>
                <a:spcPct val="115000"/>
              </a:lnSpc>
              <a:spcBef>
                <a:spcPts val="1600"/>
              </a:spcBef>
              <a:spcAft>
                <a:spcPts val="1600"/>
              </a:spcAft>
              <a:buClr>
                <a:schemeClr val="dk2"/>
              </a:buClr>
              <a:buSzPts val="1200"/>
              <a:buFont typeface="Open Sans"/>
              <a:buNone/>
              <a:defRPr b="0" i="0" sz="1200" u="none" cap="none" strike="noStrike">
                <a:solidFill>
                  <a:schemeClr val="dk2"/>
                </a:solidFill>
                <a:latin typeface="Open Sans"/>
                <a:ea typeface="Open Sans"/>
                <a:cs typeface="Open Sans"/>
                <a:sym typeface="Open Sans"/>
              </a:defRPr>
            </a:lvl9pPr>
          </a:lstStyle>
          <a:p/>
        </p:txBody>
      </p:sp>
      <p:sp>
        <p:nvSpPr>
          <p:cNvPr id="313" name="Google Shape;313;p6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15000"/>
              </a:lnSpc>
              <a:spcBef>
                <a:spcPts val="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1pPr>
            <a:lvl2pPr indent="-228600" lvl="1" marL="914400" marR="0" rtl="0" algn="l">
              <a:lnSpc>
                <a:spcPct val="115000"/>
              </a:lnSpc>
              <a:spcBef>
                <a:spcPts val="1600"/>
              </a:spcBef>
              <a:spcAft>
                <a:spcPts val="0"/>
              </a:spcAft>
              <a:buClr>
                <a:schemeClr val="dk2"/>
              </a:buClr>
              <a:buSzPts val="1200"/>
              <a:buFont typeface="Open Sans"/>
              <a:buNone/>
              <a:defRPr b="0" i="0" sz="1200" u="none" cap="none" strike="noStrike">
                <a:solidFill>
                  <a:schemeClr val="dk2"/>
                </a:solidFill>
                <a:latin typeface="Open Sans"/>
                <a:ea typeface="Open Sans"/>
                <a:cs typeface="Open Sans"/>
                <a:sym typeface="Open Sans"/>
              </a:defRPr>
            </a:lvl2pPr>
            <a:lvl3pPr indent="-228600" lvl="2" marL="1371600" marR="0" rtl="0" algn="l">
              <a:lnSpc>
                <a:spcPct val="115000"/>
              </a:lnSpc>
              <a:spcBef>
                <a:spcPts val="1600"/>
              </a:spcBef>
              <a:spcAft>
                <a:spcPts val="0"/>
              </a:spcAft>
              <a:buClr>
                <a:schemeClr val="dk2"/>
              </a:buClr>
              <a:buSzPts val="1200"/>
              <a:buFont typeface="Open Sans"/>
              <a:buNone/>
              <a:defRPr b="0" i="0" sz="1200" u="none" cap="none" strike="noStrike">
                <a:solidFill>
                  <a:schemeClr val="dk2"/>
                </a:solidFill>
                <a:latin typeface="Open Sans"/>
                <a:ea typeface="Open Sans"/>
                <a:cs typeface="Open Sans"/>
                <a:sym typeface="Open Sans"/>
              </a:defRPr>
            </a:lvl3pPr>
            <a:lvl4pPr indent="-228600" lvl="3" marL="1828800" marR="0" rtl="0" algn="l">
              <a:lnSpc>
                <a:spcPct val="115000"/>
              </a:lnSpc>
              <a:spcBef>
                <a:spcPts val="1600"/>
              </a:spcBef>
              <a:spcAft>
                <a:spcPts val="0"/>
              </a:spcAft>
              <a:buClr>
                <a:schemeClr val="dk2"/>
              </a:buClr>
              <a:buSzPts val="1200"/>
              <a:buFont typeface="Open Sans"/>
              <a:buNone/>
              <a:defRPr b="0" i="0" sz="1200" u="none" cap="none" strike="noStrike">
                <a:solidFill>
                  <a:schemeClr val="dk2"/>
                </a:solidFill>
                <a:latin typeface="Open Sans"/>
                <a:ea typeface="Open Sans"/>
                <a:cs typeface="Open Sans"/>
                <a:sym typeface="Open Sans"/>
              </a:defRPr>
            </a:lvl4pPr>
            <a:lvl5pPr indent="-228600" lvl="4" marL="2286000" marR="0" rtl="0" algn="l">
              <a:lnSpc>
                <a:spcPct val="115000"/>
              </a:lnSpc>
              <a:spcBef>
                <a:spcPts val="1600"/>
              </a:spcBef>
              <a:spcAft>
                <a:spcPts val="0"/>
              </a:spcAft>
              <a:buClr>
                <a:schemeClr val="dk2"/>
              </a:buClr>
              <a:buSzPts val="1200"/>
              <a:buFont typeface="Open Sans"/>
              <a:buNone/>
              <a:defRPr b="0" i="0" sz="1200" u="none" cap="none" strike="noStrike">
                <a:solidFill>
                  <a:schemeClr val="dk2"/>
                </a:solidFill>
                <a:latin typeface="Open Sans"/>
                <a:ea typeface="Open Sans"/>
                <a:cs typeface="Open Sans"/>
                <a:sym typeface="Open Sans"/>
              </a:defRPr>
            </a:lvl5pPr>
            <a:lvl6pPr indent="-228600" lvl="5" marL="2743200" marR="0" rtl="0" algn="l">
              <a:lnSpc>
                <a:spcPct val="115000"/>
              </a:lnSpc>
              <a:spcBef>
                <a:spcPts val="1600"/>
              </a:spcBef>
              <a:spcAft>
                <a:spcPts val="0"/>
              </a:spcAft>
              <a:buClr>
                <a:schemeClr val="dk2"/>
              </a:buClr>
              <a:buSzPts val="1200"/>
              <a:buFont typeface="Open Sans"/>
              <a:buNone/>
              <a:defRPr b="0" i="0" sz="1200" u="none" cap="none" strike="noStrike">
                <a:solidFill>
                  <a:schemeClr val="dk2"/>
                </a:solidFill>
                <a:latin typeface="Open Sans"/>
                <a:ea typeface="Open Sans"/>
                <a:cs typeface="Open Sans"/>
                <a:sym typeface="Open Sans"/>
              </a:defRPr>
            </a:lvl6pPr>
            <a:lvl7pPr indent="-228600" lvl="6" marL="3200400" marR="0" rtl="0" algn="l">
              <a:lnSpc>
                <a:spcPct val="115000"/>
              </a:lnSpc>
              <a:spcBef>
                <a:spcPts val="1600"/>
              </a:spcBef>
              <a:spcAft>
                <a:spcPts val="0"/>
              </a:spcAft>
              <a:buClr>
                <a:schemeClr val="dk2"/>
              </a:buClr>
              <a:buSzPts val="1200"/>
              <a:buFont typeface="Open Sans"/>
              <a:buNone/>
              <a:defRPr b="0" i="0" sz="1200" u="none" cap="none" strike="noStrike">
                <a:solidFill>
                  <a:schemeClr val="dk2"/>
                </a:solidFill>
                <a:latin typeface="Open Sans"/>
                <a:ea typeface="Open Sans"/>
                <a:cs typeface="Open Sans"/>
                <a:sym typeface="Open Sans"/>
              </a:defRPr>
            </a:lvl7pPr>
            <a:lvl8pPr indent="-228600" lvl="7" marL="3657600" marR="0" rtl="0" algn="l">
              <a:lnSpc>
                <a:spcPct val="115000"/>
              </a:lnSpc>
              <a:spcBef>
                <a:spcPts val="1600"/>
              </a:spcBef>
              <a:spcAft>
                <a:spcPts val="0"/>
              </a:spcAft>
              <a:buClr>
                <a:schemeClr val="dk2"/>
              </a:buClr>
              <a:buSzPts val="1200"/>
              <a:buFont typeface="Open Sans"/>
              <a:buNone/>
              <a:defRPr b="0" i="0" sz="1200" u="none" cap="none" strike="noStrike">
                <a:solidFill>
                  <a:schemeClr val="dk2"/>
                </a:solidFill>
                <a:latin typeface="Open Sans"/>
                <a:ea typeface="Open Sans"/>
                <a:cs typeface="Open Sans"/>
                <a:sym typeface="Open Sans"/>
              </a:defRPr>
            </a:lvl8pPr>
            <a:lvl9pPr indent="-228600" lvl="8" marL="4114800" marR="0" rtl="0" algn="l">
              <a:lnSpc>
                <a:spcPct val="115000"/>
              </a:lnSpc>
              <a:spcBef>
                <a:spcPts val="1600"/>
              </a:spcBef>
              <a:spcAft>
                <a:spcPts val="1600"/>
              </a:spcAft>
              <a:buClr>
                <a:schemeClr val="dk2"/>
              </a:buClr>
              <a:buSzPts val="1200"/>
              <a:buFont typeface="Open Sans"/>
              <a:buNone/>
              <a:defRPr b="0" i="0" sz="1200" u="none" cap="none" strike="noStrike">
                <a:solidFill>
                  <a:schemeClr val="dk2"/>
                </a:solidFill>
                <a:latin typeface="Open Sans"/>
                <a:ea typeface="Open Sans"/>
                <a:cs typeface="Open Sans"/>
                <a:sym typeface="Open Sans"/>
              </a:defRPr>
            </a:lvl9pPr>
          </a:lstStyle>
          <a:p/>
        </p:txBody>
      </p:sp>
      <p:sp>
        <p:nvSpPr>
          <p:cNvPr id="314" name="Google Shape;314;p60"/>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315" name="Shape 315"/>
        <p:cNvGrpSpPr/>
        <p:nvPr/>
      </p:nvGrpSpPr>
      <p:grpSpPr>
        <a:xfrm>
          <a:off x="0" y="0"/>
          <a:ext cx="0" cy="0"/>
          <a:chOff x="0" y="0"/>
          <a:chExt cx="0" cy="0"/>
        </a:xfrm>
      </p:grpSpPr>
      <p:sp>
        <p:nvSpPr>
          <p:cNvPr id="316" name="Google Shape;316;p6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C04747"/>
              </a:buClr>
              <a:buSzPts val="2800"/>
              <a:buFont typeface="Open Sans"/>
              <a:buNone/>
              <a:defRPr b="1" i="0" sz="2800" u="none" cap="none" strike="noStrike">
                <a:solidFill>
                  <a:srgbClr val="C04747"/>
                </a:solidFill>
                <a:latin typeface="Open Sans"/>
                <a:ea typeface="Open Sans"/>
                <a:cs typeface="Open Sans"/>
                <a:sym typeface="Open Sans"/>
              </a:defRPr>
            </a:lvl1pPr>
            <a:lvl2pPr lvl="1"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2pPr>
            <a:lvl3pPr lvl="2"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3pPr>
            <a:lvl4pPr lvl="3"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4pPr>
            <a:lvl5pPr lvl="4"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5pPr>
            <a:lvl6pPr lvl="5"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6pPr>
            <a:lvl7pPr lvl="6"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7pPr>
            <a:lvl8pPr lvl="7"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8pPr>
            <a:lvl9pPr lvl="8"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9pPr>
          </a:lstStyle>
          <a:p/>
        </p:txBody>
      </p:sp>
      <p:sp>
        <p:nvSpPr>
          <p:cNvPr id="317" name="Google Shape;317;p6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15000"/>
              </a:lnSpc>
              <a:spcBef>
                <a:spcPts val="0"/>
              </a:spcBef>
              <a:spcAft>
                <a:spcPts val="0"/>
              </a:spcAft>
              <a:buClr>
                <a:schemeClr val="dk2"/>
              </a:buClr>
              <a:buSzPts val="1800"/>
              <a:buFont typeface="Open Sans"/>
              <a:buNone/>
              <a:defRPr b="0" i="0" sz="1800" u="none" cap="none" strike="noStrike">
                <a:solidFill>
                  <a:schemeClr val="dk2"/>
                </a:solidFill>
                <a:latin typeface="Open Sans"/>
                <a:ea typeface="Open Sans"/>
                <a:cs typeface="Open Sans"/>
                <a:sym typeface="Open Sans"/>
              </a:defRPr>
            </a:lvl1pPr>
            <a:lvl2pPr indent="-228600" lvl="1" marL="9144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2pPr>
            <a:lvl3pPr indent="-228600" lvl="2" marL="13716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3pPr>
            <a:lvl4pPr indent="-228600" lvl="3" marL="18288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4pPr>
            <a:lvl5pPr indent="-228600" lvl="4" marL="22860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5pPr>
            <a:lvl6pPr indent="-228600" lvl="5" marL="27432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6pPr>
            <a:lvl7pPr indent="-228600" lvl="6" marL="32004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7pPr>
            <a:lvl8pPr indent="-228600" lvl="7" marL="36576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8pPr>
            <a:lvl9pPr indent="-228600" lvl="8" marL="4114800" marR="0" rtl="0" algn="l">
              <a:lnSpc>
                <a:spcPct val="115000"/>
              </a:lnSpc>
              <a:spcBef>
                <a:spcPts val="1600"/>
              </a:spcBef>
              <a:spcAft>
                <a:spcPts val="160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9pPr>
          </a:lstStyle>
          <a:p/>
        </p:txBody>
      </p:sp>
      <p:sp>
        <p:nvSpPr>
          <p:cNvPr id="318" name="Google Shape;318;p61"/>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19" name="Google Shape;319;p61"/>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20" name="Google Shape;320;p61"/>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scricao">
  <p:cSld name="descricao">
    <p:bg>
      <p:bgPr>
        <a:solidFill>
          <a:srgbClr val="F3F3F3"/>
        </a:solidFill>
      </p:bgPr>
    </p:bg>
    <p:spTree>
      <p:nvGrpSpPr>
        <p:cNvPr id="321" name="Shape 321"/>
        <p:cNvGrpSpPr/>
        <p:nvPr/>
      </p:nvGrpSpPr>
      <p:grpSpPr>
        <a:xfrm>
          <a:off x="0" y="0"/>
          <a:ext cx="0" cy="0"/>
          <a:chOff x="0" y="0"/>
          <a:chExt cx="0" cy="0"/>
        </a:xfrm>
      </p:grpSpPr>
      <p:sp>
        <p:nvSpPr>
          <p:cNvPr id="322" name="Google Shape;322;p62"/>
          <p:cNvSpPr txBox="1"/>
          <p:nvPr>
            <p:ph type="title"/>
          </p:nvPr>
        </p:nvSpPr>
        <p:spPr>
          <a:xfrm>
            <a:off x="311700" y="632400"/>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C04747"/>
              </a:buClr>
              <a:buSzPts val="4800"/>
              <a:buFont typeface="Open Sans"/>
              <a:buNone/>
              <a:defRPr b="1" i="0" sz="4800" u="none" cap="none" strike="noStrike">
                <a:solidFill>
                  <a:srgbClr val="C04747"/>
                </a:solidFill>
                <a:latin typeface="Open Sans"/>
                <a:ea typeface="Open Sans"/>
                <a:cs typeface="Open Sans"/>
                <a:sym typeface="Open Sans"/>
              </a:defRPr>
            </a:lvl1pPr>
            <a:lvl2pPr lvl="1" rtl="0">
              <a:spcBef>
                <a:spcPts val="0"/>
              </a:spcBef>
              <a:spcAft>
                <a:spcPts val="0"/>
              </a:spcAft>
              <a:buClr>
                <a:schemeClr val="dk1"/>
              </a:buClr>
              <a:buSzPts val="4800"/>
              <a:buFont typeface="Open Sans"/>
              <a:buNone/>
              <a:defRPr sz="4800">
                <a:solidFill>
                  <a:schemeClr val="dk1"/>
                </a:solidFill>
                <a:latin typeface="Open Sans"/>
                <a:ea typeface="Open Sans"/>
                <a:cs typeface="Open Sans"/>
                <a:sym typeface="Open Sans"/>
              </a:defRPr>
            </a:lvl2pPr>
            <a:lvl3pPr lvl="2" rtl="0">
              <a:spcBef>
                <a:spcPts val="0"/>
              </a:spcBef>
              <a:spcAft>
                <a:spcPts val="0"/>
              </a:spcAft>
              <a:buClr>
                <a:schemeClr val="dk1"/>
              </a:buClr>
              <a:buSzPts val="4800"/>
              <a:buFont typeface="Open Sans"/>
              <a:buNone/>
              <a:defRPr sz="4800">
                <a:solidFill>
                  <a:schemeClr val="dk1"/>
                </a:solidFill>
                <a:latin typeface="Open Sans"/>
                <a:ea typeface="Open Sans"/>
                <a:cs typeface="Open Sans"/>
                <a:sym typeface="Open Sans"/>
              </a:defRPr>
            </a:lvl3pPr>
            <a:lvl4pPr lvl="3" rtl="0">
              <a:spcBef>
                <a:spcPts val="0"/>
              </a:spcBef>
              <a:spcAft>
                <a:spcPts val="0"/>
              </a:spcAft>
              <a:buClr>
                <a:schemeClr val="dk1"/>
              </a:buClr>
              <a:buSzPts val="4800"/>
              <a:buFont typeface="Open Sans"/>
              <a:buNone/>
              <a:defRPr sz="4800">
                <a:solidFill>
                  <a:schemeClr val="dk1"/>
                </a:solidFill>
                <a:latin typeface="Open Sans"/>
                <a:ea typeface="Open Sans"/>
                <a:cs typeface="Open Sans"/>
                <a:sym typeface="Open Sans"/>
              </a:defRPr>
            </a:lvl4pPr>
            <a:lvl5pPr lvl="4" rtl="0">
              <a:spcBef>
                <a:spcPts val="0"/>
              </a:spcBef>
              <a:spcAft>
                <a:spcPts val="0"/>
              </a:spcAft>
              <a:buClr>
                <a:schemeClr val="dk1"/>
              </a:buClr>
              <a:buSzPts val="4800"/>
              <a:buFont typeface="Open Sans"/>
              <a:buNone/>
              <a:defRPr sz="4800">
                <a:solidFill>
                  <a:schemeClr val="dk1"/>
                </a:solidFill>
                <a:latin typeface="Open Sans"/>
                <a:ea typeface="Open Sans"/>
                <a:cs typeface="Open Sans"/>
                <a:sym typeface="Open Sans"/>
              </a:defRPr>
            </a:lvl5pPr>
            <a:lvl6pPr lvl="5" rtl="0">
              <a:spcBef>
                <a:spcPts val="0"/>
              </a:spcBef>
              <a:spcAft>
                <a:spcPts val="0"/>
              </a:spcAft>
              <a:buClr>
                <a:schemeClr val="dk1"/>
              </a:buClr>
              <a:buSzPts val="4800"/>
              <a:buFont typeface="Open Sans"/>
              <a:buNone/>
              <a:defRPr sz="4800">
                <a:solidFill>
                  <a:schemeClr val="dk1"/>
                </a:solidFill>
                <a:latin typeface="Open Sans"/>
                <a:ea typeface="Open Sans"/>
                <a:cs typeface="Open Sans"/>
                <a:sym typeface="Open Sans"/>
              </a:defRPr>
            </a:lvl6pPr>
            <a:lvl7pPr lvl="6" rtl="0">
              <a:spcBef>
                <a:spcPts val="0"/>
              </a:spcBef>
              <a:spcAft>
                <a:spcPts val="0"/>
              </a:spcAft>
              <a:buClr>
                <a:schemeClr val="dk1"/>
              </a:buClr>
              <a:buSzPts val="4800"/>
              <a:buFont typeface="Open Sans"/>
              <a:buNone/>
              <a:defRPr sz="4800">
                <a:solidFill>
                  <a:schemeClr val="dk1"/>
                </a:solidFill>
                <a:latin typeface="Open Sans"/>
                <a:ea typeface="Open Sans"/>
                <a:cs typeface="Open Sans"/>
                <a:sym typeface="Open Sans"/>
              </a:defRPr>
            </a:lvl7pPr>
            <a:lvl8pPr lvl="7" rtl="0">
              <a:spcBef>
                <a:spcPts val="0"/>
              </a:spcBef>
              <a:spcAft>
                <a:spcPts val="0"/>
              </a:spcAft>
              <a:buClr>
                <a:schemeClr val="dk1"/>
              </a:buClr>
              <a:buSzPts val="4800"/>
              <a:buFont typeface="Open Sans"/>
              <a:buNone/>
              <a:defRPr sz="4800">
                <a:solidFill>
                  <a:schemeClr val="dk1"/>
                </a:solidFill>
                <a:latin typeface="Open Sans"/>
                <a:ea typeface="Open Sans"/>
                <a:cs typeface="Open Sans"/>
                <a:sym typeface="Open Sans"/>
              </a:defRPr>
            </a:lvl8pPr>
            <a:lvl9pPr lvl="8" rtl="0">
              <a:spcBef>
                <a:spcPts val="0"/>
              </a:spcBef>
              <a:spcAft>
                <a:spcPts val="0"/>
              </a:spcAft>
              <a:buClr>
                <a:schemeClr val="dk1"/>
              </a:buClr>
              <a:buSzPts val="4800"/>
              <a:buFont typeface="Open Sans"/>
              <a:buNone/>
              <a:defRPr sz="4800">
                <a:solidFill>
                  <a:schemeClr val="dk1"/>
                </a:solidFill>
                <a:latin typeface="Open Sans"/>
                <a:ea typeface="Open Sans"/>
                <a:cs typeface="Open Sans"/>
                <a:sym typeface="Open Sans"/>
              </a:defRPr>
            </a:lvl9pPr>
          </a:lstStyle>
          <a:p/>
        </p:txBody>
      </p:sp>
      <p:sp>
        <p:nvSpPr>
          <p:cNvPr id="323" name="Google Shape;323;p62"/>
          <p:cNvSpPr txBox="1"/>
          <p:nvPr>
            <p:ph idx="1" type="body"/>
          </p:nvPr>
        </p:nvSpPr>
        <p:spPr>
          <a:xfrm>
            <a:off x="311700" y="1081800"/>
            <a:ext cx="5594400" cy="2979900"/>
          </a:xfrm>
          <a:prstGeom prst="rect">
            <a:avLst/>
          </a:prstGeom>
          <a:noFill/>
          <a:ln>
            <a:noFill/>
          </a:ln>
        </p:spPr>
        <p:txBody>
          <a:bodyPr anchorCtr="0" anchor="ctr" bIns="91425" lIns="91425" spcFirstLastPara="1" rIns="91425" wrap="square" tIns="91425">
            <a:noAutofit/>
          </a:bodyPr>
          <a:lstStyle>
            <a:lvl1pPr indent="-228600" lvl="0" marL="457200" marR="0" rtl="0" algn="l">
              <a:lnSpc>
                <a:spcPct val="115000"/>
              </a:lnSpc>
              <a:spcBef>
                <a:spcPts val="0"/>
              </a:spcBef>
              <a:spcAft>
                <a:spcPts val="0"/>
              </a:spcAft>
              <a:buClr>
                <a:srgbClr val="666666"/>
              </a:buClr>
              <a:buSzPts val="1200"/>
              <a:buFont typeface="Open Sans"/>
              <a:buNone/>
              <a:defRPr b="0" i="0" sz="1200" u="none" cap="none" strike="noStrike">
                <a:solidFill>
                  <a:srgbClr val="666666"/>
                </a:solidFill>
                <a:latin typeface="Open Sans"/>
                <a:ea typeface="Open Sans"/>
                <a:cs typeface="Open Sans"/>
                <a:sym typeface="Open Sans"/>
              </a:defRPr>
            </a:lvl1pPr>
            <a:lvl2pPr indent="-228600" lvl="1" marL="914400" marR="0" rtl="0" algn="l">
              <a:lnSpc>
                <a:spcPct val="115000"/>
              </a:lnSpc>
              <a:spcBef>
                <a:spcPts val="1600"/>
              </a:spcBef>
              <a:spcAft>
                <a:spcPts val="0"/>
              </a:spcAft>
              <a:buClr>
                <a:srgbClr val="666666"/>
              </a:buClr>
              <a:buSzPts val="1200"/>
              <a:buFont typeface="Open Sans"/>
              <a:buNone/>
              <a:defRPr b="0" i="0" sz="1200" u="none" cap="none" strike="noStrike">
                <a:solidFill>
                  <a:srgbClr val="666666"/>
                </a:solidFill>
                <a:latin typeface="Open Sans"/>
                <a:ea typeface="Open Sans"/>
                <a:cs typeface="Open Sans"/>
                <a:sym typeface="Open Sans"/>
              </a:defRPr>
            </a:lvl2pPr>
            <a:lvl3pPr indent="-228600" lvl="2" marL="1371600" marR="0" rtl="0" algn="l">
              <a:lnSpc>
                <a:spcPct val="115000"/>
              </a:lnSpc>
              <a:spcBef>
                <a:spcPts val="1600"/>
              </a:spcBef>
              <a:spcAft>
                <a:spcPts val="0"/>
              </a:spcAft>
              <a:buClr>
                <a:srgbClr val="666666"/>
              </a:buClr>
              <a:buSzPts val="1200"/>
              <a:buFont typeface="Open Sans"/>
              <a:buNone/>
              <a:defRPr b="0" i="0" sz="1200" u="none" cap="none" strike="noStrike">
                <a:solidFill>
                  <a:srgbClr val="666666"/>
                </a:solidFill>
                <a:latin typeface="Open Sans"/>
                <a:ea typeface="Open Sans"/>
                <a:cs typeface="Open Sans"/>
                <a:sym typeface="Open Sans"/>
              </a:defRPr>
            </a:lvl3pPr>
            <a:lvl4pPr indent="-228600" lvl="3" marL="1828800" marR="0" rtl="0" algn="l">
              <a:lnSpc>
                <a:spcPct val="115000"/>
              </a:lnSpc>
              <a:spcBef>
                <a:spcPts val="1600"/>
              </a:spcBef>
              <a:spcAft>
                <a:spcPts val="0"/>
              </a:spcAft>
              <a:buClr>
                <a:srgbClr val="666666"/>
              </a:buClr>
              <a:buSzPts val="1200"/>
              <a:buFont typeface="Open Sans"/>
              <a:buNone/>
              <a:defRPr b="0" i="0" sz="1200" u="none" cap="none" strike="noStrike">
                <a:solidFill>
                  <a:srgbClr val="666666"/>
                </a:solidFill>
                <a:latin typeface="Open Sans"/>
                <a:ea typeface="Open Sans"/>
                <a:cs typeface="Open Sans"/>
                <a:sym typeface="Open Sans"/>
              </a:defRPr>
            </a:lvl4pPr>
            <a:lvl5pPr indent="-228600" lvl="4" marL="2286000" marR="0" rtl="0" algn="l">
              <a:lnSpc>
                <a:spcPct val="115000"/>
              </a:lnSpc>
              <a:spcBef>
                <a:spcPts val="1600"/>
              </a:spcBef>
              <a:spcAft>
                <a:spcPts val="0"/>
              </a:spcAft>
              <a:buClr>
                <a:srgbClr val="666666"/>
              </a:buClr>
              <a:buSzPts val="1200"/>
              <a:buFont typeface="Open Sans"/>
              <a:buNone/>
              <a:defRPr b="0" i="0" sz="1200" u="none" cap="none" strike="noStrike">
                <a:solidFill>
                  <a:srgbClr val="666666"/>
                </a:solidFill>
                <a:latin typeface="Open Sans"/>
                <a:ea typeface="Open Sans"/>
                <a:cs typeface="Open Sans"/>
                <a:sym typeface="Open Sans"/>
              </a:defRPr>
            </a:lvl5pPr>
            <a:lvl6pPr indent="-228600" lvl="5" marL="2743200" marR="0" rtl="0" algn="l">
              <a:lnSpc>
                <a:spcPct val="115000"/>
              </a:lnSpc>
              <a:spcBef>
                <a:spcPts val="1600"/>
              </a:spcBef>
              <a:spcAft>
                <a:spcPts val="0"/>
              </a:spcAft>
              <a:buClr>
                <a:srgbClr val="666666"/>
              </a:buClr>
              <a:buSzPts val="1200"/>
              <a:buFont typeface="Open Sans"/>
              <a:buNone/>
              <a:defRPr b="0" i="0" sz="1200" u="none" cap="none" strike="noStrike">
                <a:solidFill>
                  <a:srgbClr val="666666"/>
                </a:solidFill>
                <a:latin typeface="Open Sans"/>
                <a:ea typeface="Open Sans"/>
                <a:cs typeface="Open Sans"/>
                <a:sym typeface="Open Sans"/>
              </a:defRPr>
            </a:lvl6pPr>
            <a:lvl7pPr indent="-228600" lvl="6" marL="3200400" marR="0" rtl="0" algn="l">
              <a:lnSpc>
                <a:spcPct val="115000"/>
              </a:lnSpc>
              <a:spcBef>
                <a:spcPts val="1600"/>
              </a:spcBef>
              <a:spcAft>
                <a:spcPts val="0"/>
              </a:spcAft>
              <a:buClr>
                <a:srgbClr val="666666"/>
              </a:buClr>
              <a:buSzPts val="1200"/>
              <a:buFont typeface="Open Sans"/>
              <a:buNone/>
              <a:defRPr b="0" i="0" sz="1200" u="none" cap="none" strike="noStrike">
                <a:solidFill>
                  <a:srgbClr val="666666"/>
                </a:solidFill>
                <a:latin typeface="Open Sans"/>
                <a:ea typeface="Open Sans"/>
                <a:cs typeface="Open Sans"/>
                <a:sym typeface="Open Sans"/>
              </a:defRPr>
            </a:lvl7pPr>
            <a:lvl8pPr indent="-228600" lvl="7" marL="3657600" marR="0" rtl="0" algn="l">
              <a:lnSpc>
                <a:spcPct val="115000"/>
              </a:lnSpc>
              <a:spcBef>
                <a:spcPts val="1600"/>
              </a:spcBef>
              <a:spcAft>
                <a:spcPts val="0"/>
              </a:spcAft>
              <a:buClr>
                <a:srgbClr val="666666"/>
              </a:buClr>
              <a:buSzPts val="1200"/>
              <a:buFont typeface="Open Sans"/>
              <a:buNone/>
              <a:defRPr b="0" i="0" sz="1200" u="none" cap="none" strike="noStrike">
                <a:solidFill>
                  <a:srgbClr val="666666"/>
                </a:solidFill>
                <a:latin typeface="Open Sans"/>
                <a:ea typeface="Open Sans"/>
                <a:cs typeface="Open Sans"/>
                <a:sym typeface="Open Sans"/>
              </a:defRPr>
            </a:lvl8pPr>
            <a:lvl9pPr indent="-228600" lvl="8" marL="4114800" marR="0" rtl="0" algn="l">
              <a:lnSpc>
                <a:spcPct val="115000"/>
              </a:lnSpc>
              <a:spcBef>
                <a:spcPts val="1600"/>
              </a:spcBef>
              <a:spcAft>
                <a:spcPts val="1600"/>
              </a:spcAft>
              <a:buClr>
                <a:srgbClr val="666666"/>
              </a:buClr>
              <a:buSzPts val="1200"/>
              <a:buFont typeface="Open Sans"/>
              <a:buNone/>
              <a:defRPr b="0" i="0" sz="1200" u="none" cap="none" strike="noStrike">
                <a:solidFill>
                  <a:srgbClr val="666666"/>
                </a:solidFill>
                <a:latin typeface="Open Sans"/>
                <a:ea typeface="Open Sans"/>
                <a:cs typeface="Open Sans"/>
                <a:sym typeface="Open Sans"/>
              </a:defRPr>
            </a:lvl9pPr>
          </a:lstStyle>
          <a:p/>
        </p:txBody>
      </p:sp>
      <p:sp>
        <p:nvSpPr>
          <p:cNvPr id="324" name="Google Shape;324;p62"/>
          <p:cNvSpPr/>
          <p:nvPr/>
        </p:nvSpPr>
        <p:spPr>
          <a:xfrm>
            <a:off x="-34575" y="4796719"/>
            <a:ext cx="9221700" cy="381300"/>
          </a:xfrm>
          <a:prstGeom prst="rect">
            <a:avLst/>
          </a:prstGeom>
          <a:solidFill>
            <a:srgbClr val="C0474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62"/>
          <p:cNvSpPr txBox="1"/>
          <p:nvPr/>
        </p:nvSpPr>
        <p:spPr>
          <a:xfrm>
            <a:off x="224700" y="4814010"/>
            <a:ext cx="8435400" cy="267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FFFFFF"/>
              </a:buClr>
              <a:buSzPts val="250"/>
              <a:buFont typeface="Open Sans"/>
              <a:buNone/>
            </a:pPr>
            <a:r>
              <a:rPr b="0" i="1" lang="pt-BR" sz="1000" u="none" cap="none" strike="noStrike">
                <a:solidFill>
                  <a:srgbClr val="FFFFFF"/>
                </a:solidFill>
                <a:latin typeface="Open Sans"/>
                <a:ea typeface="Open Sans"/>
                <a:cs typeface="Open Sans"/>
                <a:sym typeface="Open Sans"/>
              </a:rPr>
              <a:t>Página tutorial, lembre-se de apagar antes de enviar a proposta para o cliente ;)</a:t>
            </a:r>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1">
  <p:cSld name="Slide de título 1">
    <p:bg>
      <p:bgPr>
        <a:solidFill>
          <a:srgbClr val="D35959"/>
        </a:solidFill>
      </p:bgPr>
    </p:bg>
    <p:spTree>
      <p:nvGrpSpPr>
        <p:cNvPr id="326" name="Shape 326"/>
        <p:cNvGrpSpPr/>
        <p:nvPr/>
      </p:nvGrpSpPr>
      <p:grpSpPr>
        <a:xfrm>
          <a:off x="0" y="0"/>
          <a:ext cx="0" cy="0"/>
          <a:chOff x="0" y="0"/>
          <a:chExt cx="0" cy="0"/>
        </a:xfrm>
      </p:grpSpPr>
      <p:sp>
        <p:nvSpPr>
          <p:cNvPr id="327" name="Google Shape;327;p63"/>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pt-BR"/>
              <a:t>‹#›</a:t>
            </a:fld>
            <a:endParaRPr/>
          </a:p>
        </p:txBody>
      </p:sp>
      <p:sp>
        <p:nvSpPr>
          <p:cNvPr id="328" name="Google Shape;328;p63"/>
          <p:cNvSpPr txBox="1"/>
          <p:nvPr>
            <p:ph type="ctrTitle"/>
          </p:nvPr>
        </p:nvSpPr>
        <p:spPr>
          <a:xfrm>
            <a:off x="652077" y="713075"/>
            <a:ext cx="5947500" cy="20526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FFFFFF"/>
              </a:buClr>
              <a:buSzPts val="3600"/>
              <a:buFont typeface="Open Sans"/>
              <a:buNone/>
              <a:defRPr b="1" i="0" sz="3600" u="none" cap="none" strike="noStrike">
                <a:solidFill>
                  <a:srgbClr val="FFFFFF"/>
                </a:solidFill>
                <a:latin typeface="Open Sans"/>
                <a:ea typeface="Open Sans"/>
                <a:cs typeface="Open Sans"/>
                <a:sym typeface="Open Sans"/>
              </a:defRPr>
            </a:lvl1pPr>
            <a:lvl2pPr lvl="1" rtl="0">
              <a:spcBef>
                <a:spcPts val="0"/>
              </a:spcBef>
              <a:spcAft>
                <a:spcPts val="0"/>
              </a:spcAft>
              <a:buClr>
                <a:srgbClr val="0C487B"/>
              </a:buClr>
              <a:buSzPts val="5200"/>
              <a:buFont typeface="Open Sans"/>
              <a:buNone/>
              <a:defRPr sz="5200">
                <a:solidFill>
                  <a:srgbClr val="0C487B"/>
                </a:solidFill>
                <a:latin typeface="Open Sans"/>
                <a:ea typeface="Open Sans"/>
                <a:cs typeface="Open Sans"/>
                <a:sym typeface="Open Sans"/>
              </a:defRPr>
            </a:lvl2pPr>
            <a:lvl3pPr lvl="2" rtl="0">
              <a:spcBef>
                <a:spcPts val="0"/>
              </a:spcBef>
              <a:spcAft>
                <a:spcPts val="0"/>
              </a:spcAft>
              <a:buClr>
                <a:srgbClr val="0C487B"/>
              </a:buClr>
              <a:buSzPts val="5200"/>
              <a:buFont typeface="Open Sans"/>
              <a:buNone/>
              <a:defRPr sz="5200">
                <a:solidFill>
                  <a:srgbClr val="0C487B"/>
                </a:solidFill>
                <a:latin typeface="Open Sans"/>
                <a:ea typeface="Open Sans"/>
                <a:cs typeface="Open Sans"/>
                <a:sym typeface="Open Sans"/>
              </a:defRPr>
            </a:lvl3pPr>
            <a:lvl4pPr lvl="3" rtl="0">
              <a:spcBef>
                <a:spcPts val="0"/>
              </a:spcBef>
              <a:spcAft>
                <a:spcPts val="0"/>
              </a:spcAft>
              <a:buClr>
                <a:srgbClr val="0C487B"/>
              </a:buClr>
              <a:buSzPts val="5200"/>
              <a:buFont typeface="Open Sans"/>
              <a:buNone/>
              <a:defRPr sz="5200">
                <a:solidFill>
                  <a:srgbClr val="0C487B"/>
                </a:solidFill>
                <a:latin typeface="Open Sans"/>
                <a:ea typeface="Open Sans"/>
                <a:cs typeface="Open Sans"/>
                <a:sym typeface="Open Sans"/>
              </a:defRPr>
            </a:lvl4pPr>
            <a:lvl5pPr lvl="4" rtl="0">
              <a:spcBef>
                <a:spcPts val="0"/>
              </a:spcBef>
              <a:spcAft>
                <a:spcPts val="0"/>
              </a:spcAft>
              <a:buClr>
                <a:srgbClr val="0C487B"/>
              </a:buClr>
              <a:buSzPts val="5200"/>
              <a:buFont typeface="Open Sans"/>
              <a:buNone/>
              <a:defRPr sz="5200">
                <a:solidFill>
                  <a:srgbClr val="0C487B"/>
                </a:solidFill>
                <a:latin typeface="Open Sans"/>
                <a:ea typeface="Open Sans"/>
                <a:cs typeface="Open Sans"/>
                <a:sym typeface="Open Sans"/>
              </a:defRPr>
            </a:lvl5pPr>
            <a:lvl6pPr lvl="5" rtl="0">
              <a:spcBef>
                <a:spcPts val="0"/>
              </a:spcBef>
              <a:spcAft>
                <a:spcPts val="0"/>
              </a:spcAft>
              <a:buClr>
                <a:srgbClr val="0C487B"/>
              </a:buClr>
              <a:buSzPts val="5200"/>
              <a:buFont typeface="Open Sans"/>
              <a:buNone/>
              <a:defRPr sz="5200">
                <a:solidFill>
                  <a:srgbClr val="0C487B"/>
                </a:solidFill>
                <a:latin typeface="Open Sans"/>
                <a:ea typeface="Open Sans"/>
                <a:cs typeface="Open Sans"/>
                <a:sym typeface="Open Sans"/>
              </a:defRPr>
            </a:lvl6pPr>
            <a:lvl7pPr lvl="6" rtl="0">
              <a:spcBef>
                <a:spcPts val="0"/>
              </a:spcBef>
              <a:spcAft>
                <a:spcPts val="0"/>
              </a:spcAft>
              <a:buClr>
                <a:srgbClr val="0C487B"/>
              </a:buClr>
              <a:buSzPts val="5200"/>
              <a:buFont typeface="Open Sans"/>
              <a:buNone/>
              <a:defRPr sz="5200">
                <a:solidFill>
                  <a:srgbClr val="0C487B"/>
                </a:solidFill>
                <a:latin typeface="Open Sans"/>
                <a:ea typeface="Open Sans"/>
                <a:cs typeface="Open Sans"/>
                <a:sym typeface="Open Sans"/>
              </a:defRPr>
            </a:lvl7pPr>
            <a:lvl8pPr lvl="7" rtl="0">
              <a:spcBef>
                <a:spcPts val="0"/>
              </a:spcBef>
              <a:spcAft>
                <a:spcPts val="0"/>
              </a:spcAft>
              <a:buClr>
                <a:srgbClr val="0C487B"/>
              </a:buClr>
              <a:buSzPts val="5200"/>
              <a:buFont typeface="Open Sans"/>
              <a:buNone/>
              <a:defRPr sz="5200">
                <a:solidFill>
                  <a:srgbClr val="0C487B"/>
                </a:solidFill>
                <a:latin typeface="Open Sans"/>
                <a:ea typeface="Open Sans"/>
                <a:cs typeface="Open Sans"/>
                <a:sym typeface="Open Sans"/>
              </a:defRPr>
            </a:lvl8pPr>
            <a:lvl9pPr lvl="8" rtl="0">
              <a:spcBef>
                <a:spcPts val="0"/>
              </a:spcBef>
              <a:spcAft>
                <a:spcPts val="0"/>
              </a:spcAft>
              <a:buClr>
                <a:srgbClr val="0C487B"/>
              </a:buClr>
              <a:buSzPts val="5200"/>
              <a:buFont typeface="Open Sans"/>
              <a:buNone/>
              <a:defRPr sz="5200">
                <a:solidFill>
                  <a:srgbClr val="0C487B"/>
                </a:solidFill>
                <a:latin typeface="Open Sans"/>
                <a:ea typeface="Open Sans"/>
                <a:cs typeface="Open Sans"/>
                <a:sym typeface="Open Sans"/>
              </a:defRPr>
            </a:lvl9pPr>
          </a:lstStyle>
          <a:p/>
        </p:txBody>
      </p:sp>
      <p:sp>
        <p:nvSpPr>
          <p:cNvPr id="329" name="Google Shape;329;p63"/>
          <p:cNvSpPr txBox="1"/>
          <p:nvPr>
            <p:ph idx="1" type="subTitle"/>
          </p:nvPr>
        </p:nvSpPr>
        <p:spPr>
          <a:xfrm>
            <a:off x="652075" y="2834125"/>
            <a:ext cx="5947500" cy="7926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FFFFFF"/>
              </a:buClr>
              <a:buSzPts val="1800"/>
              <a:buFont typeface="Open Sans"/>
              <a:buNone/>
              <a:defRPr b="0" i="0" sz="1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FFFFFF"/>
              </a:buClr>
              <a:buSzPts val="1800"/>
              <a:buFont typeface="Open Sans"/>
              <a:buNone/>
              <a:defRPr b="0" i="0" sz="1800" u="none" cap="none" strike="noStrike">
                <a:solidFill>
                  <a:srgbClr val="FFFFFF"/>
                </a:solidFill>
                <a:latin typeface="Open Sans"/>
                <a:ea typeface="Open Sans"/>
                <a:cs typeface="Open Sans"/>
                <a:sym typeface="Open Sans"/>
              </a:defRPr>
            </a:lvl2pPr>
            <a:lvl3pPr lvl="2" marR="0" rtl="0" algn="l">
              <a:lnSpc>
                <a:spcPct val="100000"/>
              </a:lnSpc>
              <a:spcBef>
                <a:spcPts val="0"/>
              </a:spcBef>
              <a:spcAft>
                <a:spcPts val="0"/>
              </a:spcAft>
              <a:buClr>
                <a:srgbClr val="FFFFFF"/>
              </a:buClr>
              <a:buSzPts val="1800"/>
              <a:buFont typeface="Open Sans"/>
              <a:buNone/>
              <a:defRPr b="0" i="0" sz="1800" u="none" cap="none" strike="noStrike">
                <a:solidFill>
                  <a:srgbClr val="FFFFFF"/>
                </a:solidFill>
                <a:latin typeface="Open Sans"/>
                <a:ea typeface="Open Sans"/>
                <a:cs typeface="Open Sans"/>
                <a:sym typeface="Open Sans"/>
              </a:defRPr>
            </a:lvl3pPr>
            <a:lvl4pPr lvl="3" marR="0" rtl="0" algn="l">
              <a:lnSpc>
                <a:spcPct val="100000"/>
              </a:lnSpc>
              <a:spcBef>
                <a:spcPts val="0"/>
              </a:spcBef>
              <a:spcAft>
                <a:spcPts val="0"/>
              </a:spcAft>
              <a:buClr>
                <a:srgbClr val="FFFFFF"/>
              </a:buClr>
              <a:buSzPts val="1800"/>
              <a:buFont typeface="Open Sans"/>
              <a:buNone/>
              <a:defRPr b="0" i="0" sz="1800" u="none" cap="none" strike="noStrike">
                <a:solidFill>
                  <a:srgbClr val="FFFFFF"/>
                </a:solidFill>
                <a:latin typeface="Open Sans"/>
                <a:ea typeface="Open Sans"/>
                <a:cs typeface="Open Sans"/>
                <a:sym typeface="Open Sans"/>
              </a:defRPr>
            </a:lvl4pPr>
            <a:lvl5pPr lvl="4" marR="0" rtl="0" algn="l">
              <a:lnSpc>
                <a:spcPct val="100000"/>
              </a:lnSpc>
              <a:spcBef>
                <a:spcPts val="0"/>
              </a:spcBef>
              <a:spcAft>
                <a:spcPts val="0"/>
              </a:spcAft>
              <a:buClr>
                <a:srgbClr val="FFFFFF"/>
              </a:buClr>
              <a:buSzPts val="1800"/>
              <a:buFont typeface="Open Sans"/>
              <a:buNone/>
              <a:defRPr b="0" i="0" sz="1800" u="none" cap="none" strike="noStrike">
                <a:solidFill>
                  <a:srgbClr val="FFFFFF"/>
                </a:solidFill>
                <a:latin typeface="Open Sans"/>
                <a:ea typeface="Open Sans"/>
                <a:cs typeface="Open Sans"/>
                <a:sym typeface="Open Sans"/>
              </a:defRPr>
            </a:lvl5pPr>
            <a:lvl6pPr lvl="5" marR="0" rtl="0" algn="l">
              <a:lnSpc>
                <a:spcPct val="100000"/>
              </a:lnSpc>
              <a:spcBef>
                <a:spcPts val="0"/>
              </a:spcBef>
              <a:spcAft>
                <a:spcPts val="0"/>
              </a:spcAft>
              <a:buClr>
                <a:srgbClr val="FFFFFF"/>
              </a:buClr>
              <a:buSzPts val="1800"/>
              <a:buFont typeface="Open Sans"/>
              <a:buNone/>
              <a:defRPr b="0" i="0" sz="1800" u="none" cap="none" strike="noStrike">
                <a:solidFill>
                  <a:srgbClr val="FFFFFF"/>
                </a:solidFill>
                <a:latin typeface="Open Sans"/>
                <a:ea typeface="Open Sans"/>
                <a:cs typeface="Open Sans"/>
                <a:sym typeface="Open Sans"/>
              </a:defRPr>
            </a:lvl6pPr>
            <a:lvl7pPr lvl="6" marR="0" rtl="0" algn="l">
              <a:lnSpc>
                <a:spcPct val="100000"/>
              </a:lnSpc>
              <a:spcBef>
                <a:spcPts val="0"/>
              </a:spcBef>
              <a:spcAft>
                <a:spcPts val="0"/>
              </a:spcAft>
              <a:buClr>
                <a:srgbClr val="FFFFFF"/>
              </a:buClr>
              <a:buSzPts val="1800"/>
              <a:buFont typeface="Open Sans"/>
              <a:buNone/>
              <a:defRPr b="0" i="0" sz="1800" u="none" cap="none" strike="noStrike">
                <a:solidFill>
                  <a:srgbClr val="FFFFFF"/>
                </a:solidFill>
                <a:latin typeface="Open Sans"/>
                <a:ea typeface="Open Sans"/>
                <a:cs typeface="Open Sans"/>
                <a:sym typeface="Open Sans"/>
              </a:defRPr>
            </a:lvl7pPr>
            <a:lvl8pPr lvl="7" marR="0" rtl="0" algn="l">
              <a:lnSpc>
                <a:spcPct val="100000"/>
              </a:lnSpc>
              <a:spcBef>
                <a:spcPts val="0"/>
              </a:spcBef>
              <a:spcAft>
                <a:spcPts val="0"/>
              </a:spcAft>
              <a:buClr>
                <a:srgbClr val="FFFFFF"/>
              </a:buClr>
              <a:buSzPts val="1800"/>
              <a:buFont typeface="Open Sans"/>
              <a:buNone/>
              <a:defRPr b="0" i="0" sz="1800" u="none" cap="none" strike="noStrike">
                <a:solidFill>
                  <a:srgbClr val="FFFFFF"/>
                </a:solidFill>
                <a:latin typeface="Open Sans"/>
                <a:ea typeface="Open Sans"/>
                <a:cs typeface="Open Sans"/>
                <a:sym typeface="Open Sans"/>
              </a:defRPr>
            </a:lvl8pPr>
            <a:lvl9pPr lvl="8" marR="0" rtl="0" algn="l">
              <a:lnSpc>
                <a:spcPct val="100000"/>
              </a:lnSpc>
              <a:spcBef>
                <a:spcPts val="0"/>
              </a:spcBef>
              <a:spcAft>
                <a:spcPts val="0"/>
              </a:spcAft>
              <a:buClr>
                <a:srgbClr val="FFFFFF"/>
              </a:buClr>
              <a:buSzPts val="1800"/>
              <a:buFont typeface="Open Sans"/>
              <a:buNone/>
              <a:defRPr b="0" i="0" sz="1800" u="none" cap="none" strike="noStrike">
                <a:solidFill>
                  <a:srgbClr val="FFFFFF"/>
                </a:solidFill>
                <a:latin typeface="Open Sans"/>
                <a:ea typeface="Open Sans"/>
                <a:cs typeface="Open Sans"/>
                <a:sym typeface="Open Sans"/>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personalizado 1">
  <p:cSld name="Layout personalizado 1">
    <p:spTree>
      <p:nvGrpSpPr>
        <p:cNvPr id="330" name="Shape 330"/>
        <p:cNvGrpSpPr/>
        <p:nvPr/>
      </p:nvGrpSpPr>
      <p:grpSpPr>
        <a:xfrm>
          <a:off x="0" y="0"/>
          <a:ext cx="0" cy="0"/>
          <a:chOff x="0" y="0"/>
          <a:chExt cx="0" cy="0"/>
        </a:xfrm>
      </p:grpSpPr>
      <p:sp>
        <p:nvSpPr>
          <p:cNvPr id="331" name="Google Shape;331;p64"/>
          <p:cNvSpPr txBox="1"/>
          <p:nvPr>
            <p:ph type="title"/>
          </p:nvPr>
        </p:nvSpPr>
        <p:spPr>
          <a:xfrm>
            <a:off x="311700" y="445025"/>
            <a:ext cx="3949200" cy="15405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C04747"/>
              </a:buClr>
              <a:buSzPts val="2800"/>
              <a:buFont typeface="Open Sans"/>
              <a:buNone/>
              <a:defRPr b="1" i="0" sz="2800" u="none" cap="none" strike="noStrike">
                <a:solidFill>
                  <a:srgbClr val="C04747"/>
                </a:solidFill>
                <a:latin typeface="Open Sans"/>
                <a:ea typeface="Open Sans"/>
                <a:cs typeface="Open Sans"/>
                <a:sym typeface="Open Sans"/>
              </a:defRPr>
            </a:lvl1pPr>
            <a:lvl2pPr lvl="1"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2pPr>
            <a:lvl3pPr lvl="2"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3pPr>
            <a:lvl4pPr lvl="3"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4pPr>
            <a:lvl5pPr lvl="4"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5pPr>
            <a:lvl6pPr lvl="5"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6pPr>
            <a:lvl7pPr lvl="6"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7pPr>
            <a:lvl8pPr lvl="7"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8pPr>
            <a:lvl9pPr lvl="8"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9pPr>
          </a:lstStyle>
          <a:p/>
        </p:txBody>
      </p:sp>
      <p:sp>
        <p:nvSpPr>
          <p:cNvPr id="332" name="Google Shape;332;p64"/>
          <p:cNvSpPr/>
          <p:nvPr/>
        </p:nvSpPr>
        <p:spPr>
          <a:xfrm>
            <a:off x="4569900" y="-43225"/>
            <a:ext cx="4617300" cy="5229900"/>
          </a:xfrm>
          <a:prstGeom prst="rect">
            <a:avLst/>
          </a:prstGeom>
          <a:solidFill>
            <a:srgbClr val="D3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33" name="Shape 333"/>
        <p:cNvGrpSpPr/>
        <p:nvPr/>
      </p:nvGrpSpPr>
      <p:grpSpPr>
        <a:xfrm>
          <a:off x="0" y="0"/>
          <a:ext cx="0" cy="0"/>
          <a:chOff x="0" y="0"/>
          <a:chExt cx="0" cy="0"/>
        </a:xfrm>
      </p:grpSpPr>
      <p:sp>
        <p:nvSpPr>
          <p:cNvPr id="334" name="Google Shape;334;p65"/>
          <p:cNvSpPr txBox="1"/>
          <p:nvPr>
            <p:ph type="ctrTitle"/>
          </p:nvPr>
        </p:nvSpPr>
        <p:spPr>
          <a:xfrm>
            <a:off x="652077" y="713075"/>
            <a:ext cx="5947500" cy="20526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C04747"/>
              </a:buClr>
              <a:buSzPts val="3600"/>
              <a:buFont typeface="Open Sans"/>
              <a:buNone/>
              <a:defRPr b="1" i="0" sz="3600" u="none" cap="none" strike="noStrike">
                <a:solidFill>
                  <a:srgbClr val="C04747"/>
                </a:solidFill>
                <a:latin typeface="Open Sans"/>
                <a:ea typeface="Open Sans"/>
                <a:cs typeface="Open Sans"/>
                <a:sym typeface="Open Sans"/>
              </a:defRPr>
            </a:lvl1pPr>
            <a:lvl2pPr lvl="1" rtl="0">
              <a:spcBef>
                <a:spcPts val="0"/>
              </a:spcBef>
              <a:spcAft>
                <a:spcPts val="0"/>
              </a:spcAft>
              <a:buClr>
                <a:schemeClr val="dk1"/>
              </a:buClr>
              <a:buSzPts val="5200"/>
              <a:buFont typeface="Open Sans"/>
              <a:buNone/>
              <a:defRPr sz="5200">
                <a:solidFill>
                  <a:schemeClr val="dk1"/>
                </a:solidFill>
                <a:latin typeface="Open Sans"/>
                <a:ea typeface="Open Sans"/>
                <a:cs typeface="Open Sans"/>
                <a:sym typeface="Open Sans"/>
              </a:defRPr>
            </a:lvl2pPr>
            <a:lvl3pPr lvl="2" rtl="0">
              <a:spcBef>
                <a:spcPts val="0"/>
              </a:spcBef>
              <a:spcAft>
                <a:spcPts val="0"/>
              </a:spcAft>
              <a:buClr>
                <a:schemeClr val="dk1"/>
              </a:buClr>
              <a:buSzPts val="5200"/>
              <a:buFont typeface="Open Sans"/>
              <a:buNone/>
              <a:defRPr sz="5200">
                <a:solidFill>
                  <a:schemeClr val="dk1"/>
                </a:solidFill>
                <a:latin typeface="Open Sans"/>
                <a:ea typeface="Open Sans"/>
                <a:cs typeface="Open Sans"/>
                <a:sym typeface="Open Sans"/>
              </a:defRPr>
            </a:lvl3pPr>
            <a:lvl4pPr lvl="3" rtl="0">
              <a:spcBef>
                <a:spcPts val="0"/>
              </a:spcBef>
              <a:spcAft>
                <a:spcPts val="0"/>
              </a:spcAft>
              <a:buClr>
                <a:schemeClr val="dk1"/>
              </a:buClr>
              <a:buSzPts val="5200"/>
              <a:buFont typeface="Open Sans"/>
              <a:buNone/>
              <a:defRPr sz="5200">
                <a:solidFill>
                  <a:schemeClr val="dk1"/>
                </a:solidFill>
                <a:latin typeface="Open Sans"/>
                <a:ea typeface="Open Sans"/>
                <a:cs typeface="Open Sans"/>
                <a:sym typeface="Open Sans"/>
              </a:defRPr>
            </a:lvl4pPr>
            <a:lvl5pPr lvl="4" rtl="0">
              <a:spcBef>
                <a:spcPts val="0"/>
              </a:spcBef>
              <a:spcAft>
                <a:spcPts val="0"/>
              </a:spcAft>
              <a:buClr>
                <a:schemeClr val="dk1"/>
              </a:buClr>
              <a:buSzPts val="5200"/>
              <a:buFont typeface="Open Sans"/>
              <a:buNone/>
              <a:defRPr sz="5200">
                <a:solidFill>
                  <a:schemeClr val="dk1"/>
                </a:solidFill>
                <a:latin typeface="Open Sans"/>
                <a:ea typeface="Open Sans"/>
                <a:cs typeface="Open Sans"/>
                <a:sym typeface="Open Sans"/>
              </a:defRPr>
            </a:lvl5pPr>
            <a:lvl6pPr lvl="5" rtl="0">
              <a:spcBef>
                <a:spcPts val="0"/>
              </a:spcBef>
              <a:spcAft>
                <a:spcPts val="0"/>
              </a:spcAft>
              <a:buClr>
                <a:schemeClr val="dk1"/>
              </a:buClr>
              <a:buSzPts val="5200"/>
              <a:buFont typeface="Open Sans"/>
              <a:buNone/>
              <a:defRPr sz="5200">
                <a:solidFill>
                  <a:schemeClr val="dk1"/>
                </a:solidFill>
                <a:latin typeface="Open Sans"/>
                <a:ea typeface="Open Sans"/>
                <a:cs typeface="Open Sans"/>
                <a:sym typeface="Open Sans"/>
              </a:defRPr>
            </a:lvl6pPr>
            <a:lvl7pPr lvl="6" rtl="0">
              <a:spcBef>
                <a:spcPts val="0"/>
              </a:spcBef>
              <a:spcAft>
                <a:spcPts val="0"/>
              </a:spcAft>
              <a:buClr>
                <a:schemeClr val="dk1"/>
              </a:buClr>
              <a:buSzPts val="5200"/>
              <a:buFont typeface="Open Sans"/>
              <a:buNone/>
              <a:defRPr sz="5200">
                <a:solidFill>
                  <a:schemeClr val="dk1"/>
                </a:solidFill>
                <a:latin typeface="Open Sans"/>
                <a:ea typeface="Open Sans"/>
                <a:cs typeface="Open Sans"/>
                <a:sym typeface="Open Sans"/>
              </a:defRPr>
            </a:lvl7pPr>
            <a:lvl8pPr lvl="7" rtl="0">
              <a:spcBef>
                <a:spcPts val="0"/>
              </a:spcBef>
              <a:spcAft>
                <a:spcPts val="0"/>
              </a:spcAft>
              <a:buClr>
                <a:schemeClr val="dk1"/>
              </a:buClr>
              <a:buSzPts val="5200"/>
              <a:buFont typeface="Open Sans"/>
              <a:buNone/>
              <a:defRPr sz="5200">
                <a:solidFill>
                  <a:schemeClr val="dk1"/>
                </a:solidFill>
                <a:latin typeface="Open Sans"/>
                <a:ea typeface="Open Sans"/>
                <a:cs typeface="Open Sans"/>
                <a:sym typeface="Open Sans"/>
              </a:defRPr>
            </a:lvl8pPr>
            <a:lvl9pPr lvl="8" rtl="0">
              <a:spcBef>
                <a:spcPts val="0"/>
              </a:spcBef>
              <a:spcAft>
                <a:spcPts val="0"/>
              </a:spcAft>
              <a:buClr>
                <a:schemeClr val="dk1"/>
              </a:buClr>
              <a:buSzPts val="5200"/>
              <a:buFont typeface="Open Sans"/>
              <a:buNone/>
              <a:defRPr sz="5200">
                <a:solidFill>
                  <a:schemeClr val="dk1"/>
                </a:solidFill>
                <a:latin typeface="Open Sans"/>
                <a:ea typeface="Open Sans"/>
                <a:cs typeface="Open Sans"/>
                <a:sym typeface="Open Sans"/>
              </a:defRPr>
            </a:lvl9pPr>
          </a:lstStyle>
          <a:p/>
        </p:txBody>
      </p:sp>
      <p:sp>
        <p:nvSpPr>
          <p:cNvPr id="335" name="Google Shape;335;p65"/>
          <p:cNvSpPr txBox="1"/>
          <p:nvPr>
            <p:ph idx="1" type="subTitle"/>
          </p:nvPr>
        </p:nvSpPr>
        <p:spPr>
          <a:xfrm>
            <a:off x="652075" y="2834125"/>
            <a:ext cx="5947500" cy="7926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2"/>
              </a:buClr>
              <a:buSzPts val="1800"/>
              <a:buFont typeface="Open Sans"/>
              <a:buNone/>
              <a:defRPr b="0" i="0" sz="1800" u="none" cap="none" strike="noStrike">
                <a:solidFill>
                  <a:schemeClr val="dk2"/>
                </a:solidFill>
                <a:latin typeface="Open Sans"/>
                <a:ea typeface="Open Sans"/>
                <a:cs typeface="Open Sans"/>
                <a:sym typeface="Open Sans"/>
              </a:defRPr>
            </a:lvl1pPr>
            <a:lvl2pPr lvl="1" marR="0" rtl="0" algn="l">
              <a:lnSpc>
                <a:spcPct val="100000"/>
              </a:lnSpc>
              <a:spcBef>
                <a:spcPts val="0"/>
              </a:spcBef>
              <a:spcAft>
                <a:spcPts val="0"/>
              </a:spcAft>
              <a:buClr>
                <a:schemeClr val="dk2"/>
              </a:buClr>
              <a:buSzPts val="1800"/>
              <a:buFont typeface="Open Sans"/>
              <a:buNone/>
              <a:defRPr b="0" i="0" sz="1800" u="none" cap="none" strike="noStrike">
                <a:solidFill>
                  <a:schemeClr val="dk2"/>
                </a:solidFill>
                <a:latin typeface="Open Sans"/>
                <a:ea typeface="Open Sans"/>
                <a:cs typeface="Open Sans"/>
                <a:sym typeface="Open Sans"/>
              </a:defRPr>
            </a:lvl2pPr>
            <a:lvl3pPr lvl="2" marR="0" rtl="0" algn="l">
              <a:lnSpc>
                <a:spcPct val="100000"/>
              </a:lnSpc>
              <a:spcBef>
                <a:spcPts val="0"/>
              </a:spcBef>
              <a:spcAft>
                <a:spcPts val="0"/>
              </a:spcAft>
              <a:buClr>
                <a:schemeClr val="dk2"/>
              </a:buClr>
              <a:buSzPts val="1800"/>
              <a:buFont typeface="Open Sans"/>
              <a:buNone/>
              <a:defRPr b="0" i="0" sz="1800" u="none" cap="none" strike="noStrike">
                <a:solidFill>
                  <a:schemeClr val="dk2"/>
                </a:solidFill>
                <a:latin typeface="Open Sans"/>
                <a:ea typeface="Open Sans"/>
                <a:cs typeface="Open Sans"/>
                <a:sym typeface="Open Sans"/>
              </a:defRPr>
            </a:lvl3pPr>
            <a:lvl4pPr lvl="3" marR="0" rtl="0" algn="l">
              <a:lnSpc>
                <a:spcPct val="100000"/>
              </a:lnSpc>
              <a:spcBef>
                <a:spcPts val="0"/>
              </a:spcBef>
              <a:spcAft>
                <a:spcPts val="0"/>
              </a:spcAft>
              <a:buClr>
                <a:schemeClr val="dk2"/>
              </a:buClr>
              <a:buSzPts val="1800"/>
              <a:buFont typeface="Open Sans"/>
              <a:buNone/>
              <a:defRPr b="0" i="0" sz="1800" u="none" cap="none" strike="noStrike">
                <a:solidFill>
                  <a:schemeClr val="dk2"/>
                </a:solidFill>
                <a:latin typeface="Open Sans"/>
                <a:ea typeface="Open Sans"/>
                <a:cs typeface="Open Sans"/>
                <a:sym typeface="Open Sans"/>
              </a:defRPr>
            </a:lvl4pPr>
            <a:lvl5pPr lvl="4" marR="0" rtl="0" algn="l">
              <a:lnSpc>
                <a:spcPct val="100000"/>
              </a:lnSpc>
              <a:spcBef>
                <a:spcPts val="0"/>
              </a:spcBef>
              <a:spcAft>
                <a:spcPts val="0"/>
              </a:spcAft>
              <a:buClr>
                <a:schemeClr val="dk2"/>
              </a:buClr>
              <a:buSzPts val="1800"/>
              <a:buFont typeface="Open Sans"/>
              <a:buNone/>
              <a:defRPr b="0" i="0" sz="1800" u="none" cap="none" strike="noStrike">
                <a:solidFill>
                  <a:schemeClr val="dk2"/>
                </a:solidFill>
                <a:latin typeface="Open Sans"/>
                <a:ea typeface="Open Sans"/>
                <a:cs typeface="Open Sans"/>
                <a:sym typeface="Open Sans"/>
              </a:defRPr>
            </a:lvl5pPr>
            <a:lvl6pPr lvl="5" marR="0" rtl="0" algn="l">
              <a:lnSpc>
                <a:spcPct val="100000"/>
              </a:lnSpc>
              <a:spcBef>
                <a:spcPts val="0"/>
              </a:spcBef>
              <a:spcAft>
                <a:spcPts val="0"/>
              </a:spcAft>
              <a:buClr>
                <a:schemeClr val="dk2"/>
              </a:buClr>
              <a:buSzPts val="1800"/>
              <a:buFont typeface="Open Sans"/>
              <a:buNone/>
              <a:defRPr b="0" i="0" sz="1800" u="none" cap="none" strike="noStrike">
                <a:solidFill>
                  <a:schemeClr val="dk2"/>
                </a:solidFill>
                <a:latin typeface="Open Sans"/>
                <a:ea typeface="Open Sans"/>
                <a:cs typeface="Open Sans"/>
                <a:sym typeface="Open Sans"/>
              </a:defRPr>
            </a:lvl6pPr>
            <a:lvl7pPr lvl="6" marR="0" rtl="0" algn="l">
              <a:lnSpc>
                <a:spcPct val="100000"/>
              </a:lnSpc>
              <a:spcBef>
                <a:spcPts val="0"/>
              </a:spcBef>
              <a:spcAft>
                <a:spcPts val="0"/>
              </a:spcAft>
              <a:buClr>
                <a:schemeClr val="dk2"/>
              </a:buClr>
              <a:buSzPts val="1800"/>
              <a:buFont typeface="Open Sans"/>
              <a:buNone/>
              <a:defRPr b="0" i="0" sz="1800" u="none" cap="none" strike="noStrike">
                <a:solidFill>
                  <a:schemeClr val="dk2"/>
                </a:solidFill>
                <a:latin typeface="Open Sans"/>
                <a:ea typeface="Open Sans"/>
                <a:cs typeface="Open Sans"/>
                <a:sym typeface="Open Sans"/>
              </a:defRPr>
            </a:lvl7pPr>
            <a:lvl8pPr lvl="7" marR="0" rtl="0" algn="l">
              <a:lnSpc>
                <a:spcPct val="100000"/>
              </a:lnSpc>
              <a:spcBef>
                <a:spcPts val="0"/>
              </a:spcBef>
              <a:spcAft>
                <a:spcPts val="0"/>
              </a:spcAft>
              <a:buClr>
                <a:schemeClr val="dk2"/>
              </a:buClr>
              <a:buSzPts val="1800"/>
              <a:buFont typeface="Open Sans"/>
              <a:buNone/>
              <a:defRPr b="0" i="0" sz="1800" u="none" cap="none" strike="noStrike">
                <a:solidFill>
                  <a:schemeClr val="dk2"/>
                </a:solidFill>
                <a:latin typeface="Open Sans"/>
                <a:ea typeface="Open Sans"/>
                <a:cs typeface="Open Sans"/>
                <a:sym typeface="Open Sans"/>
              </a:defRPr>
            </a:lvl8pPr>
            <a:lvl9pPr lvl="8" marR="0" rtl="0" algn="l">
              <a:lnSpc>
                <a:spcPct val="100000"/>
              </a:lnSpc>
              <a:spcBef>
                <a:spcPts val="0"/>
              </a:spcBef>
              <a:spcAft>
                <a:spcPts val="0"/>
              </a:spcAft>
              <a:buClr>
                <a:schemeClr val="dk2"/>
              </a:buClr>
              <a:buSzPts val="1800"/>
              <a:buFont typeface="Open Sans"/>
              <a:buNone/>
              <a:defRPr b="0" i="0" sz="1800" u="none" cap="none" strike="noStrike">
                <a:solidFill>
                  <a:schemeClr val="dk2"/>
                </a:solidFill>
                <a:latin typeface="Open Sans"/>
                <a:ea typeface="Open Sans"/>
                <a:cs typeface="Open Sans"/>
                <a:sym typeface="Open Sans"/>
              </a:defRPr>
            </a:lvl9pPr>
          </a:lstStyle>
          <a:p/>
        </p:txBody>
      </p:sp>
      <p:sp>
        <p:nvSpPr>
          <p:cNvPr id="336" name="Google Shape;336;p65"/>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1 2">
  <p:cSld name="Slide de título 1 2">
    <p:bg>
      <p:bgPr>
        <a:solidFill>
          <a:srgbClr val="D35959"/>
        </a:solidFill>
      </p:bgPr>
    </p:bg>
    <p:spTree>
      <p:nvGrpSpPr>
        <p:cNvPr id="337" name="Shape 337"/>
        <p:cNvGrpSpPr/>
        <p:nvPr/>
      </p:nvGrpSpPr>
      <p:grpSpPr>
        <a:xfrm>
          <a:off x="0" y="0"/>
          <a:ext cx="0" cy="0"/>
          <a:chOff x="0" y="0"/>
          <a:chExt cx="0" cy="0"/>
        </a:xfrm>
      </p:grpSpPr>
      <p:sp>
        <p:nvSpPr>
          <p:cNvPr id="338" name="Google Shape;338;p66"/>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pt-BR"/>
              <a:t>‹#›</a:t>
            </a:fld>
            <a:endParaRPr/>
          </a:p>
        </p:txBody>
      </p:sp>
      <p:sp>
        <p:nvSpPr>
          <p:cNvPr id="339" name="Google Shape;339;p66"/>
          <p:cNvSpPr txBox="1"/>
          <p:nvPr>
            <p:ph type="ctrTitle"/>
          </p:nvPr>
        </p:nvSpPr>
        <p:spPr>
          <a:xfrm>
            <a:off x="1613649" y="713075"/>
            <a:ext cx="6246600" cy="20526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FFFFFF"/>
              </a:buClr>
              <a:buSzPts val="2400"/>
              <a:buFont typeface="Open Sans"/>
              <a:buNone/>
              <a:defRPr b="1" i="0" sz="2400" u="none" cap="none" strike="noStrike">
                <a:solidFill>
                  <a:srgbClr val="FFFFFF"/>
                </a:solidFill>
                <a:latin typeface="Open Sans"/>
                <a:ea typeface="Open Sans"/>
                <a:cs typeface="Open Sans"/>
                <a:sym typeface="Open Sans"/>
              </a:defRPr>
            </a:lvl1pPr>
            <a:lvl2pPr lvl="1" rtl="0">
              <a:spcBef>
                <a:spcPts val="0"/>
              </a:spcBef>
              <a:spcAft>
                <a:spcPts val="0"/>
              </a:spcAft>
              <a:buClr>
                <a:srgbClr val="0C487B"/>
              </a:buClr>
              <a:buSzPts val="2400"/>
              <a:buFont typeface="Open Sans"/>
              <a:buNone/>
              <a:defRPr sz="2400">
                <a:solidFill>
                  <a:srgbClr val="0C487B"/>
                </a:solidFill>
                <a:latin typeface="Open Sans"/>
                <a:ea typeface="Open Sans"/>
                <a:cs typeface="Open Sans"/>
                <a:sym typeface="Open Sans"/>
              </a:defRPr>
            </a:lvl2pPr>
            <a:lvl3pPr lvl="2" rtl="0">
              <a:spcBef>
                <a:spcPts val="0"/>
              </a:spcBef>
              <a:spcAft>
                <a:spcPts val="0"/>
              </a:spcAft>
              <a:buClr>
                <a:srgbClr val="0C487B"/>
              </a:buClr>
              <a:buSzPts val="2400"/>
              <a:buFont typeface="Open Sans"/>
              <a:buNone/>
              <a:defRPr sz="2400">
                <a:solidFill>
                  <a:srgbClr val="0C487B"/>
                </a:solidFill>
                <a:latin typeface="Open Sans"/>
                <a:ea typeface="Open Sans"/>
                <a:cs typeface="Open Sans"/>
                <a:sym typeface="Open Sans"/>
              </a:defRPr>
            </a:lvl3pPr>
            <a:lvl4pPr lvl="3" rtl="0">
              <a:spcBef>
                <a:spcPts val="0"/>
              </a:spcBef>
              <a:spcAft>
                <a:spcPts val="0"/>
              </a:spcAft>
              <a:buClr>
                <a:srgbClr val="0C487B"/>
              </a:buClr>
              <a:buSzPts val="2400"/>
              <a:buFont typeface="Open Sans"/>
              <a:buNone/>
              <a:defRPr sz="2400">
                <a:solidFill>
                  <a:srgbClr val="0C487B"/>
                </a:solidFill>
                <a:latin typeface="Open Sans"/>
                <a:ea typeface="Open Sans"/>
                <a:cs typeface="Open Sans"/>
                <a:sym typeface="Open Sans"/>
              </a:defRPr>
            </a:lvl4pPr>
            <a:lvl5pPr lvl="4" rtl="0">
              <a:spcBef>
                <a:spcPts val="0"/>
              </a:spcBef>
              <a:spcAft>
                <a:spcPts val="0"/>
              </a:spcAft>
              <a:buClr>
                <a:srgbClr val="0C487B"/>
              </a:buClr>
              <a:buSzPts val="2400"/>
              <a:buFont typeface="Open Sans"/>
              <a:buNone/>
              <a:defRPr sz="2400">
                <a:solidFill>
                  <a:srgbClr val="0C487B"/>
                </a:solidFill>
                <a:latin typeface="Open Sans"/>
                <a:ea typeface="Open Sans"/>
                <a:cs typeface="Open Sans"/>
                <a:sym typeface="Open Sans"/>
              </a:defRPr>
            </a:lvl5pPr>
            <a:lvl6pPr lvl="5" rtl="0">
              <a:spcBef>
                <a:spcPts val="0"/>
              </a:spcBef>
              <a:spcAft>
                <a:spcPts val="0"/>
              </a:spcAft>
              <a:buClr>
                <a:srgbClr val="0C487B"/>
              </a:buClr>
              <a:buSzPts val="2400"/>
              <a:buFont typeface="Open Sans"/>
              <a:buNone/>
              <a:defRPr sz="2400">
                <a:solidFill>
                  <a:srgbClr val="0C487B"/>
                </a:solidFill>
                <a:latin typeface="Open Sans"/>
                <a:ea typeface="Open Sans"/>
                <a:cs typeface="Open Sans"/>
                <a:sym typeface="Open Sans"/>
              </a:defRPr>
            </a:lvl6pPr>
            <a:lvl7pPr lvl="6" rtl="0">
              <a:spcBef>
                <a:spcPts val="0"/>
              </a:spcBef>
              <a:spcAft>
                <a:spcPts val="0"/>
              </a:spcAft>
              <a:buClr>
                <a:srgbClr val="0C487B"/>
              </a:buClr>
              <a:buSzPts val="2400"/>
              <a:buFont typeface="Open Sans"/>
              <a:buNone/>
              <a:defRPr sz="2400">
                <a:solidFill>
                  <a:srgbClr val="0C487B"/>
                </a:solidFill>
                <a:latin typeface="Open Sans"/>
                <a:ea typeface="Open Sans"/>
                <a:cs typeface="Open Sans"/>
                <a:sym typeface="Open Sans"/>
              </a:defRPr>
            </a:lvl7pPr>
            <a:lvl8pPr lvl="7" rtl="0">
              <a:spcBef>
                <a:spcPts val="0"/>
              </a:spcBef>
              <a:spcAft>
                <a:spcPts val="0"/>
              </a:spcAft>
              <a:buClr>
                <a:srgbClr val="0C487B"/>
              </a:buClr>
              <a:buSzPts val="2400"/>
              <a:buFont typeface="Open Sans"/>
              <a:buNone/>
              <a:defRPr sz="2400">
                <a:solidFill>
                  <a:srgbClr val="0C487B"/>
                </a:solidFill>
                <a:latin typeface="Open Sans"/>
                <a:ea typeface="Open Sans"/>
                <a:cs typeface="Open Sans"/>
                <a:sym typeface="Open Sans"/>
              </a:defRPr>
            </a:lvl8pPr>
            <a:lvl9pPr lvl="8" rtl="0">
              <a:spcBef>
                <a:spcPts val="0"/>
              </a:spcBef>
              <a:spcAft>
                <a:spcPts val="0"/>
              </a:spcAft>
              <a:buClr>
                <a:srgbClr val="0C487B"/>
              </a:buClr>
              <a:buSzPts val="2400"/>
              <a:buFont typeface="Open Sans"/>
              <a:buNone/>
              <a:defRPr sz="2400">
                <a:solidFill>
                  <a:srgbClr val="0C487B"/>
                </a:solidFill>
                <a:latin typeface="Open Sans"/>
                <a:ea typeface="Open Sans"/>
                <a:cs typeface="Open Sans"/>
                <a:sym typeface="Open Sans"/>
              </a:defRPr>
            </a:lvl9pPr>
          </a:lstStyle>
          <a:p/>
        </p:txBody>
      </p:sp>
      <p:sp>
        <p:nvSpPr>
          <p:cNvPr id="340" name="Google Shape;340;p66"/>
          <p:cNvSpPr txBox="1"/>
          <p:nvPr>
            <p:ph idx="1" type="subTitle"/>
          </p:nvPr>
        </p:nvSpPr>
        <p:spPr>
          <a:xfrm>
            <a:off x="652075" y="2834125"/>
            <a:ext cx="7208100" cy="792600"/>
          </a:xfrm>
          <a:prstGeom prst="rect">
            <a:avLst/>
          </a:prstGeom>
          <a:noFill/>
          <a:ln>
            <a:noFill/>
          </a:ln>
        </p:spPr>
        <p:txBody>
          <a:bodyPr anchorCtr="0" anchor="t" bIns="91425" lIns="91425" spcFirstLastPara="1" rIns="91425" wrap="square" tIns="91425">
            <a:noAutofit/>
          </a:bodyPr>
          <a:lstStyle>
            <a:lvl1pPr lvl="0" marR="0" rtl="0" algn="r">
              <a:lnSpc>
                <a:spcPct val="100000"/>
              </a:lnSpc>
              <a:spcBef>
                <a:spcPts val="0"/>
              </a:spcBef>
              <a:spcAft>
                <a:spcPts val="0"/>
              </a:spcAft>
              <a:buClr>
                <a:srgbClr val="FFFFFF"/>
              </a:buClr>
              <a:buSzPts val="1600"/>
              <a:buFont typeface="Open Sans"/>
              <a:buNone/>
              <a:defRPr b="0" i="0" sz="16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FFFFFF"/>
              </a:buClr>
              <a:buSzPts val="1800"/>
              <a:buFont typeface="Open Sans"/>
              <a:buNone/>
              <a:defRPr b="0" i="0" sz="1800" u="none" cap="none" strike="noStrike">
                <a:solidFill>
                  <a:srgbClr val="FFFFFF"/>
                </a:solidFill>
                <a:latin typeface="Open Sans"/>
                <a:ea typeface="Open Sans"/>
                <a:cs typeface="Open Sans"/>
                <a:sym typeface="Open Sans"/>
              </a:defRPr>
            </a:lvl2pPr>
            <a:lvl3pPr lvl="2" marR="0" rtl="0" algn="l">
              <a:lnSpc>
                <a:spcPct val="100000"/>
              </a:lnSpc>
              <a:spcBef>
                <a:spcPts val="0"/>
              </a:spcBef>
              <a:spcAft>
                <a:spcPts val="0"/>
              </a:spcAft>
              <a:buClr>
                <a:srgbClr val="FFFFFF"/>
              </a:buClr>
              <a:buSzPts val="1800"/>
              <a:buFont typeface="Open Sans"/>
              <a:buNone/>
              <a:defRPr b="0" i="0" sz="1800" u="none" cap="none" strike="noStrike">
                <a:solidFill>
                  <a:srgbClr val="FFFFFF"/>
                </a:solidFill>
                <a:latin typeface="Open Sans"/>
                <a:ea typeface="Open Sans"/>
                <a:cs typeface="Open Sans"/>
                <a:sym typeface="Open Sans"/>
              </a:defRPr>
            </a:lvl3pPr>
            <a:lvl4pPr lvl="3" marR="0" rtl="0" algn="l">
              <a:lnSpc>
                <a:spcPct val="100000"/>
              </a:lnSpc>
              <a:spcBef>
                <a:spcPts val="0"/>
              </a:spcBef>
              <a:spcAft>
                <a:spcPts val="0"/>
              </a:spcAft>
              <a:buClr>
                <a:srgbClr val="FFFFFF"/>
              </a:buClr>
              <a:buSzPts val="1800"/>
              <a:buFont typeface="Open Sans"/>
              <a:buNone/>
              <a:defRPr b="0" i="0" sz="1800" u="none" cap="none" strike="noStrike">
                <a:solidFill>
                  <a:srgbClr val="FFFFFF"/>
                </a:solidFill>
                <a:latin typeface="Open Sans"/>
                <a:ea typeface="Open Sans"/>
                <a:cs typeface="Open Sans"/>
                <a:sym typeface="Open Sans"/>
              </a:defRPr>
            </a:lvl4pPr>
            <a:lvl5pPr lvl="4" marR="0" rtl="0" algn="l">
              <a:lnSpc>
                <a:spcPct val="100000"/>
              </a:lnSpc>
              <a:spcBef>
                <a:spcPts val="0"/>
              </a:spcBef>
              <a:spcAft>
                <a:spcPts val="0"/>
              </a:spcAft>
              <a:buClr>
                <a:srgbClr val="FFFFFF"/>
              </a:buClr>
              <a:buSzPts val="1800"/>
              <a:buFont typeface="Open Sans"/>
              <a:buNone/>
              <a:defRPr b="0" i="0" sz="1800" u="none" cap="none" strike="noStrike">
                <a:solidFill>
                  <a:srgbClr val="FFFFFF"/>
                </a:solidFill>
                <a:latin typeface="Open Sans"/>
                <a:ea typeface="Open Sans"/>
                <a:cs typeface="Open Sans"/>
                <a:sym typeface="Open Sans"/>
              </a:defRPr>
            </a:lvl5pPr>
            <a:lvl6pPr lvl="5" marR="0" rtl="0" algn="l">
              <a:lnSpc>
                <a:spcPct val="100000"/>
              </a:lnSpc>
              <a:spcBef>
                <a:spcPts val="0"/>
              </a:spcBef>
              <a:spcAft>
                <a:spcPts val="0"/>
              </a:spcAft>
              <a:buClr>
                <a:srgbClr val="FFFFFF"/>
              </a:buClr>
              <a:buSzPts val="1800"/>
              <a:buFont typeface="Open Sans"/>
              <a:buNone/>
              <a:defRPr b="0" i="0" sz="1800" u="none" cap="none" strike="noStrike">
                <a:solidFill>
                  <a:srgbClr val="FFFFFF"/>
                </a:solidFill>
                <a:latin typeface="Open Sans"/>
                <a:ea typeface="Open Sans"/>
                <a:cs typeface="Open Sans"/>
                <a:sym typeface="Open Sans"/>
              </a:defRPr>
            </a:lvl6pPr>
            <a:lvl7pPr lvl="6" marR="0" rtl="0" algn="l">
              <a:lnSpc>
                <a:spcPct val="100000"/>
              </a:lnSpc>
              <a:spcBef>
                <a:spcPts val="0"/>
              </a:spcBef>
              <a:spcAft>
                <a:spcPts val="0"/>
              </a:spcAft>
              <a:buClr>
                <a:srgbClr val="FFFFFF"/>
              </a:buClr>
              <a:buSzPts val="1800"/>
              <a:buFont typeface="Open Sans"/>
              <a:buNone/>
              <a:defRPr b="0" i="0" sz="1800" u="none" cap="none" strike="noStrike">
                <a:solidFill>
                  <a:srgbClr val="FFFFFF"/>
                </a:solidFill>
                <a:latin typeface="Open Sans"/>
                <a:ea typeface="Open Sans"/>
                <a:cs typeface="Open Sans"/>
                <a:sym typeface="Open Sans"/>
              </a:defRPr>
            </a:lvl7pPr>
            <a:lvl8pPr lvl="7" marR="0" rtl="0" algn="l">
              <a:lnSpc>
                <a:spcPct val="100000"/>
              </a:lnSpc>
              <a:spcBef>
                <a:spcPts val="0"/>
              </a:spcBef>
              <a:spcAft>
                <a:spcPts val="0"/>
              </a:spcAft>
              <a:buClr>
                <a:srgbClr val="FFFFFF"/>
              </a:buClr>
              <a:buSzPts val="1800"/>
              <a:buFont typeface="Open Sans"/>
              <a:buNone/>
              <a:defRPr b="0" i="0" sz="1800" u="none" cap="none" strike="noStrike">
                <a:solidFill>
                  <a:srgbClr val="FFFFFF"/>
                </a:solidFill>
                <a:latin typeface="Open Sans"/>
                <a:ea typeface="Open Sans"/>
                <a:cs typeface="Open Sans"/>
                <a:sym typeface="Open Sans"/>
              </a:defRPr>
            </a:lvl8pPr>
            <a:lvl9pPr lvl="8" marR="0" rtl="0" algn="l">
              <a:lnSpc>
                <a:spcPct val="100000"/>
              </a:lnSpc>
              <a:spcBef>
                <a:spcPts val="0"/>
              </a:spcBef>
              <a:spcAft>
                <a:spcPts val="0"/>
              </a:spcAft>
              <a:buClr>
                <a:srgbClr val="FFFFFF"/>
              </a:buClr>
              <a:buSzPts val="1800"/>
              <a:buFont typeface="Open Sans"/>
              <a:buNone/>
              <a:defRPr b="0" i="0" sz="1800" u="none" cap="none" strike="noStrike">
                <a:solidFill>
                  <a:srgbClr val="FFFFFF"/>
                </a:solidFill>
                <a:latin typeface="Open Sans"/>
                <a:ea typeface="Open Sans"/>
                <a:cs typeface="Open Sans"/>
                <a:sym typeface="Open Sans"/>
              </a:defRPr>
            </a:lvl9pPr>
          </a:lstStyle>
          <a:p/>
        </p:txBody>
      </p:sp>
      <p:sp>
        <p:nvSpPr>
          <p:cNvPr id="341" name="Google Shape;341;p66"/>
          <p:cNvSpPr txBox="1"/>
          <p:nvPr/>
        </p:nvSpPr>
        <p:spPr>
          <a:xfrm>
            <a:off x="693250" y="1851575"/>
            <a:ext cx="920400" cy="91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9F5656"/>
              </a:buClr>
              <a:buSzPts val="2400"/>
              <a:buFont typeface="Arial"/>
              <a:buNone/>
            </a:pPr>
            <a:r>
              <a:rPr b="1" i="0" lang="pt-BR" sz="9600" u="none" cap="none" strike="noStrike">
                <a:solidFill>
                  <a:srgbClr val="9F5656"/>
                </a:solidFill>
                <a:latin typeface="Arial"/>
                <a:ea typeface="Arial"/>
                <a:cs typeface="Arial"/>
                <a:sym typeface="Arial"/>
              </a:rPr>
              <a:t>“</a:t>
            </a:r>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2" name="Shape 342"/>
        <p:cNvGrpSpPr/>
        <p:nvPr/>
      </p:nvGrpSpPr>
      <p:grpSpPr>
        <a:xfrm>
          <a:off x="0" y="0"/>
          <a:ext cx="0" cy="0"/>
          <a:chOff x="0" y="0"/>
          <a:chExt cx="0" cy="0"/>
        </a:xfrm>
      </p:grpSpPr>
      <p:sp>
        <p:nvSpPr>
          <p:cNvPr id="343" name="Google Shape;343;p67"/>
          <p:cNvSpPr txBox="1"/>
          <p:nvPr>
            <p:ph type="title"/>
          </p:nvPr>
        </p:nvSpPr>
        <p:spPr>
          <a:xfrm>
            <a:off x="540300" y="2150850"/>
            <a:ext cx="6130200" cy="8418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C04747"/>
              </a:buClr>
              <a:buSzPts val="3600"/>
              <a:buFont typeface="Open Sans"/>
              <a:buNone/>
              <a:defRPr b="1" i="0" sz="3600" u="none" cap="none" strike="noStrike">
                <a:solidFill>
                  <a:srgbClr val="C04747"/>
                </a:solidFill>
                <a:latin typeface="Open Sans"/>
                <a:ea typeface="Open Sans"/>
                <a:cs typeface="Open Sans"/>
                <a:sym typeface="Open Sans"/>
              </a:defRPr>
            </a:lvl1pPr>
            <a:lvl2pPr lvl="1" rtl="0" algn="ctr">
              <a:spcBef>
                <a:spcPts val="0"/>
              </a:spcBef>
              <a:spcAft>
                <a:spcPts val="0"/>
              </a:spcAft>
              <a:buClr>
                <a:schemeClr val="dk1"/>
              </a:buClr>
              <a:buSzPts val="3600"/>
              <a:buFont typeface="Open Sans"/>
              <a:buNone/>
              <a:defRPr sz="3600">
                <a:solidFill>
                  <a:schemeClr val="dk1"/>
                </a:solidFill>
                <a:latin typeface="Open Sans"/>
                <a:ea typeface="Open Sans"/>
                <a:cs typeface="Open Sans"/>
                <a:sym typeface="Open Sans"/>
              </a:defRPr>
            </a:lvl2pPr>
            <a:lvl3pPr lvl="2" rtl="0" algn="ctr">
              <a:spcBef>
                <a:spcPts val="0"/>
              </a:spcBef>
              <a:spcAft>
                <a:spcPts val="0"/>
              </a:spcAft>
              <a:buClr>
                <a:schemeClr val="dk1"/>
              </a:buClr>
              <a:buSzPts val="3600"/>
              <a:buFont typeface="Open Sans"/>
              <a:buNone/>
              <a:defRPr sz="3600">
                <a:solidFill>
                  <a:schemeClr val="dk1"/>
                </a:solidFill>
                <a:latin typeface="Open Sans"/>
                <a:ea typeface="Open Sans"/>
                <a:cs typeface="Open Sans"/>
                <a:sym typeface="Open Sans"/>
              </a:defRPr>
            </a:lvl3pPr>
            <a:lvl4pPr lvl="3" rtl="0" algn="ctr">
              <a:spcBef>
                <a:spcPts val="0"/>
              </a:spcBef>
              <a:spcAft>
                <a:spcPts val="0"/>
              </a:spcAft>
              <a:buClr>
                <a:schemeClr val="dk1"/>
              </a:buClr>
              <a:buSzPts val="3600"/>
              <a:buFont typeface="Open Sans"/>
              <a:buNone/>
              <a:defRPr sz="3600">
                <a:solidFill>
                  <a:schemeClr val="dk1"/>
                </a:solidFill>
                <a:latin typeface="Open Sans"/>
                <a:ea typeface="Open Sans"/>
                <a:cs typeface="Open Sans"/>
                <a:sym typeface="Open Sans"/>
              </a:defRPr>
            </a:lvl4pPr>
            <a:lvl5pPr lvl="4" rtl="0" algn="ctr">
              <a:spcBef>
                <a:spcPts val="0"/>
              </a:spcBef>
              <a:spcAft>
                <a:spcPts val="0"/>
              </a:spcAft>
              <a:buClr>
                <a:schemeClr val="dk1"/>
              </a:buClr>
              <a:buSzPts val="3600"/>
              <a:buFont typeface="Open Sans"/>
              <a:buNone/>
              <a:defRPr sz="3600">
                <a:solidFill>
                  <a:schemeClr val="dk1"/>
                </a:solidFill>
                <a:latin typeface="Open Sans"/>
                <a:ea typeface="Open Sans"/>
                <a:cs typeface="Open Sans"/>
                <a:sym typeface="Open Sans"/>
              </a:defRPr>
            </a:lvl5pPr>
            <a:lvl6pPr lvl="5" rtl="0" algn="ctr">
              <a:spcBef>
                <a:spcPts val="0"/>
              </a:spcBef>
              <a:spcAft>
                <a:spcPts val="0"/>
              </a:spcAft>
              <a:buClr>
                <a:schemeClr val="dk1"/>
              </a:buClr>
              <a:buSzPts val="3600"/>
              <a:buFont typeface="Open Sans"/>
              <a:buNone/>
              <a:defRPr sz="3600">
                <a:solidFill>
                  <a:schemeClr val="dk1"/>
                </a:solidFill>
                <a:latin typeface="Open Sans"/>
                <a:ea typeface="Open Sans"/>
                <a:cs typeface="Open Sans"/>
                <a:sym typeface="Open Sans"/>
              </a:defRPr>
            </a:lvl6pPr>
            <a:lvl7pPr lvl="6" rtl="0" algn="ctr">
              <a:spcBef>
                <a:spcPts val="0"/>
              </a:spcBef>
              <a:spcAft>
                <a:spcPts val="0"/>
              </a:spcAft>
              <a:buClr>
                <a:schemeClr val="dk1"/>
              </a:buClr>
              <a:buSzPts val="3600"/>
              <a:buFont typeface="Open Sans"/>
              <a:buNone/>
              <a:defRPr sz="3600">
                <a:solidFill>
                  <a:schemeClr val="dk1"/>
                </a:solidFill>
                <a:latin typeface="Open Sans"/>
                <a:ea typeface="Open Sans"/>
                <a:cs typeface="Open Sans"/>
                <a:sym typeface="Open Sans"/>
              </a:defRPr>
            </a:lvl7pPr>
            <a:lvl8pPr lvl="7" rtl="0" algn="ctr">
              <a:spcBef>
                <a:spcPts val="0"/>
              </a:spcBef>
              <a:spcAft>
                <a:spcPts val="0"/>
              </a:spcAft>
              <a:buClr>
                <a:schemeClr val="dk1"/>
              </a:buClr>
              <a:buSzPts val="3600"/>
              <a:buFont typeface="Open Sans"/>
              <a:buNone/>
              <a:defRPr sz="3600">
                <a:solidFill>
                  <a:schemeClr val="dk1"/>
                </a:solidFill>
                <a:latin typeface="Open Sans"/>
                <a:ea typeface="Open Sans"/>
                <a:cs typeface="Open Sans"/>
                <a:sym typeface="Open Sans"/>
              </a:defRPr>
            </a:lvl8pPr>
            <a:lvl9pPr lvl="8" rtl="0" algn="ctr">
              <a:spcBef>
                <a:spcPts val="0"/>
              </a:spcBef>
              <a:spcAft>
                <a:spcPts val="0"/>
              </a:spcAft>
              <a:buClr>
                <a:schemeClr val="dk1"/>
              </a:buClr>
              <a:buSzPts val="3600"/>
              <a:buFont typeface="Open Sans"/>
              <a:buNone/>
              <a:defRPr sz="3600">
                <a:solidFill>
                  <a:schemeClr val="dk1"/>
                </a:solidFill>
                <a:latin typeface="Open Sans"/>
                <a:ea typeface="Open Sans"/>
                <a:cs typeface="Open Sans"/>
                <a:sym typeface="Open Sans"/>
              </a:defRPr>
            </a:lvl9pPr>
          </a:lstStyle>
          <a:p/>
        </p:txBody>
      </p:sp>
      <p:sp>
        <p:nvSpPr>
          <p:cNvPr id="344" name="Google Shape;344;p67"/>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personalizado 2">
  <p:cSld name="Layout personalizado 2">
    <p:spTree>
      <p:nvGrpSpPr>
        <p:cNvPr id="345" name="Shape 345"/>
        <p:cNvGrpSpPr/>
        <p:nvPr/>
      </p:nvGrpSpPr>
      <p:grpSpPr>
        <a:xfrm>
          <a:off x="0" y="0"/>
          <a:ext cx="0" cy="0"/>
          <a:chOff x="0" y="0"/>
          <a:chExt cx="0" cy="0"/>
        </a:xfrm>
      </p:grpSpPr>
      <p:sp>
        <p:nvSpPr>
          <p:cNvPr id="346" name="Google Shape;346;p68"/>
          <p:cNvSpPr txBox="1"/>
          <p:nvPr>
            <p:ph type="title"/>
          </p:nvPr>
        </p:nvSpPr>
        <p:spPr>
          <a:xfrm>
            <a:off x="2026175" y="445025"/>
            <a:ext cx="5670300" cy="10425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C04747"/>
              </a:buClr>
              <a:buSzPts val="2800"/>
              <a:buFont typeface="Open Sans"/>
              <a:buNone/>
              <a:defRPr b="1" i="0" sz="2800" u="none" cap="none" strike="noStrike">
                <a:solidFill>
                  <a:srgbClr val="C04747"/>
                </a:solidFill>
                <a:latin typeface="Open Sans"/>
                <a:ea typeface="Open Sans"/>
                <a:cs typeface="Open Sans"/>
                <a:sym typeface="Open Sans"/>
              </a:defRPr>
            </a:lvl1pPr>
            <a:lvl2pPr lvl="1"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2pPr>
            <a:lvl3pPr lvl="2"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3pPr>
            <a:lvl4pPr lvl="3"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4pPr>
            <a:lvl5pPr lvl="4"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5pPr>
            <a:lvl6pPr lvl="5"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6pPr>
            <a:lvl7pPr lvl="6"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7pPr>
            <a:lvl8pPr lvl="7"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8pPr>
            <a:lvl9pPr lvl="8"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9pPr>
          </a:lstStyle>
          <a:p/>
        </p:txBody>
      </p:sp>
      <p:sp>
        <p:nvSpPr>
          <p:cNvPr id="347" name="Google Shape;347;p68"/>
          <p:cNvSpPr txBox="1"/>
          <p:nvPr>
            <p:ph idx="1" type="body"/>
          </p:nvPr>
        </p:nvSpPr>
        <p:spPr>
          <a:xfrm>
            <a:off x="2026175" y="1619950"/>
            <a:ext cx="4233000" cy="31389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15000"/>
              </a:lnSpc>
              <a:spcBef>
                <a:spcPts val="0"/>
              </a:spcBef>
              <a:spcAft>
                <a:spcPts val="0"/>
              </a:spcAft>
              <a:buClr>
                <a:schemeClr val="dk2"/>
              </a:buClr>
              <a:buSzPts val="1800"/>
              <a:buFont typeface="Open Sans"/>
              <a:buNone/>
              <a:defRPr b="0" i="0" sz="1800" u="none" cap="none" strike="noStrike">
                <a:solidFill>
                  <a:schemeClr val="dk2"/>
                </a:solidFill>
                <a:latin typeface="Open Sans"/>
                <a:ea typeface="Open Sans"/>
                <a:cs typeface="Open Sans"/>
                <a:sym typeface="Open Sans"/>
              </a:defRPr>
            </a:lvl1pPr>
            <a:lvl2pPr indent="-228600" lvl="1" marL="9144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2pPr>
            <a:lvl3pPr indent="-228600" lvl="2" marL="13716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3pPr>
            <a:lvl4pPr indent="-228600" lvl="3" marL="18288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4pPr>
            <a:lvl5pPr indent="-228600" lvl="4" marL="22860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5pPr>
            <a:lvl6pPr indent="-228600" lvl="5" marL="27432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6pPr>
            <a:lvl7pPr indent="-228600" lvl="6" marL="32004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7pPr>
            <a:lvl8pPr indent="-228600" lvl="7" marL="36576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8pPr>
            <a:lvl9pPr indent="-228600" lvl="8" marL="4114800" marR="0" rtl="0" algn="l">
              <a:lnSpc>
                <a:spcPct val="115000"/>
              </a:lnSpc>
              <a:spcBef>
                <a:spcPts val="1600"/>
              </a:spcBef>
              <a:spcAft>
                <a:spcPts val="160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9pPr>
          </a:lstStyle>
          <a:p/>
        </p:txBody>
      </p:sp>
      <p:sp>
        <p:nvSpPr>
          <p:cNvPr id="348" name="Google Shape;348;p68"/>
          <p:cNvSpPr/>
          <p:nvPr/>
        </p:nvSpPr>
        <p:spPr>
          <a:xfrm>
            <a:off x="-43225" y="-43225"/>
            <a:ext cx="1650600" cy="5229900"/>
          </a:xfrm>
          <a:prstGeom prst="rect">
            <a:avLst/>
          </a:prstGeom>
          <a:solidFill>
            <a:srgbClr val="D3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49" name="Shape 349"/>
        <p:cNvGrpSpPr/>
        <p:nvPr/>
      </p:nvGrpSpPr>
      <p:grpSpPr>
        <a:xfrm>
          <a:off x="0" y="0"/>
          <a:ext cx="0" cy="0"/>
          <a:chOff x="0" y="0"/>
          <a:chExt cx="0" cy="0"/>
        </a:xfrm>
      </p:grpSpPr>
      <p:sp>
        <p:nvSpPr>
          <p:cNvPr id="350" name="Google Shape;350;p6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C04747"/>
              </a:buClr>
              <a:buSzPts val="2800"/>
              <a:buFont typeface="Open Sans"/>
              <a:buNone/>
              <a:defRPr b="1" i="0" sz="2800" u="none" cap="none" strike="noStrike">
                <a:solidFill>
                  <a:srgbClr val="C04747"/>
                </a:solidFill>
                <a:latin typeface="Open Sans"/>
                <a:ea typeface="Open Sans"/>
                <a:cs typeface="Open Sans"/>
                <a:sym typeface="Open Sans"/>
              </a:defRPr>
            </a:lvl1pPr>
            <a:lvl2pPr lvl="1"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2pPr>
            <a:lvl3pPr lvl="2"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3pPr>
            <a:lvl4pPr lvl="3"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4pPr>
            <a:lvl5pPr lvl="4"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5pPr>
            <a:lvl6pPr lvl="5"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6pPr>
            <a:lvl7pPr lvl="6"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7pPr>
            <a:lvl8pPr lvl="7"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8pPr>
            <a:lvl9pPr lvl="8"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9pPr>
          </a:lstStyle>
          <a:p/>
        </p:txBody>
      </p:sp>
      <p:sp>
        <p:nvSpPr>
          <p:cNvPr id="351" name="Google Shape;351;p6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15000"/>
              </a:lnSpc>
              <a:spcBef>
                <a:spcPts val="0"/>
              </a:spcBef>
              <a:spcAft>
                <a:spcPts val="0"/>
              </a:spcAft>
              <a:buClr>
                <a:schemeClr val="dk2"/>
              </a:buClr>
              <a:buSzPts val="1800"/>
              <a:buFont typeface="Open Sans"/>
              <a:buNone/>
              <a:defRPr b="0" i="0" sz="1800" u="none" cap="none" strike="noStrike">
                <a:solidFill>
                  <a:schemeClr val="dk2"/>
                </a:solidFill>
                <a:latin typeface="Open Sans"/>
                <a:ea typeface="Open Sans"/>
                <a:cs typeface="Open Sans"/>
                <a:sym typeface="Open Sans"/>
              </a:defRPr>
            </a:lvl1pPr>
            <a:lvl2pPr indent="-228600" lvl="1" marL="9144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2pPr>
            <a:lvl3pPr indent="-228600" lvl="2" marL="13716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3pPr>
            <a:lvl4pPr indent="-228600" lvl="3" marL="18288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4pPr>
            <a:lvl5pPr indent="-228600" lvl="4" marL="22860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5pPr>
            <a:lvl6pPr indent="-228600" lvl="5" marL="27432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6pPr>
            <a:lvl7pPr indent="-228600" lvl="6" marL="32004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7pPr>
            <a:lvl8pPr indent="-228600" lvl="7" marL="36576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8pPr>
            <a:lvl9pPr indent="-228600" lvl="8" marL="4114800" marR="0" rtl="0" algn="l">
              <a:lnSpc>
                <a:spcPct val="115000"/>
              </a:lnSpc>
              <a:spcBef>
                <a:spcPts val="1600"/>
              </a:spcBef>
              <a:spcAft>
                <a:spcPts val="160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9pPr>
          </a:lstStyle>
          <a:p/>
        </p:txBody>
      </p:sp>
      <p:sp>
        <p:nvSpPr>
          <p:cNvPr id="352" name="Google Shape;352;p69"/>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3" name="Shape 353"/>
        <p:cNvGrpSpPr/>
        <p:nvPr/>
      </p:nvGrpSpPr>
      <p:grpSpPr>
        <a:xfrm>
          <a:off x="0" y="0"/>
          <a:ext cx="0" cy="0"/>
          <a:chOff x="0" y="0"/>
          <a:chExt cx="0" cy="0"/>
        </a:xfrm>
      </p:grpSpPr>
      <p:sp>
        <p:nvSpPr>
          <p:cNvPr id="354" name="Google Shape;354;p7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C04747"/>
              </a:buClr>
              <a:buSzPts val="2800"/>
              <a:buFont typeface="Open Sans"/>
              <a:buNone/>
              <a:defRPr b="1" i="0" sz="2800" u="none" cap="none" strike="noStrike">
                <a:solidFill>
                  <a:srgbClr val="C04747"/>
                </a:solidFill>
                <a:latin typeface="Open Sans"/>
                <a:ea typeface="Open Sans"/>
                <a:cs typeface="Open Sans"/>
                <a:sym typeface="Open Sans"/>
              </a:defRPr>
            </a:lvl1pPr>
            <a:lvl2pPr lvl="1"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2pPr>
            <a:lvl3pPr lvl="2"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3pPr>
            <a:lvl4pPr lvl="3"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4pPr>
            <a:lvl5pPr lvl="4"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5pPr>
            <a:lvl6pPr lvl="5"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6pPr>
            <a:lvl7pPr lvl="6"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7pPr>
            <a:lvl8pPr lvl="7"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8pPr>
            <a:lvl9pPr lvl="8"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9pPr>
          </a:lstStyle>
          <a:p/>
        </p:txBody>
      </p:sp>
      <p:sp>
        <p:nvSpPr>
          <p:cNvPr id="355" name="Google Shape;355;p70"/>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56" name="Shape 356"/>
        <p:cNvGrpSpPr/>
        <p:nvPr/>
      </p:nvGrpSpPr>
      <p:grpSpPr>
        <a:xfrm>
          <a:off x="0" y="0"/>
          <a:ext cx="0" cy="0"/>
          <a:chOff x="0" y="0"/>
          <a:chExt cx="0" cy="0"/>
        </a:xfrm>
      </p:grpSpPr>
      <p:sp>
        <p:nvSpPr>
          <p:cNvPr id="357" name="Google Shape;357;p7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C04747"/>
              </a:buClr>
              <a:buSzPts val="2400"/>
              <a:buFont typeface="Open Sans"/>
              <a:buNone/>
              <a:defRPr b="1" i="0" sz="2400" u="none" cap="none" strike="noStrike">
                <a:solidFill>
                  <a:srgbClr val="C04747"/>
                </a:solidFill>
                <a:latin typeface="Open Sans"/>
                <a:ea typeface="Open Sans"/>
                <a:cs typeface="Open Sans"/>
                <a:sym typeface="Open Sans"/>
              </a:defRPr>
            </a:lvl1pPr>
            <a:lvl2pPr lvl="1" rtl="0">
              <a:spcBef>
                <a:spcPts val="0"/>
              </a:spcBef>
              <a:spcAft>
                <a:spcPts val="0"/>
              </a:spcAft>
              <a:buClr>
                <a:schemeClr val="dk1"/>
              </a:buClr>
              <a:buSzPts val="2400"/>
              <a:buFont typeface="Open Sans"/>
              <a:buNone/>
              <a:defRPr sz="2400">
                <a:solidFill>
                  <a:schemeClr val="dk1"/>
                </a:solidFill>
                <a:latin typeface="Open Sans"/>
                <a:ea typeface="Open Sans"/>
                <a:cs typeface="Open Sans"/>
                <a:sym typeface="Open Sans"/>
              </a:defRPr>
            </a:lvl2pPr>
            <a:lvl3pPr lvl="2" rtl="0">
              <a:spcBef>
                <a:spcPts val="0"/>
              </a:spcBef>
              <a:spcAft>
                <a:spcPts val="0"/>
              </a:spcAft>
              <a:buClr>
                <a:schemeClr val="dk1"/>
              </a:buClr>
              <a:buSzPts val="2400"/>
              <a:buFont typeface="Open Sans"/>
              <a:buNone/>
              <a:defRPr sz="2400">
                <a:solidFill>
                  <a:schemeClr val="dk1"/>
                </a:solidFill>
                <a:latin typeface="Open Sans"/>
                <a:ea typeface="Open Sans"/>
                <a:cs typeface="Open Sans"/>
                <a:sym typeface="Open Sans"/>
              </a:defRPr>
            </a:lvl3pPr>
            <a:lvl4pPr lvl="3" rtl="0">
              <a:spcBef>
                <a:spcPts val="0"/>
              </a:spcBef>
              <a:spcAft>
                <a:spcPts val="0"/>
              </a:spcAft>
              <a:buClr>
                <a:schemeClr val="dk1"/>
              </a:buClr>
              <a:buSzPts val="2400"/>
              <a:buFont typeface="Open Sans"/>
              <a:buNone/>
              <a:defRPr sz="2400">
                <a:solidFill>
                  <a:schemeClr val="dk1"/>
                </a:solidFill>
                <a:latin typeface="Open Sans"/>
                <a:ea typeface="Open Sans"/>
                <a:cs typeface="Open Sans"/>
                <a:sym typeface="Open Sans"/>
              </a:defRPr>
            </a:lvl4pPr>
            <a:lvl5pPr lvl="4" rtl="0">
              <a:spcBef>
                <a:spcPts val="0"/>
              </a:spcBef>
              <a:spcAft>
                <a:spcPts val="0"/>
              </a:spcAft>
              <a:buClr>
                <a:schemeClr val="dk1"/>
              </a:buClr>
              <a:buSzPts val="2400"/>
              <a:buFont typeface="Open Sans"/>
              <a:buNone/>
              <a:defRPr sz="2400">
                <a:solidFill>
                  <a:schemeClr val="dk1"/>
                </a:solidFill>
                <a:latin typeface="Open Sans"/>
                <a:ea typeface="Open Sans"/>
                <a:cs typeface="Open Sans"/>
                <a:sym typeface="Open Sans"/>
              </a:defRPr>
            </a:lvl5pPr>
            <a:lvl6pPr lvl="5" rtl="0">
              <a:spcBef>
                <a:spcPts val="0"/>
              </a:spcBef>
              <a:spcAft>
                <a:spcPts val="0"/>
              </a:spcAft>
              <a:buClr>
                <a:schemeClr val="dk1"/>
              </a:buClr>
              <a:buSzPts val="2400"/>
              <a:buFont typeface="Open Sans"/>
              <a:buNone/>
              <a:defRPr sz="2400">
                <a:solidFill>
                  <a:schemeClr val="dk1"/>
                </a:solidFill>
                <a:latin typeface="Open Sans"/>
                <a:ea typeface="Open Sans"/>
                <a:cs typeface="Open Sans"/>
                <a:sym typeface="Open Sans"/>
              </a:defRPr>
            </a:lvl6pPr>
            <a:lvl7pPr lvl="6" rtl="0">
              <a:spcBef>
                <a:spcPts val="0"/>
              </a:spcBef>
              <a:spcAft>
                <a:spcPts val="0"/>
              </a:spcAft>
              <a:buClr>
                <a:schemeClr val="dk1"/>
              </a:buClr>
              <a:buSzPts val="2400"/>
              <a:buFont typeface="Open Sans"/>
              <a:buNone/>
              <a:defRPr sz="2400">
                <a:solidFill>
                  <a:schemeClr val="dk1"/>
                </a:solidFill>
                <a:latin typeface="Open Sans"/>
                <a:ea typeface="Open Sans"/>
                <a:cs typeface="Open Sans"/>
                <a:sym typeface="Open Sans"/>
              </a:defRPr>
            </a:lvl7pPr>
            <a:lvl8pPr lvl="7" rtl="0">
              <a:spcBef>
                <a:spcPts val="0"/>
              </a:spcBef>
              <a:spcAft>
                <a:spcPts val="0"/>
              </a:spcAft>
              <a:buClr>
                <a:schemeClr val="dk1"/>
              </a:buClr>
              <a:buSzPts val="2400"/>
              <a:buFont typeface="Open Sans"/>
              <a:buNone/>
              <a:defRPr sz="2400">
                <a:solidFill>
                  <a:schemeClr val="dk1"/>
                </a:solidFill>
                <a:latin typeface="Open Sans"/>
                <a:ea typeface="Open Sans"/>
                <a:cs typeface="Open Sans"/>
                <a:sym typeface="Open Sans"/>
              </a:defRPr>
            </a:lvl8pPr>
            <a:lvl9pPr lvl="8" rtl="0">
              <a:spcBef>
                <a:spcPts val="0"/>
              </a:spcBef>
              <a:spcAft>
                <a:spcPts val="0"/>
              </a:spcAft>
              <a:buClr>
                <a:schemeClr val="dk1"/>
              </a:buClr>
              <a:buSzPts val="2400"/>
              <a:buFont typeface="Open Sans"/>
              <a:buNone/>
              <a:defRPr sz="2400">
                <a:solidFill>
                  <a:schemeClr val="dk1"/>
                </a:solidFill>
                <a:latin typeface="Open Sans"/>
                <a:ea typeface="Open Sans"/>
                <a:cs typeface="Open Sans"/>
                <a:sym typeface="Open Sans"/>
              </a:defRPr>
            </a:lvl9pPr>
          </a:lstStyle>
          <a:p/>
        </p:txBody>
      </p:sp>
      <p:sp>
        <p:nvSpPr>
          <p:cNvPr id="358" name="Google Shape;358;p7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15000"/>
              </a:lnSpc>
              <a:spcBef>
                <a:spcPts val="0"/>
              </a:spcBef>
              <a:spcAft>
                <a:spcPts val="0"/>
              </a:spcAft>
              <a:buClr>
                <a:schemeClr val="dk2"/>
              </a:buClr>
              <a:buSzPts val="1200"/>
              <a:buFont typeface="Open Sans"/>
              <a:buNone/>
              <a:defRPr b="0" i="0" sz="1200" u="none" cap="none" strike="noStrike">
                <a:solidFill>
                  <a:schemeClr val="dk2"/>
                </a:solidFill>
                <a:latin typeface="Open Sans"/>
                <a:ea typeface="Open Sans"/>
                <a:cs typeface="Open Sans"/>
                <a:sym typeface="Open Sans"/>
              </a:defRPr>
            </a:lvl1pPr>
            <a:lvl2pPr indent="-228600" lvl="1" marL="914400" marR="0" rtl="0" algn="l">
              <a:lnSpc>
                <a:spcPct val="115000"/>
              </a:lnSpc>
              <a:spcBef>
                <a:spcPts val="1600"/>
              </a:spcBef>
              <a:spcAft>
                <a:spcPts val="0"/>
              </a:spcAft>
              <a:buClr>
                <a:schemeClr val="dk2"/>
              </a:buClr>
              <a:buSzPts val="1200"/>
              <a:buFont typeface="Open Sans"/>
              <a:buNone/>
              <a:defRPr b="0" i="0" sz="1200" u="none" cap="none" strike="noStrike">
                <a:solidFill>
                  <a:schemeClr val="dk2"/>
                </a:solidFill>
                <a:latin typeface="Open Sans"/>
                <a:ea typeface="Open Sans"/>
                <a:cs typeface="Open Sans"/>
                <a:sym typeface="Open Sans"/>
              </a:defRPr>
            </a:lvl2pPr>
            <a:lvl3pPr indent="-228600" lvl="2" marL="1371600" marR="0" rtl="0" algn="l">
              <a:lnSpc>
                <a:spcPct val="115000"/>
              </a:lnSpc>
              <a:spcBef>
                <a:spcPts val="1600"/>
              </a:spcBef>
              <a:spcAft>
                <a:spcPts val="0"/>
              </a:spcAft>
              <a:buClr>
                <a:schemeClr val="dk2"/>
              </a:buClr>
              <a:buSzPts val="1200"/>
              <a:buFont typeface="Open Sans"/>
              <a:buNone/>
              <a:defRPr b="0" i="0" sz="1200" u="none" cap="none" strike="noStrike">
                <a:solidFill>
                  <a:schemeClr val="dk2"/>
                </a:solidFill>
                <a:latin typeface="Open Sans"/>
                <a:ea typeface="Open Sans"/>
                <a:cs typeface="Open Sans"/>
                <a:sym typeface="Open Sans"/>
              </a:defRPr>
            </a:lvl3pPr>
            <a:lvl4pPr indent="-228600" lvl="3" marL="1828800" marR="0" rtl="0" algn="l">
              <a:lnSpc>
                <a:spcPct val="115000"/>
              </a:lnSpc>
              <a:spcBef>
                <a:spcPts val="1600"/>
              </a:spcBef>
              <a:spcAft>
                <a:spcPts val="0"/>
              </a:spcAft>
              <a:buClr>
                <a:schemeClr val="dk2"/>
              </a:buClr>
              <a:buSzPts val="1200"/>
              <a:buFont typeface="Open Sans"/>
              <a:buNone/>
              <a:defRPr b="0" i="0" sz="1200" u="none" cap="none" strike="noStrike">
                <a:solidFill>
                  <a:schemeClr val="dk2"/>
                </a:solidFill>
                <a:latin typeface="Open Sans"/>
                <a:ea typeface="Open Sans"/>
                <a:cs typeface="Open Sans"/>
                <a:sym typeface="Open Sans"/>
              </a:defRPr>
            </a:lvl4pPr>
            <a:lvl5pPr indent="-228600" lvl="4" marL="2286000" marR="0" rtl="0" algn="l">
              <a:lnSpc>
                <a:spcPct val="115000"/>
              </a:lnSpc>
              <a:spcBef>
                <a:spcPts val="1600"/>
              </a:spcBef>
              <a:spcAft>
                <a:spcPts val="0"/>
              </a:spcAft>
              <a:buClr>
                <a:schemeClr val="dk2"/>
              </a:buClr>
              <a:buSzPts val="1200"/>
              <a:buFont typeface="Open Sans"/>
              <a:buNone/>
              <a:defRPr b="0" i="0" sz="1200" u="none" cap="none" strike="noStrike">
                <a:solidFill>
                  <a:schemeClr val="dk2"/>
                </a:solidFill>
                <a:latin typeface="Open Sans"/>
                <a:ea typeface="Open Sans"/>
                <a:cs typeface="Open Sans"/>
                <a:sym typeface="Open Sans"/>
              </a:defRPr>
            </a:lvl5pPr>
            <a:lvl6pPr indent="-228600" lvl="5" marL="2743200" marR="0" rtl="0" algn="l">
              <a:lnSpc>
                <a:spcPct val="115000"/>
              </a:lnSpc>
              <a:spcBef>
                <a:spcPts val="1600"/>
              </a:spcBef>
              <a:spcAft>
                <a:spcPts val="0"/>
              </a:spcAft>
              <a:buClr>
                <a:schemeClr val="dk2"/>
              </a:buClr>
              <a:buSzPts val="1200"/>
              <a:buFont typeface="Open Sans"/>
              <a:buNone/>
              <a:defRPr b="0" i="0" sz="1200" u="none" cap="none" strike="noStrike">
                <a:solidFill>
                  <a:schemeClr val="dk2"/>
                </a:solidFill>
                <a:latin typeface="Open Sans"/>
                <a:ea typeface="Open Sans"/>
                <a:cs typeface="Open Sans"/>
                <a:sym typeface="Open Sans"/>
              </a:defRPr>
            </a:lvl6pPr>
            <a:lvl7pPr indent="-228600" lvl="6" marL="3200400" marR="0" rtl="0" algn="l">
              <a:lnSpc>
                <a:spcPct val="115000"/>
              </a:lnSpc>
              <a:spcBef>
                <a:spcPts val="1600"/>
              </a:spcBef>
              <a:spcAft>
                <a:spcPts val="0"/>
              </a:spcAft>
              <a:buClr>
                <a:schemeClr val="dk2"/>
              </a:buClr>
              <a:buSzPts val="1200"/>
              <a:buFont typeface="Open Sans"/>
              <a:buNone/>
              <a:defRPr b="0" i="0" sz="1200" u="none" cap="none" strike="noStrike">
                <a:solidFill>
                  <a:schemeClr val="dk2"/>
                </a:solidFill>
                <a:latin typeface="Open Sans"/>
                <a:ea typeface="Open Sans"/>
                <a:cs typeface="Open Sans"/>
                <a:sym typeface="Open Sans"/>
              </a:defRPr>
            </a:lvl7pPr>
            <a:lvl8pPr indent="-228600" lvl="7" marL="3657600" marR="0" rtl="0" algn="l">
              <a:lnSpc>
                <a:spcPct val="115000"/>
              </a:lnSpc>
              <a:spcBef>
                <a:spcPts val="1600"/>
              </a:spcBef>
              <a:spcAft>
                <a:spcPts val="0"/>
              </a:spcAft>
              <a:buClr>
                <a:schemeClr val="dk2"/>
              </a:buClr>
              <a:buSzPts val="1200"/>
              <a:buFont typeface="Open Sans"/>
              <a:buNone/>
              <a:defRPr b="0" i="0" sz="1200" u="none" cap="none" strike="noStrike">
                <a:solidFill>
                  <a:schemeClr val="dk2"/>
                </a:solidFill>
                <a:latin typeface="Open Sans"/>
                <a:ea typeface="Open Sans"/>
                <a:cs typeface="Open Sans"/>
                <a:sym typeface="Open Sans"/>
              </a:defRPr>
            </a:lvl8pPr>
            <a:lvl9pPr indent="-228600" lvl="8" marL="4114800" marR="0" rtl="0" algn="l">
              <a:lnSpc>
                <a:spcPct val="115000"/>
              </a:lnSpc>
              <a:spcBef>
                <a:spcPts val="1600"/>
              </a:spcBef>
              <a:spcAft>
                <a:spcPts val="1600"/>
              </a:spcAft>
              <a:buClr>
                <a:schemeClr val="dk2"/>
              </a:buClr>
              <a:buSzPts val="1200"/>
              <a:buFont typeface="Open Sans"/>
              <a:buNone/>
              <a:defRPr b="0" i="0" sz="1200" u="none" cap="none" strike="noStrike">
                <a:solidFill>
                  <a:schemeClr val="dk2"/>
                </a:solidFill>
                <a:latin typeface="Open Sans"/>
                <a:ea typeface="Open Sans"/>
                <a:cs typeface="Open Sans"/>
                <a:sym typeface="Open Sans"/>
              </a:defRPr>
            </a:lvl9pPr>
          </a:lstStyle>
          <a:p/>
        </p:txBody>
      </p:sp>
      <p:sp>
        <p:nvSpPr>
          <p:cNvPr id="359" name="Google Shape;359;p71"/>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60" name="Shape 360"/>
        <p:cNvGrpSpPr/>
        <p:nvPr/>
      </p:nvGrpSpPr>
      <p:grpSpPr>
        <a:xfrm>
          <a:off x="0" y="0"/>
          <a:ext cx="0" cy="0"/>
          <a:chOff x="0" y="0"/>
          <a:chExt cx="0" cy="0"/>
        </a:xfrm>
      </p:grpSpPr>
      <p:sp>
        <p:nvSpPr>
          <p:cNvPr id="361" name="Google Shape;361;p7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C04747"/>
              </a:buClr>
              <a:buSzPts val="4800"/>
              <a:buFont typeface="Open Sans"/>
              <a:buNone/>
              <a:defRPr b="1" i="0" sz="4800" u="none" cap="none" strike="noStrike">
                <a:solidFill>
                  <a:srgbClr val="C04747"/>
                </a:solidFill>
                <a:latin typeface="Open Sans"/>
                <a:ea typeface="Open Sans"/>
                <a:cs typeface="Open Sans"/>
                <a:sym typeface="Open Sans"/>
              </a:defRPr>
            </a:lvl1pPr>
            <a:lvl2pPr lvl="1" rtl="0">
              <a:spcBef>
                <a:spcPts val="0"/>
              </a:spcBef>
              <a:spcAft>
                <a:spcPts val="0"/>
              </a:spcAft>
              <a:buClr>
                <a:schemeClr val="dk1"/>
              </a:buClr>
              <a:buSzPts val="4800"/>
              <a:buFont typeface="Open Sans"/>
              <a:buNone/>
              <a:defRPr sz="4800">
                <a:solidFill>
                  <a:schemeClr val="dk1"/>
                </a:solidFill>
                <a:latin typeface="Open Sans"/>
                <a:ea typeface="Open Sans"/>
                <a:cs typeface="Open Sans"/>
                <a:sym typeface="Open Sans"/>
              </a:defRPr>
            </a:lvl2pPr>
            <a:lvl3pPr lvl="2" rtl="0">
              <a:spcBef>
                <a:spcPts val="0"/>
              </a:spcBef>
              <a:spcAft>
                <a:spcPts val="0"/>
              </a:spcAft>
              <a:buClr>
                <a:schemeClr val="dk1"/>
              </a:buClr>
              <a:buSzPts val="4800"/>
              <a:buFont typeface="Open Sans"/>
              <a:buNone/>
              <a:defRPr sz="4800">
                <a:solidFill>
                  <a:schemeClr val="dk1"/>
                </a:solidFill>
                <a:latin typeface="Open Sans"/>
                <a:ea typeface="Open Sans"/>
                <a:cs typeface="Open Sans"/>
                <a:sym typeface="Open Sans"/>
              </a:defRPr>
            </a:lvl3pPr>
            <a:lvl4pPr lvl="3" rtl="0">
              <a:spcBef>
                <a:spcPts val="0"/>
              </a:spcBef>
              <a:spcAft>
                <a:spcPts val="0"/>
              </a:spcAft>
              <a:buClr>
                <a:schemeClr val="dk1"/>
              </a:buClr>
              <a:buSzPts val="4800"/>
              <a:buFont typeface="Open Sans"/>
              <a:buNone/>
              <a:defRPr sz="4800">
                <a:solidFill>
                  <a:schemeClr val="dk1"/>
                </a:solidFill>
                <a:latin typeface="Open Sans"/>
                <a:ea typeface="Open Sans"/>
                <a:cs typeface="Open Sans"/>
                <a:sym typeface="Open Sans"/>
              </a:defRPr>
            </a:lvl4pPr>
            <a:lvl5pPr lvl="4" rtl="0">
              <a:spcBef>
                <a:spcPts val="0"/>
              </a:spcBef>
              <a:spcAft>
                <a:spcPts val="0"/>
              </a:spcAft>
              <a:buClr>
                <a:schemeClr val="dk1"/>
              </a:buClr>
              <a:buSzPts val="4800"/>
              <a:buFont typeface="Open Sans"/>
              <a:buNone/>
              <a:defRPr sz="4800">
                <a:solidFill>
                  <a:schemeClr val="dk1"/>
                </a:solidFill>
                <a:latin typeface="Open Sans"/>
                <a:ea typeface="Open Sans"/>
                <a:cs typeface="Open Sans"/>
                <a:sym typeface="Open Sans"/>
              </a:defRPr>
            </a:lvl5pPr>
            <a:lvl6pPr lvl="5" rtl="0">
              <a:spcBef>
                <a:spcPts val="0"/>
              </a:spcBef>
              <a:spcAft>
                <a:spcPts val="0"/>
              </a:spcAft>
              <a:buClr>
                <a:schemeClr val="dk1"/>
              </a:buClr>
              <a:buSzPts val="4800"/>
              <a:buFont typeface="Open Sans"/>
              <a:buNone/>
              <a:defRPr sz="4800">
                <a:solidFill>
                  <a:schemeClr val="dk1"/>
                </a:solidFill>
                <a:latin typeface="Open Sans"/>
                <a:ea typeface="Open Sans"/>
                <a:cs typeface="Open Sans"/>
                <a:sym typeface="Open Sans"/>
              </a:defRPr>
            </a:lvl6pPr>
            <a:lvl7pPr lvl="6" rtl="0">
              <a:spcBef>
                <a:spcPts val="0"/>
              </a:spcBef>
              <a:spcAft>
                <a:spcPts val="0"/>
              </a:spcAft>
              <a:buClr>
                <a:schemeClr val="dk1"/>
              </a:buClr>
              <a:buSzPts val="4800"/>
              <a:buFont typeface="Open Sans"/>
              <a:buNone/>
              <a:defRPr sz="4800">
                <a:solidFill>
                  <a:schemeClr val="dk1"/>
                </a:solidFill>
                <a:latin typeface="Open Sans"/>
                <a:ea typeface="Open Sans"/>
                <a:cs typeface="Open Sans"/>
                <a:sym typeface="Open Sans"/>
              </a:defRPr>
            </a:lvl7pPr>
            <a:lvl8pPr lvl="7" rtl="0">
              <a:spcBef>
                <a:spcPts val="0"/>
              </a:spcBef>
              <a:spcAft>
                <a:spcPts val="0"/>
              </a:spcAft>
              <a:buClr>
                <a:schemeClr val="dk1"/>
              </a:buClr>
              <a:buSzPts val="4800"/>
              <a:buFont typeface="Open Sans"/>
              <a:buNone/>
              <a:defRPr sz="4800">
                <a:solidFill>
                  <a:schemeClr val="dk1"/>
                </a:solidFill>
                <a:latin typeface="Open Sans"/>
                <a:ea typeface="Open Sans"/>
                <a:cs typeface="Open Sans"/>
                <a:sym typeface="Open Sans"/>
              </a:defRPr>
            </a:lvl8pPr>
            <a:lvl9pPr lvl="8" rtl="0">
              <a:spcBef>
                <a:spcPts val="0"/>
              </a:spcBef>
              <a:spcAft>
                <a:spcPts val="0"/>
              </a:spcAft>
              <a:buClr>
                <a:schemeClr val="dk1"/>
              </a:buClr>
              <a:buSzPts val="4800"/>
              <a:buFont typeface="Open Sans"/>
              <a:buNone/>
              <a:defRPr sz="4800">
                <a:solidFill>
                  <a:schemeClr val="dk1"/>
                </a:solidFill>
                <a:latin typeface="Open Sans"/>
                <a:ea typeface="Open Sans"/>
                <a:cs typeface="Open Sans"/>
                <a:sym typeface="Open Sans"/>
              </a:defRPr>
            </a:lvl9pPr>
          </a:lstStyle>
          <a:p/>
        </p:txBody>
      </p:sp>
      <p:sp>
        <p:nvSpPr>
          <p:cNvPr id="362" name="Google Shape;362;p72"/>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63" name="Shape 363"/>
        <p:cNvGrpSpPr/>
        <p:nvPr/>
      </p:nvGrpSpPr>
      <p:grpSpPr>
        <a:xfrm>
          <a:off x="0" y="0"/>
          <a:ext cx="0" cy="0"/>
          <a:chOff x="0" y="0"/>
          <a:chExt cx="0" cy="0"/>
        </a:xfrm>
      </p:grpSpPr>
      <p:sp>
        <p:nvSpPr>
          <p:cNvPr id="364" name="Google Shape;364;p7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C04747"/>
              </a:buClr>
              <a:buSzPts val="4200"/>
              <a:buFont typeface="Open Sans"/>
              <a:buNone/>
              <a:defRPr b="1" i="0" sz="4200" u="none" cap="none" strike="noStrike">
                <a:solidFill>
                  <a:srgbClr val="C04747"/>
                </a:solidFill>
                <a:latin typeface="Open Sans"/>
                <a:ea typeface="Open Sans"/>
                <a:cs typeface="Open Sans"/>
                <a:sym typeface="Open Sans"/>
              </a:defRPr>
            </a:lvl1pPr>
            <a:lvl2pPr lvl="1" rtl="0" algn="ctr">
              <a:spcBef>
                <a:spcPts val="0"/>
              </a:spcBef>
              <a:spcAft>
                <a:spcPts val="0"/>
              </a:spcAft>
              <a:buClr>
                <a:schemeClr val="dk1"/>
              </a:buClr>
              <a:buSzPts val="4200"/>
              <a:buFont typeface="Open Sans"/>
              <a:buNone/>
              <a:defRPr sz="4200">
                <a:solidFill>
                  <a:schemeClr val="dk1"/>
                </a:solidFill>
                <a:latin typeface="Open Sans"/>
                <a:ea typeface="Open Sans"/>
                <a:cs typeface="Open Sans"/>
                <a:sym typeface="Open Sans"/>
              </a:defRPr>
            </a:lvl2pPr>
            <a:lvl3pPr lvl="2" rtl="0" algn="ctr">
              <a:spcBef>
                <a:spcPts val="0"/>
              </a:spcBef>
              <a:spcAft>
                <a:spcPts val="0"/>
              </a:spcAft>
              <a:buClr>
                <a:schemeClr val="dk1"/>
              </a:buClr>
              <a:buSzPts val="4200"/>
              <a:buFont typeface="Open Sans"/>
              <a:buNone/>
              <a:defRPr sz="4200">
                <a:solidFill>
                  <a:schemeClr val="dk1"/>
                </a:solidFill>
                <a:latin typeface="Open Sans"/>
                <a:ea typeface="Open Sans"/>
                <a:cs typeface="Open Sans"/>
                <a:sym typeface="Open Sans"/>
              </a:defRPr>
            </a:lvl3pPr>
            <a:lvl4pPr lvl="3" rtl="0" algn="ctr">
              <a:spcBef>
                <a:spcPts val="0"/>
              </a:spcBef>
              <a:spcAft>
                <a:spcPts val="0"/>
              </a:spcAft>
              <a:buClr>
                <a:schemeClr val="dk1"/>
              </a:buClr>
              <a:buSzPts val="4200"/>
              <a:buFont typeface="Open Sans"/>
              <a:buNone/>
              <a:defRPr sz="4200">
                <a:solidFill>
                  <a:schemeClr val="dk1"/>
                </a:solidFill>
                <a:latin typeface="Open Sans"/>
                <a:ea typeface="Open Sans"/>
                <a:cs typeface="Open Sans"/>
                <a:sym typeface="Open Sans"/>
              </a:defRPr>
            </a:lvl4pPr>
            <a:lvl5pPr lvl="4" rtl="0" algn="ctr">
              <a:spcBef>
                <a:spcPts val="0"/>
              </a:spcBef>
              <a:spcAft>
                <a:spcPts val="0"/>
              </a:spcAft>
              <a:buClr>
                <a:schemeClr val="dk1"/>
              </a:buClr>
              <a:buSzPts val="4200"/>
              <a:buFont typeface="Open Sans"/>
              <a:buNone/>
              <a:defRPr sz="4200">
                <a:solidFill>
                  <a:schemeClr val="dk1"/>
                </a:solidFill>
                <a:latin typeface="Open Sans"/>
                <a:ea typeface="Open Sans"/>
                <a:cs typeface="Open Sans"/>
                <a:sym typeface="Open Sans"/>
              </a:defRPr>
            </a:lvl5pPr>
            <a:lvl6pPr lvl="5" rtl="0" algn="ctr">
              <a:spcBef>
                <a:spcPts val="0"/>
              </a:spcBef>
              <a:spcAft>
                <a:spcPts val="0"/>
              </a:spcAft>
              <a:buClr>
                <a:schemeClr val="dk1"/>
              </a:buClr>
              <a:buSzPts val="4200"/>
              <a:buFont typeface="Open Sans"/>
              <a:buNone/>
              <a:defRPr sz="4200">
                <a:solidFill>
                  <a:schemeClr val="dk1"/>
                </a:solidFill>
                <a:latin typeface="Open Sans"/>
                <a:ea typeface="Open Sans"/>
                <a:cs typeface="Open Sans"/>
                <a:sym typeface="Open Sans"/>
              </a:defRPr>
            </a:lvl6pPr>
            <a:lvl7pPr lvl="6" rtl="0" algn="ctr">
              <a:spcBef>
                <a:spcPts val="0"/>
              </a:spcBef>
              <a:spcAft>
                <a:spcPts val="0"/>
              </a:spcAft>
              <a:buClr>
                <a:schemeClr val="dk1"/>
              </a:buClr>
              <a:buSzPts val="4200"/>
              <a:buFont typeface="Open Sans"/>
              <a:buNone/>
              <a:defRPr sz="4200">
                <a:solidFill>
                  <a:schemeClr val="dk1"/>
                </a:solidFill>
                <a:latin typeface="Open Sans"/>
                <a:ea typeface="Open Sans"/>
                <a:cs typeface="Open Sans"/>
                <a:sym typeface="Open Sans"/>
              </a:defRPr>
            </a:lvl7pPr>
            <a:lvl8pPr lvl="7" rtl="0" algn="ctr">
              <a:spcBef>
                <a:spcPts val="0"/>
              </a:spcBef>
              <a:spcAft>
                <a:spcPts val="0"/>
              </a:spcAft>
              <a:buClr>
                <a:schemeClr val="dk1"/>
              </a:buClr>
              <a:buSzPts val="4200"/>
              <a:buFont typeface="Open Sans"/>
              <a:buNone/>
              <a:defRPr sz="4200">
                <a:solidFill>
                  <a:schemeClr val="dk1"/>
                </a:solidFill>
                <a:latin typeface="Open Sans"/>
                <a:ea typeface="Open Sans"/>
                <a:cs typeface="Open Sans"/>
                <a:sym typeface="Open Sans"/>
              </a:defRPr>
            </a:lvl8pPr>
            <a:lvl9pPr lvl="8" rtl="0" algn="ctr">
              <a:spcBef>
                <a:spcPts val="0"/>
              </a:spcBef>
              <a:spcAft>
                <a:spcPts val="0"/>
              </a:spcAft>
              <a:buClr>
                <a:schemeClr val="dk1"/>
              </a:buClr>
              <a:buSzPts val="4200"/>
              <a:buFont typeface="Open Sans"/>
              <a:buNone/>
              <a:defRPr sz="4200">
                <a:solidFill>
                  <a:schemeClr val="dk1"/>
                </a:solidFill>
                <a:latin typeface="Open Sans"/>
                <a:ea typeface="Open Sans"/>
                <a:cs typeface="Open Sans"/>
                <a:sym typeface="Open Sans"/>
              </a:defRPr>
            </a:lvl9pPr>
          </a:lstStyle>
          <a:p/>
        </p:txBody>
      </p:sp>
      <p:sp>
        <p:nvSpPr>
          <p:cNvPr id="365" name="Google Shape;365;p7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chemeClr val="dk2"/>
              </a:buClr>
              <a:buSzPts val="2100"/>
              <a:buFont typeface="Open Sans"/>
              <a:buNone/>
              <a:defRPr b="0" i="0" sz="2100" u="none" cap="none" strike="noStrike">
                <a:solidFill>
                  <a:schemeClr val="dk2"/>
                </a:solidFill>
                <a:latin typeface="Open Sans"/>
                <a:ea typeface="Open Sans"/>
                <a:cs typeface="Open Sans"/>
                <a:sym typeface="Open Sans"/>
              </a:defRPr>
            </a:lvl1pPr>
            <a:lvl2pPr lvl="1" marR="0" rtl="0" algn="ctr">
              <a:lnSpc>
                <a:spcPct val="100000"/>
              </a:lnSpc>
              <a:spcBef>
                <a:spcPts val="0"/>
              </a:spcBef>
              <a:spcAft>
                <a:spcPts val="0"/>
              </a:spcAft>
              <a:buClr>
                <a:schemeClr val="dk2"/>
              </a:buClr>
              <a:buSzPts val="2100"/>
              <a:buFont typeface="Open Sans"/>
              <a:buNone/>
              <a:defRPr b="0" i="0" sz="2100" u="none" cap="none" strike="noStrike">
                <a:solidFill>
                  <a:schemeClr val="dk2"/>
                </a:solidFill>
                <a:latin typeface="Open Sans"/>
                <a:ea typeface="Open Sans"/>
                <a:cs typeface="Open Sans"/>
                <a:sym typeface="Open Sans"/>
              </a:defRPr>
            </a:lvl2pPr>
            <a:lvl3pPr lvl="2" marR="0" rtl="0" algn="ctr">
              <a:lnSpc>
                <a:spcPct val="100000"/>
              </a:lnSpc>
              <a:spcBef>
                <a:spcPts val="0"/>
              </a:spcBef>
              <a:spcAft>
                <a:spcPts val="0"/>
              </a:spcAft>
              <a:buClr>
                <a:schemeClr val="dk2"/>
              </a:buClr>
              <a:buSzPts val="2100"/>
              <a:buFont typeface="Open Sans"/>
              <a:buNone/>
              <a:defRPr b="0" i="0" sz="2100" u="none" cap="none" strike="noStrike">
                <a:solidFill>
                  <a:schemeClr val="dk2"/>
                </a:solidFill>
                <a:latin typeface="Open Sans"/>
                <a:ea typeface="Open Sans"/>
                <a:cs typeface="Open Sans"/>
                <a:sym typeface="Open Sans"/>
              </a:defRPr>
            </a:lvl3pPr>
            <a:lvl4pPr lvl="3" marR="0" rtl="0" algn="ctr">
              <a:lnSpc>
                <a:spcPct val="100000"/>
              </a:lnSpc>
              <a:spcBef>
                <a:spcPts val="0"/>
              </a:spcBef>
              <a:spcAft>
                <a:spcPts val="0"/>
              </a:spcAft>
              <a:buClr>
                <a:schemeClr val="dk2"/>
              </a:buClr>
              <a:buSzPts val="2100"/>
              <a:buFont typeface="Open Sans"/>
              <a:buNone/>
              <a:defRPr b="0" i="0" sz="2100" u="none" cap="none" strike="noStrike">
                <a:solidFill>
                  <a:schemeClr val="dk2"/>
                </a:solidFill>
                <a:latin typeface="Open Sans"/>
                <a:ea typeface="Open Sans"/>
                <a:cs typeface="Open Sans"/>
                <a:sym typeface="Open Sans"/>
              </a:defRPr>
            </a:lvl4pPr>
            <a:lvl5pPr lvl="4" marR="0" rtl="0" algn="ctr">
              <a:lnSpc>
                <a:spcPct val="100000"/>
              </a:lnSpc>
              <a:spcBef>
                <a:spcPts val="0"/>
              </a:spcBef>
              <a:spcAft>
                <a:spcPts val="0"/>
              </a:spcAft>
              <a:buClr>
                <a:schemeClr val="dk2"/>
              </a:buClr>
              <a:buSzPts val="2100"/>
              <a:buFont typeface="Open Sans"/>
              <a:buNone/>
              <a:defRPr b="0" i="0" sz="2100" u="none" cap="none" strike="noStrike">
                <a:solidFill>
                  <a:schemeClr val="dk2"/>
                </a:solidFill>
                <a:latin typeface="Open Sans"/>
                <a:ea typeface="Open Sans"/>
                <a:cs typeface="Open Sans"/>
                <a:sym typeface="Open Sans"/>
              </a:defRPr>
            </a:lvl5pPr>
            <a:lvl6pPr lvl="5" marR="0" rtl="0" algn="ctr">
              <a:lnSpc>
                <a:spcPct val="100000"/>
              </a:lnSpc>
              <a:spcBef>
                <a:spcPts val="0"/>
              </a:spcBef>
              <a:spcAft>
                <a:spcPts val="0"/>
              </a:spcAft>
              <a:buClr>
                <a:schemeClr val="dk2"/>
              </a:buClr>
              <a:buSzPts val="2100"/>
              <a:buFont typeface="Open Sans"/>
              <a:buNone/>
              <a:defRPr b="0" i="0" sz="2100" u="none" cap="none" strike="noStrike">
                <a:solidFill>
                  <a:schemeClr val="dk2"/>
                </a:solidFill>
                <a:latin typeface="Open Sans"/>
                <a:ea typeface="Open Sans"/>
                <a:cs typeface="Open Sans"/>
                <a:sym typeface="Open Sans"/>
              </a:defRPr>
            </a:lvl6pPr>
            <a:lvl7pPr lvl="6" marR="0" rtl="0" algn="ctr">
              <a:lnSpc>
                <a:spcPct val="100000"/>
              </a:lnSpc>
              <a:spcBef>
                <a:spcPts val="0"/>
              </a:spcBef>
              <a:spcAft>
                <a:spcPts val="0"/>
              </a:spcAft>
              <a:buClr>
                <a:schemeClr val="dk2"/>
              </a:buClr>
              <a:buSzPts val="2100"/>
              <a:buFont typeface="Open Sans"/>
              <a:buNone/>
              <a:defRPr b="0" i="0" sz="2100" u="none" cap="none" strike="noStrike">
                <a:solidFill>
                  <a:schemeClr val="dk2"/>
                </a:solidFill>
                <a:latin typeface="Open Sans"/>
                <a:ea typeface="Open Sans"/>
                <a:cs typeface="Open Sans"/>
                <a:sym typeface="Open Sans"/>
              </a:defRPr>
            </a:lvl7pPr>
            <a:lvl8pPr lvl="7" marR="0" rtl="0" algn="ctr">
              <a:lnSpc>
                <a:spcPct val="100000"/>
              </a:lnSpc>
              <a:spcBef>
                <a:spcPts val="0"/>
              </a:spcBef>
              <a:spcAft>
                <a:spcPts val="0"/>
              </a:spcAft>
              <a:buClr>
                <a:schemeClr val="dk2"/>
              </a:buClr>
              <a:buSzPts val="2100"/>
              <a:buFont typeface="Open Sans"/>
              <a:buNone/>
              <a:defRPr b="0" i="0" sz="2100" u="none" cap="none" strike="noStrike">
                <a:solidFill>
                  <a:schemeClr val="dk2"/>
                </a:solidFill>
                <a:latin typeface="Open Sans"/>
                <a:ea typeface="Open Sans"/>
                <a:cs typeface="Open Sans"/>
                <a:sym typeface="Open Sans"/>
              </a:defRPr>
            </a:lvl8pPr>
            <a:lvl9pPr lvl="8" marR="0" rtl="0" algn="ctr">
              <a:lnSpc>
                <a:spcPct val="100000"/>
              </a:lnSpc>
              <a:spcBef>
                <a:spcPts val="0"/>
              </a:spcBef>
              <a:spcAft>
                <a:spcPts val="0"/>
              </a:spcAft>
              <a:buClr>
                <a:schemeClr val="dk2"/>
              </a:buClr>
              <a:buSzPts val="2100"/>
              <a:buFont typeface="Open Sans"/>
              <a:buNone/>
              <a:defRPr b="0" i="0" sz="2100" u="none" cap="none" strike="noStrike">
                <a:solidFill>
                  <a:schemeClr val="dk2"/>
                </a:solidFill>
                <a:latin typeface="Open Sans"/>
                <a:ea typeface="Open Sans"/>
                <a:cs typeface="Open Sans"/>
                <a:sym typeface="Open Sans"/>
              </a:defRPr>
            </a:lvl9pPr>
          </a:lstStyle>
          <a:p/>
        </p:txBody>
      </p:sp>
      <p:sp>
        <p:nvSpPr>
          <p:cNvPr id="366" name="Google Shape;366;p7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228600" lvl="0" marL="457200" marR="0" rtl="0" algn="l">
              <a:lnSpc>
                <a:spcPct val="115000"/>
              </a:lnSpc>
              <a:spcBef>
                <a:spcPts val="0"/>
              </a:spcBef>
              <a:spcAft>
                <a:spcPts val="0"/>
              </a:spcAft>
              <a:buClr>
                <a:schemeClr val="dk2"/>
              </a:buClr>
              <a:buSzPts val="1800"/>
              <a:buFont typeface="Open Sans"/>
              <a:buNone/>
              <a:defRPr b="0" i="0" sz="1800" u="none" cap="none" strike="noStrike">
                <a:solidFill>
                  <a:schemeClr val="dk2"/>
                </a:solidFill>
                <a:latin typeface="Open Sans"/>
                <a:ea typeface="Open Sans"/>
                <a:cs typeface="Open Sans"/>
                <a:sym typeface="Open Sans"/>
              </a:defRPr>
            </a:lvl1pPr>
            <a:lvl2pPr indent="-228600" lvl="1" marL="9144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2pPr>
            <a:lvl3pPr indent="-228600" lvl="2" marL="13716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3pPr>
            <a:lvl4pPr indent="-228600" lvl="3" marL="18288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4pPr>
            <a:lvl5pPr indent="-228600" lvl="4" marL="22860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5pPr>
            <a:lvl6pPr indent="-228600" lvl="5" marL="27432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6pPr>
            <a:lvl7pPr indent="-228600" lvl="6" marL="32004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7pPr>
            <a:lvl8pPr indent="-228600" lvl="7" marL="36576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8pPr>
            <a:lvl9pPr indent="-228600" lvl="8" marL="4114800" marR="0" rtl="0" algn="l">
              <a:lnSpc>
                <a:spcPct val="115000"/>
              </a:lnSpc>
              <a:spcBef>
                <a:spcPts val="1600"/>
              </a:spcBef>
              <a:spcAft>
                <a:spcPts val="160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9pPr>
          </a:lstStyle>
          <a:p/>
        </p:txBody>
      </p:sp>
      <p:sp>
        <p:nvSpPr>
          <p:cNvPr id="367" name="Google Shape;367;p73"/>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68" name="Shape 368"/>
        <p:cNvGrpSpPr/>
        <p:nvPr/>
      </p:nvGrpSpPr>
      <p:grpSpPr>
        <a:xfrm>
          <a:off x="0" y="0"/>
          <a:ext cx="0" cy="0"/>
          <a:chOff x="0" y="0"/>
          <a:chExt cx="0" cy="0"/>
        </a:xfrm>
      </p:grpSpPr>
      <p:sp>
        <p:nvSpPr>
          <p:cNvPr id="369" name="Google Shape;369;p7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marR="0" rtl="0" algn="l">
              <a:lnSpc>
                <a:spcPct val="100000"/>
              </a:lnSpc>
              <a:spcBef>
                <a:spcPts val="0"/>
              </a:spcBef>
              <a:spcAft>
                <a:spcPts val="0"/>
              </a:spcAft>
              <a:buClr>
                <a:schemeClr val="dk2"/>
              </a:buClr>
              <a:buSzPts val="1800"/>
              <a:buFont typeface="Open Sans"/>
              <a:buNone/>
              <a:defRPr b="0" i="0" sz="1800" u="none" cap="none" strike="noStrike">
                <a:solidFill>
                  <a:schemeClr val="dk2"/>
                </a:solidFill>
                <a:latin typeface="Open Sans"/>
                <a:ea typeface="Open Sans"/>
                <a:cs typeface="Open Sans"/>
                <a:sym typeface="Open Sans"/>
              </a:defRPr>
            </a:lvl1pPr>
            <a:lvl2pPr indent="-228600" lvl="1" marL="914400" marR="0" rtl="0" algn="l">
              <a:lnSpc>
                <a:spcPct val="115000"/>
              </a:lnSpc>
              <a:spcBef>
                <a:spcPts val="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2pPr>
            <a:lvl3pPr indent="-228600" lvl="2" marL="13716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3pPr>
            <a:lvl4pPr indent="-228600" lvl="3" marL="18288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4pPr>
            <a:lvl5pPr indent="-228600" lvl="4" marL="22860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5pPr>
            <a:lvl6pPr indent="-228600" lvl="5" marL="27432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6pPr>
            <a:lvl7pPr indent="-228600" lvl="6" marL="32004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7pPr>
            <a:lvl8pPr indent="-228600" lvl="7" marL="36576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8pPr>
            <a:lvl9pPr indent="-228600" lvl="8" marL="4114800" marR="0" rtl="0" algn="l">
              <a:lnSpc>
                <a:spcPct val="115000"/>
              </a:lnSpc>
              <a:spcBef>
                <a:spcPts val="1600"/>
              </a:spcBef>
              <a:spcAft>
                <a:spcPts val="160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9pPr>
          </a:lstStyle>
          <a:p/>
        </p:txBody>
      </p:sp>
      <p:sp>
        <p:nvSpPr>
          <p:cNvPr id="370" name="Google Shape;370;p74"/>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71" name="Shape 371"/>
        <p:cNvGrpSpPr/>
        <p:nvPr/>
      </p:nvGrpSpPr>
      <p:grpSpPr>
        <a:xfrm>
          <a:off x="0" y="0"/>
          <a:ext cx="0" cy="0"/>
          <a:chOff x="0" y="0"/>
          <a:chExt cx="0" cy="0"/>
        </a:xfrm>
      </p:grpSpPr>
      <p:sp>
        <p:nvSpPr>
          <p:cNvPr id="372" name="Google Shape;372;p75"/>
          <p:cNvSpPr txBox="1"/>
          <p:nvPr>
            <p:ph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C04747"/>
              </a:buClr>
              <a:buSzPts val="12000"/>
              <a:buFont typeface="Open Sans"/>
              <a:buNone/>
              <a:defRPr b="1" i="0" sz="12000" u="none" cap="none" strike="noStrike">
                <a:solidFill>
                  <a:srgbClr val="C04747"/>
                </a:solidFill>
                <a:latin typeface="Open Sans"/>
                <a:ea typeface="Open Sans"/>
                <a:cs typeface="Open Sans"/>
                <a:sym typeface="Open Sans"/>
              </a:defRPr>
            </a:lvl1pPr>
            <a:lvl2pPr lvl="1" rtl="0" algn="ctr">
              <a:spcBef>
                <a:spcPts val="0"/>
              </a:spcBef>
              <a:spcAft>
                <a:spcPts val="0"/>
              </a:spcAft>
              <a:buClr>
                <a:schemeClr val="dk1"/>
              </a:buClr>
              <a:buSzPts val="12000"/>
              <a:buFont typeface="Open Sans"/>
              <a:buNone/>
              <a:defRPr sz="12000">
                <a:solidFill>
                  <a:schemeClr val="dk1"/>
                </a:solidFill>
                <a:latin typeface="Open Sans"/>
                <a:ea typeface="Open Sans"/>
                <a:cs typeface="Open Sans"/>
                <a:sym typeface="Open Sans"/>
              </a:defRPr>
            </a:lvl2pPr>
            <a:lvl3pPr lvl="2" rtl="0" algn="ctr">
              <a:spcBef>
                <a:spcPts val="0"/>
              </a:spcBef>
              <a:spcAft>
                <a:spcPts val="0"/>
              </a:spcAft>
              <a:buClr>
                <a:schemeClr val="dk1"/>
              </a:buClr>
              <a:buSzPts val="12000"/>
              <a:buFont typeface="Open Sans"/>
              <a:buNone/>
              <a:defRPr sz="12000">
                <a:solidFill>
                  <a:schemeClr val="dk1"/>
                </a:solidFill>
                <a:latin typeface="Open Sans"/>
                <a:ea typeface="Open Sans"/>
                <a:cs typeface="Open Sans"/>
                <a:sym typeface="Open Sans"/>
              </a:defRPr>
            </a:lvl3pPr>
            <a:lvl4pPr lvl="3" rtl="0" algn="ctr">
              <a:spcBef>
                <a:spcPts val="0"/>
              </a:spcBef>
              <a:spcAft>
                <a:spcPts val="0"/>
              </a:spcAft>
              <a:buClr>
                <a:schemeClr val="dk1"/>
              </a:buClr>
              <a:buSzPts val="12000"/>
              <a:buFont typeface="Open Sans"/>
              <a:buNone/>
              <a:defRPr sz="12000">
                <a:solidFill>
                  <a:schemeClr val="dk1"/>
                </a:solidFill>
                <a:latin typeface="Open Sans"/>
                <a:ea typeface="Open Sans"/>
                <a:cs typeface="Open Sans"/>
                <a:sym typeface="Open Sans"/>
              </a:defRPr>
            </a:lvl4pPr>
            <a:lvl5pPr lvl="4" rtl="0" algn="ctr">
              <a:spcBef>
                <a:spcPts val="0"/>
              </a:spcBef>
              <a:spcAft>
                <a:spcPts val="0"/>
              </a:spcAft>
              <a:buClr>
                <a:schemeClr val="dk1"/>
              </a:buClr>
              <a:buSzPts val="12000"/>
              <a:buFont typeface="Open Sans"/>
              <a:buNone/>
              <a:defRPr sz="12000">
                <a:solidFill>
                  <a:schemeClr val="dk1"/>
                </a:solidFill>
                <a:latin typeface="Open Sans"/>
                <a:ea typeface="Open Sans"/>
                <a:cs typeface="Open Sans"/>
                <a:sym typeface="Open Sans"/>
              </a:defRPr>
            </a:lvl5pPr>
            <a:lvl6pPr lvl="5" rtl="0" algn="ctr">
              <a:spcBef>
                <a:spcPts val="0"/>
              </a:spcBef>
              <a:spcAft>
                <a:spcPts val="0"/>
              </a:spcAft>
              <a:buClr>
                <a:schemeClr val="dk1"/>
              </a:buClr>
              <a:buSzPts val="12000"/>
              <a:buFont typeface="Open Sans"/>
              <a:buNone/>
              <a:defRPr sz="12000">
                <a:solidFill>
                  <a:schemeClr val="dk1"/>
                </a:solidFill>
                <a:latin typeface="Open Sans"/>
                <a:ea typeface="Open Sans"/>
                <a:cs typeface="Open Sans"/>
                <a:sym typeface="Open Sans"/>
              </a:defRPr>
            </a:lvl6pPr>
            <a:lvl7pPr lvl="6" rtl="0" algn="ctr">
              <a:spcBef>
                <a:spcPts val="0"/>
              </a:spcBef>
              <a:spcAft>
                <a:spcPts val="0"/>
              </a:spcAft>
              <a:buClr>
                <a:schemeClr val="dk1"/>
              </a:buClr>
              <a:buSzPts val="12000"/>
              <a:buFont typeface="Open Sans"/>
              <a:buNone/>
              <a:defRPr sz="12000">
                <a:solidFill>
                  <a:schemeClr val="dk1"/>
                </a:solidFill>
                <a:latin typeface="Open Sans"/>
                <a:ea typeface="Open Sans"/>
                <a:cs typeface="Open Sans"/>
                <a:sym typeface="Open Sans"/>
              </a:defRPr>
            </a:lvl7pPr>
            <a:lvl8pPr lvl="7" rtl="0" algn="ctr">
              <a:spcBef>
                <a:spcPts val="0"/>
              </a:spcBef>
              <a:spcAft>
                <a:spcPts val="0"/>
              </a:spcAft>
              <a:buClr>
                <a:schemeClr val="dk1"/>
              </a:buClr>
              <a:buSzPts val="12000"/>
              <a:buFont typeface="Open Sans"/>
              <a:buNone/>
              <a:defRPr sz="12000">
                <a:solidFill>
                  <a:schemeClr val="dk1"/>
                </a:solidFill>
                <a:latin typeface="Open Sans"/>
                <a:ea typeface="Open Sans"/>
                <a:cs typeface="Open Sans"/>
                <a:sym typeface="Open Sans"/>
              </a:defRPr>
            </a:lvl8pPr>
            <a:lvl9pPr lvl="8" rtl="0" algn="ctr">
              <a:spcBef>
                <a:spcPts val="0"/>
              </a:spcBef>
              <a:spcAft>
                <a:spcPts val="0"/>
              </a:spcAft>
              <a:buClr>
                <a:schemeClr val="dk1"/>
              </a:buClr>
              <a:buSzPts val="12000"/>
              <a:buFont typeface="Open Sans"/>
              <a:buNone/>
              <a:defRPr sz="12000">
                <a:solidFill>
                  <a:schemeClr val="dk1"/>
                </a:solidFill>
                <a:latin typeface="Open Sans"/>
                <a:ea typeface="Open Sans"/>
                <a:cs typeface="Open Sans"/>
                <a:sym typeface="Open Sans"/>
              </a:defRPr>
            </a:lvl9pPr>
          </a:lstStyle>
          <a:p/>
        </p:txBody>
      </p:sp>
      <p:sp>
        <p:nvSpPr>
          <p:cNvPr id="373" name="Google Shape;373;p7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228600" lvl="0" marL="457200" marR="0" rtl="0" algn="ctr">
              <a:lnSpc>
                <a:spcPct val="115000"/>
              </a:lnSpc>
              <a:spcBef>
                <a:spcPts val="0"/>
              </a:spcBef>
              <a:spcAft>
                <a:spcPts val="0"/>
              </a:spcAft>
              <a:buClr>
                <a:schemeClr val="dk2"/>
              </a:buClr>
              <a:buSzPts val="1800"/>
              <a:buFont typeface="Open Sans"/>
              <a:buNone/>
              <a:defRPr b="0" i="0" sz="1800" u="none" cap="none" strike="noStrike">
                <a:solidFill>
                  <a:schemeClr val="dk2"/>
                </a:solidFill>
                <a:latin typeface="Open Sans"/>
                <a:ea typeface="Open Sans"/>
                <a:cs typeface="Open Sans"/>
                <a:sym typeface="Open Sans"/>
              </a:defRPr>
            </a:lvl1pPr>
            <a:lvl2pPr indent="-228600" lvl="1" marL="914400" marR="0" rtl="0" algn="ctr">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2pPr>
            <a:lvl3pPr indent="-228600" lvl="2" marL="1371600" marR="0" rtl="0" algn="ctr">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3pPr>
            <a:lvl4pPr indent="-228600" lvl="3" marL="1828800" marR="0" rtl="0" algn="ctr">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4pPr>
            <a:lvl5pPr indent="-228600" lvl="4" marL="2286000" marR="0" rtl="0" algn="ctr">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5pPr>
            <a:lvl6pPr indent="-228600" lvl="5" marL="2743200" marR="0" rtl="0" algn="ctr">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6pPr>
            <a:lvl7pPr indent="-228600" lvl="6" marL="3200400" marR="0" rtl="0" algn="ctr">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7pPr>
            <a:lvl8pPr indent="-228600" lvl="7" marL="3657600" marR="0" rtl="0" algn="ctr">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8pPr>
            <a:lvl9pPr indent="-228600" lvl="8" marL="4114800" marR="0" rtl="0" algn="ctr">
              <a:lnSpc>
                <a:spcPct val="115000"/>
              </a:lnSpc>
              <a:spcBef>
                <a:spcPts val="1600"/>
              </a:spcBef>
              <a:spcAft>
                <a:spcPts val="160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9pPr>
          </a:lstStyle>
          <a:p/>
        </p:txBody>
      </p:sp>
      <p:sp>
        <p:nvSpPr>
          <p:cNvPr id="374" name="Google Shape;374;p75"/>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75" name="Shape 375"/>
        <p:cNvGrpSpPr/>
        <p:nvPr/>
      </p:nvGrpSpPr>
      <p:grpSpPr>
        <a:xfrm>
          <a:off x="0" y="0"/>
          <a:ext cx="0" cy="0"/>
          <a:chOff x="0" y="0"/>
          <a:chExt cx="0" cy="0"/>
        </a:xfrm>
      </p:grpSpPr>
      <p:sp>
        <p:nvSpPr>
          <p:cNvPr id="376" name="Google Shape;376;p76"/>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l">
  <p:cSld name="final">
    <p:bg>
      <p:bgPr>
        <a:noFill/>
      </p:bgPr>
    </p:bg>
    <p:spTree>
      <p:nvGrpSpPr>
        <p:cNvPr id="377" name="Shape 377"/>
        <p:cNvGrpSpPr/>
        <p:nvPr/>
      </p:nvGrpSpPr>
      <p:grpSpPr>
        <a:xfrm>
          <a:off x="0" y="0"/>
          <a:ext cx="0" cy="0"/>
          <a:chOff x="0" y="0"/>
          <a:chExt cx="0" cy="0"/>
        </a:xfrm>
      </p:grpSpPr>
      <p:sp>
        <p:nvSpPr>
          <p:cNvPr id="378" name="Google Shape;378;p77"/>
          <p:cNvSpPr txBox="1"/>
          <p:nvPr>
            <p:ph idx="1" type="body"/>
          </p:nvPr>
        </p:nvSpPr>
        <p:spPr>
          <a:xfrm>
            <a:off x="3065700" y="1081800"/>
            <a:ext cx="5594400" cy="2979900"/>
          </a:xfrm>
          <a:prstGeom prst="rect">
            <a:avLst/>
          </a:prstGeom>
          <a:noFill/>
          <a:ln>
            <a:noFill/>
          </a:ln>
        </p:spPr>
        <p:txBody>
          <a:bodyPr anchorCtr="0" anchor="ctr" bIns="91425" lIns="91425" spcFirstLastPara="1" rIns="91425" wrap="square" tIns="91425">
            <a:noAutofit/>
          </a:bodyPr>
          <a:lstStyle>
            <a:lvl1pPr indent="-228600" lvl="0" marL="457200" marR="0" rtl="0" algn="l">
              <a:lnSpc>
                <a:spcPct val="115000"/>
              </a:lnSpc>
              <a:spcBef>
                <a:spcPts val="0"/>
              </a:spcBef>
              <a:spcAft>
                <a:spcPts val="0"/>
              </a:spcAft>
              <a:buClr>
                <a:srgbClr val="666666"/>
              </a:buClr>
              <a:buSzPts val="1200"/>
              <a:buFont typeface="Open Sans"/>
              <a:buNone/>
              <a:defRPr b="0" i="0" sz="1200" u="none" cap="none" strike="noStrike">
                <a:solidFill>
                  <a:srgbClr val="666666"/>
                </a:solidFill>
                <a:latin typeface="Open Sans"/>
                <a:ea typeface="Open Sans"/>
                <a:cs typeface="Open Sans"/>
                <a:sym typeface="Open Sans"/>
              </a:defRPr>
            </a:lvl1pPr>
            <a:lvl2pPr indent="-228600" lvl="1" marL="914400" marR="0" rtl="0" algn="l">
              <a:lnSpc>
                <a:spcPct val="115000"/>
              </a:lnSpc>
              <a:spcBef>
                <a:spcPts val="1600"/>
              </a:spcBef>
              <a:spcAft>
                <a:spcPts val="0"/>
              </a:spcAft>
              <a:buClr>
                <a:srgbClr val="666666"/>
              </a:buClr>
              <a:buSzPts val="1200"/>
              <a:buFont typeface="Open Sans"/>
              <a:buNone/>
              <a:defRPr b="0" i="0" sz="1200" u="none" cap="none" strike="noStrike">
                <a:solidFill>
                  <a:srgbClr val="666666"/>
                </a:solidFill>
                <a:latin typeface="Open Sans"/>
                <a:ea typeface="Open Sans"/>
                <a:cs typeface="Open Sans"/>
                <a:sym typeface="Open Sans"/>
              </a:defRPr>
            </a:lvl2pPr>
            <a:lvl3pPr indent="-228600" lvl="2" marL="1371600" marR="0" rtl="0" algn="l">
              <a:lnSpc>
                <a:spcPct val="115000"/>
              </a:lnSpc>
              <a:spcBef>
                <a:spcPts val="1600"/>
              </a:spcBef>
              <a:spcAft>
                <a:spcPts val="0"/>
              </a:spcAft>
              <a:buClr>
                <a:srgbClr val="666666"/>
              </a:buClr>
              <a:buSzPts val="1200"/>
              <a:buFont typeface="Open Sans"/>
              <a:buNone/>
              <a:defRPr b="0" i="0" sz="1200" u="none" cap="none" strike="noStrike">
                <a:solidFill>
                  <a:srgbClr val="666666"/>
                </a:solidFill>
                <a:latin typeface="Open Sans"/>
                <a:ea typeface="Open Sans"/>
                <a:cs typeface="Open Sans"/>
                <a:sym typeface="Open Sans"/>
              </a:defRPr>
            </a:lvl3pPr>
            <a:lvl4pPr indent="-228600" lvl="3" marL="1828800" marR="0" rtl="0" algn="l">
              <a:lnSpc>
                <a:spcPct val="115000"/>
              </a:lnSpc>
              <a:spcBef>
                <a:spcPts val="1600"/>
              </a:spcBef>
              <a:spcAft>
                <a:spcPts val="0"/>
              </a:spcAft>
              <a:buClr>
                <a:srgbClr val="666666"/>
              </a:buClr>
              <a:buSzPts val="1200"/>
              <a:buFont typeface="Open Sans"/>
              <a:buNone/>
              <a:defRPr b="0" i="0" sz="1200" u="none" cap="none" strike="noStrike">
                <a:solidFill>
                  <a:srgbClr val="666666"/>
                </a:solidFill>
                <a:latin typeface="Open Sans"/>
                <a:ea typeface="Open Sans"/>
                <a:cs typeface="Open Sans"/>
                <a:sym typeface="Open Sans"/>
              </a:defRPr>
            </a:lvl4pPr>
            <a:lvl5pPr indent="-228600" lvl="4" marL="2286000" marR="0" rtl="0" algn="l">
              <a:lnSpc>
                <a:spcPct val="115000"/>
              </a:lnSpc>
              <a:spcBef>
                <a:spcPts val="1600"/>
              </a:spcBef>
              <a:spcAft>
                <a:spcPts val="0"/>
              </a:spcAft>
              <a:buClr>
                <a:srgbClr val="666666"/>
              </a:buClr>
              <a:buSzPts val="1200"/>
              <a:buFont typeface="Open Sans"/>
              <a:buNone/>
              <a:defRPr b="0" i="0" sz="1200" u="none" cap="none" strike="noStrike">
                <a:solidFill>
                  <a:srgbClr val="666666"/>
                </a:solidFill>
                <a:latin typeface="Open Sans"/>
                <a:ea typeface="Open Sans"/>
                <a:cs typeface="Open Sans"/>
                <a:sym typeface="Open Sans"/>
              </a:defRPr>
            </a:lvl5pPr>
            <a:lvl6pPr indent="-228600" lvl="5" marL="2743200" marR="0" rtl="0" algn="l">
              <a:lnSpc>
                <a:spcPct val="115000"/>
              </a:lnSpc>
              <a:spcBef>
                <a:spcPts val="1600"/>
              </a:spcBef>
              <a:spcAft>
                <a:spcPts val="0"/>
              </a:spcAft>
              <a:buClr>
                <a:srgbClr val="666666"/>
              </a:buClr>
              <a:buSzPts val="1200"/>
              <a:buFont typeface="Open Sans"/>
              <a:buNone/>
              <a:defRPr b="0" i="0" sz="1200" u="none" cap="none" strike="noStrike">
                <a:solidFill>
                  <a:srgbClr val="666666"/>
                </a:solidFill>
                <a:latin typeface="Open Sans"/>
                <a:ea typeface="Open Sans"/>
                <a:cs typeface="Open Sans"/>
                <a:sym typeface="Open Sans"/>
              </a:defRPr>
            </a:lvl6pPr>
            <a:lvl7pPr indent="-228600" lvl="6" marL="3200400" marR="0" rtl="0" algn="l">
              <a:lnSpc>
                <a:spcPct val="115000"/>
              </a:lnSpc>
              <a:spcBef>
                <a:spcPts val="1600"/>
              </a:spcBef>
              <a:spcAft>
                <a:spcPts val="0"/>
              </a:spcAft>
              <a:buClr>
                <a:srgbClr val="666666"/>
              </a:buClr>
              <a:buSzPts val="1200"/>
              <a:buFont typeface="Open Sans"/>
              <a:buNone/>
              <a:defRPr b="0" i="0" sz="1200" u="none" cap="none" strike="noStrike">
                <a:solidFill>
                  <a:srgbClr val="666666"/>
                </a:solidFill>
                <a:latin typeface="Open Sans"/>
                <a:ea typeface="Open Sans"/>
                <a:cs typeface="Open Sans"/>
                <a:sym typeface="Open Sans"/>
              </a:defRPr>
            </a:lvl7pPr>
            <a:lvl8pPr indent="-228600" lvl="7" marL="3657600" marR="0" rtl="0" algn="l">
              <a:lnSpc>
                <a:spcPct val="115000"/>
              </a:lnSpc>
              <a:spcBef>
                <a:spcPts val="1600"/>
              </a:spcBef>
              <a:spcAft>
                <a:spcPts val="0"/>
              </a:spcAft>
              <a:buClr>
                <a:srgbClr val="666666"/>
              </a:buClr>
              <a:buSzPts val="1200"/>
              <a:buFont typeface="Open Sans"/>
              <a:buNone/>
              <a:defRPr b="0" i="0" sz="1200" u="none" cap="none" strike="noStrike">
                <a:solidFill>
                  <a:srgbClr val="666666"/>
                </a:solidFill>
                <a:latin typeface="Open Sans"/>
                <a:ea typeface="Open Sans"/>
                <a:cs typeface="Open Sans"/>
                <a:sym typeface="Open Sans"/>
              </a:defRPr>
            </a:lvl8pPr>
            <a:lvl9pPr indent="-228600" lvl="8" marL="4114800" marR="0" rtl="0" algn="l">
              <a:lnSpc>
                <a:spcPct val="115000"/>
              </a:lnSpc>
              <a:spcBef>
                <a:spcPts val="1600"/>
              </a:spcBef>
              <a:spcAft>
                <a:spcPts val="1600"/>
              </a:spcAft>
              <a:buClr>
                <a:srgbClr val="666666"/>
              </a:buClr>
              <a:buSzPts val="1200"/>
              <a:buFont typeface="Open Sans"/>
              <a:buNone/>
              <a:defRPr b="0" i="0" sz="1200" u="none" cap="none" strike="noStrike">
                <a:solidFill>
                  <a:srgbClr val="666666"/>
                </a:solidFill>
                <a:latin typeface="Open Sans"/>
                <a:ea typeface="Open Sans"/>
                <a:cs typeface="Open Sans"/>
                <a:sym typeface="Open Sans"/>
              </a:defRPr>
            </a:lvl9pPr>
          </a:lstStyle>
          <a:p/>
        </p:txBody>
      </p:sp>
      <p:sp>
        <p:nvSpPr>
          <p:cNvPr id="379" name="Google Shape;379;p77"/>
          <p:cNvSpPr/>
          <p:nvPr/>
        </p:nvSpPr>
        <p:spPr>
          <a:xfrm>
            <a:off x="-34575" y="4796719"/>
            <a:ext cx="9221700" cy="381300"/>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3F3F3"/>
              </a:solidFill>
              <a:latin typeface="Arial"/>
              <a:ea typeface="Arial"/>
              <a:cs typeface="Arial"/>
              <a:sym typeface="Arial"/>
            </a:endParaRPr>
          </a:p>
        </p:txBody>
      </p:sp>
      <p:sp>
        <p:nvSpPr>
          <p:cNvPr id="380" name="Google Shape;380;p77"/>
          <p:cNvSpPr txBox="1"/>
          <p:nvPr/>
        </p:nvSpPr>
        <p:spPr>
          <a:xfrm>
            <a:off x="224700" y="4814010"/>
            <a:ext cx="8435400" cy="267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999999"/>
              </a:buClr>
              <a:buSzPts val="250"/>
              <a:buFont typeface="Open Sans"/>
              <a:buNone/>
            </a:pPr>
            <a:r>
              <a:rPr b="0" i="1" lang="pt-BR" sz="1000" u="none" cap="none" strike="noStrike">
                <a:solidFill>
                  <a:srgbClr val="999999"/>
                </a:solidFill>
                <a:latin typeface="Open Sans"/>
                <a:ea typeface="Open Sans"/>
                <a:cs typeface="Open Sans"/>
                <a:sym typeface="Open Sans"/>
              </a:rPr>
              <a:t>Página tutorial, lembre-se de apagar antes de enviar a proposta para o cliente ;)</a:t>
            </a:r>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387" name="Shape 387"/>
        <p:cNvGrpSpPr/>
        <p:nvPr/>
      </p:nvGrpSpPr>
      <p:grpSpPr>
        <a:xfrm>
          <a:off x="0" y="0"/>
          <a:ext cx="0" cy="0"/>
          <a:chOff x="0" y="0"/>
          <a:chExt cx="0" cy="0"/>
        </a:xfrm>
      </p:grpSpPr>
      <p:sp>
        <p:nvSpPr>
          <p:cNvPr id="388" name="Google Shape;388;p79"/>
          <p:cNvSpPr txBox="1"/>
          <p:nvPr>
            <p:ph type="title"/>
          </p:nvPr>
        </p:nvSpPr>
        <p:spPr>
          <a:xfrm>
            <a:off x="628650" y="273843"/>
            <a:ext cx="7886700" cy="994200"/>
          </a:xfrm>
          <a:prstGeom prst="rect">
            <a:avLst/>
          </a:prstGeom>
          <a:noFill/>
          <a:ln>
            <a:noFill/>
          </a:ln>
        </p:spPr>
        <p:txBody>
          <a:bodyPr anchorCtr="0" anchor="ctr" bIns="68575" lIns="68575" spcFirstLastPara="1" rIns="68575" wrap="square" tIns="68575">
            <a:noAutofit/>
          </a:bodyPr>
          <a:lstStyle>
            <a:lvl1pPr lvl="0" marR="0" rtl="0" algn="l">
              <a:lnSpc>
                <a:spcPct val="90000"/>
              </a:lnSpc>
              <a:spcBef>
                <a:spcPts val="0"/>
              </a:spcBef>
              <a:spcAft>
                <a:spcPts val="0"/>
              </a:spcAft>
              <a:buClr>
                <a:schemeClr val="dk1"/>
              </a:buClr>
              <a:buSzPts val="11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100"/>
              <a:buFont typeface="Arial"/>
              <a:buNone/>
              <a:defRPr sz="1400"/>
            </a:lvl2pPr>
            <a:lvl3pPr lvl="2" rtl="0">
              <a:spcBef>
                <a:spcPts val="0"/>
              </a:spcBef>
              <a:spcAft>
                <a:spcPts val="0"/>
              </a:spcAft>
              <a:buSzPts val="1100"/>
              <a:buFont typeface="Arial"/>
              <a:buNone/>
              <a:defRPr sz="1400"/>
            </a:lvl3pPr>
            <a:lvl4pPr lvl="3" rtl="0">
              <a:spcBef>
                <a:spcPts val="0"/>
              </a:spcBef>
              <a:spcAft>
                <a:spcPts val="0"/>
              </a:spcAft>
              <a:buSzPts val="1100"/>
              <a:buFont typeface="Arial"/>
              <a:buNone/>
              <a:defRPr sz="1400"/>
            </a:lvl4pPr>
            <a:lvl5pPr lvl="4" rtl="0">
              <a:spcBef>
                <a:spcPts val="0"/>
              </a:spcBef>
              <a:spcAft>
                <a:spcPts val="0"/>
              </a:spcAft>
              <a:buSzPts val="1100"/>
              <a:buFont typeface="Arial"/>
              <a:buNone/>
              <a:defRPr sz="1400"/>
            </a:lvl5pPr>
            <a:lvl6pPr lvl="5" rtl="0">
              <a:spcBef>
                <a:spcPts val="0"/>
              </a:spcBef>
              <a:spcAft>
                <a:spcPts val="0"/>
              </a:spcAft>
              <a:buSzPts val="1100"/>
              <a:buFont typeface="Arial"/>
              <a:buNone/>
              <a:defRPr sz="1400"/>
            </a:lvl6pPr>
            <a:lvl7pPr lvl="6" rtl="0">
              <a:spcBef>
                <a:spcPts val="0"/>
              </a:spcBef>
              <a:spcAft>
                <a:spcPts val="0"/>
              </a:spcAft>
              <a:buSzPts val="1100"/>
              <a:buFont typeface="Arial"/>
              <a:buNone/>
              <a:defRPr sz="1400"/>
            </a:lvl7pPr>
            <a:lvl8pPr lvl="7" rtl="0">
              <a:spcBef>
                <a:spcPts val="0"/>
              </a:spcBef>
              <a:spcAft>
                <a:spcPts val="0"/>
              </a:spcAft>
              <a:buSzPts val="1100"/>
              <a:buFont typeface="Arial"/>
              <a:buNone/>
              <a:defRPr sz="1400"/>
            </a:lvl8pPr>
            <a:lvl9pPr lvl="8" rtl="0">
              <a:spcBef>
                <a:spcPts val="0"/>
              </a:spcBef>
              <a:spcAft>
                <a:spcPts val="0"/>
              </a:spcAft>
              <a:buSzPts val="1100"/>
              <a:buFont typeface="Arial"/>
              <a:buNone/>
              <a:defRPr sz="1400"/>
            </a:lvl9pPr>
          </a:lstStyle>
          <a:p/>
        </p:txBody>
      </p:sp>
      <p:sp>
        <p:nvSpPr>
          <p:cNvPr id="389" name="Google Shape;389;p79"/>
          <p:cNvSpPr txBox="1"/>
          <p:nvPr>
            <p:ph idx="1" type="body"/>
          </p:nvPr>
        </p:nvSpPr>
        <p:spPr>
          <a:xfrm>
            <a:off x="628650" y="1369218"/>
            <a:ext cx="7886700" cy="3263400"/>
          </a:xfrm>
          <a:prstGeom prst="rect">
            <a:avLst/>
          </a:prstGeom>
          <a:noFill/>
          <a:ln>
            <a:noFill/>
          </a:ln>
        </p:spPr>
        <p:txBody>
          <a:bodyPr anchorCtr="0" anchor="t" bIns="68575" lIns="68575" spcFirstLastPara="1" rIns="68575" wrap="square" tIns="68575">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390" name="Google Shape;390;p79"/>
          <p:cNvSpPr txBox="1"/>
          <p:nvPr>
            <p:ph idx="10" type="dt"/>
          </p:nvPr>
        </p:nvSpPr>
        <p:spPr>
          <a:xfrm>
            <a:off x="628650" y="4767262"/>
            <a:ext cx="2057400" cy="273900"/>
          </a:xfrm>
          <a:prstGeom prst="rect">
            <a:avLst/>
          </a:prstGeom>
          <a:noFill/>
          <a:ln>
            <a:noFill/>
          </a:ln>
        </p:spPr>
        <p:txBody>
          <a:bodyPr anchorCtr="0" anchor="ctr" bIns="68575" lIns="68575" spcFirstLastPara="1" rIns="68575" wrap="square" tIns="68575">
            <a:noAutofit/>
          </a:bodyPr>
          <a:lstStyle>
            <a:lvl1pPr lvl="0" marR="0" rtl="0" algn="l">
              <a:lnSpc>
                <a:spcPct val="100000"/>
              </a:lnSpc>
              <a:spcBef>
                <a:spcPts val="0"/>
              </a:spcBef>
              <a:spcAft>
                <a:spcPts val="0"/>
              </a:spcAft>
              <a:buClr>
                <a:srgbClr val="888888"/>
              </a:buClr>
              <a:buSzPts val="1100"/>
              <a:buFont typeface="Calibri"/>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391" name="Google Shape;391;p79"/>
          <p:cNvSpPr txBox="1"/>
          <p:nvPr>
            <p:ph idx="11" type="ftr"/>
          </p:nvPr>
        </p:nvSpPr>
        <p:spPr>
          <a:xfrm>
            <a:off x="3028950" y="4767262"/>
            <a:ext cx="3086100" cy="273900"/>
          </a:xfrm>
          <a:prstGeom prst="rect">
            <a:avLst/>
          </a:prstGeom>
          <a:noFill/>
          <a:ln>
            <a:noFill/>
          </a:ln>
        </p:spPr>
        <p:txBody>
          <a:bodyPr anchorCtr="0" anchor="ctr" bIns="68575" lIns="68575" spcFirstLastPara="1" rIns="68575" wrap="square" tIns="68575">
            <a:noAutofit/>
          </a:bodyPr>
          <a:lstStyle>
            <a:lvl1pPr lvl="0" marR="0" rtl="0" algn="ctr">
              <a:lnSpc>
                <a:spcPct val="100000"/>
              </a:lnSpc>
              <a:spcBef>
                <a:spcPts val="0"/>
              </a:spcBef>
              <a:spcAft>
                <a:spcPts val="0"/>
              </a:spcAft>
              <a:buClr>
                <a:srgbClr val="888888"/>
              </a:buClr>
              <a:buSzPts val="1100"/>
              <a:buFont typeface="Calibri"/>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392" name="Google Shape;392;p79"/>
          <p:cNvSpPr txBox="1"/>
          <p:nvPr>
            <p:ph idx="12" type="sldNum"/>
          </p:nvPr>
        </p:nvSpPr>
        <p:spPr>
          <a:xfrm>
            <a:off x="6457950" y="4767262"/>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393" name="Shape 393"/>
        <p:cNvGrpSpPr/>
        <p:nvPr/>
      </p:nvGrpSpPr>
      <p:grpSpPr>
        <a:xfrm>
          <a:off x="0" y="0"/>
          <a:ext cx="0" cy="0"/>
          <a:chOff x="0" y="0"/>
          <a:chExt cx="0" cy="0"/>
        </a:xfrm>
      </p:grpSpPr>
      <p:sp>
        <p:nvSpPr>
          <p:cNvPr id="394" name="Google Shape;394;p80"/>
          <p:cNvSpPr txBox="1"/>
          <p:nvPr>
            <p:ph idx="10" type="dt"/>
          </p:nvPr>
        </p:nvSpPr>
        <p:spPr>
          <a:xfrm>
            <a:off x="628650" y="4767262"/>
            <a:ext cx="2057400" cy="273900"/>
          </a:xfrm>
          <a:prstGeom prst="rect">
            <a:avLst/>
          </a:prstGeom>
          <a:noFill/>
          <a:ln>
            <a:noFill/>
          </a:ln>
        </p:spPr>
        <p:txBody>
          <a:bodyPr anchorCtr="0" anchor="ctr" bIns="68575" lIns="68575" spcFirstLastPara="1" rIns="68575" wrap="square" tIns="68575">
            <a:noAutofit/>
          </a:bodyPr>
          <a:lstStyle>
            <a:lvl1pPr lvl="0" marR="0" rtl="0" algn="l">
              <a:lnSpc>
                <a:spcPct val="100000"/>
              </a:lnSpc>
              <a:spcBef>
                <a:spcPts val="0"/>
              </a:spcBef>
              <a:spcAft>
                <a:spcPts val="0"/>
              </a:spcAft>
              <a:buClr>
                <a:srgbClr val="888888"/>
              </a:buClr>
              <a:buSzPts val="1100"/>
              <a:buFont typeface="Calibri"/>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395" name="Google Shape;395;p80"/>
          <p:cNvSpPr txBox="1"/>
          <p:nvPr>
            <p:ph idx="11" type="ftr"/>
          </p:nvPr>
        </p:nvSpPr>
        <p:spPr>
          <a:xfrm>
            <a:off x="3028950" y="4767262"/>
            <a:ext cx="3086100" cy="273900"/>
          </a:xfrm>
          <a:prstGeom prst="rect">
            <a:avLst/>
          </a:prstGeom>
          <a:noFill/>
          <a:ln>
            <a:noFill/>
          </a:ln>
        </p:spPr>
        <p:txBody>
          <a:bodyPr anchorCtr="0" anchor="ctr" bIns="68575" lIns="68575" spcFirstLastPara="1" rIns="68575" wrap="square" tIns="68575">
            <a:noAutofit/>
          </a:bodyPr>
          <a:lstStyle>
            <a:lvl1pPr lvl="0" marR="0" rtl="0" algn="ctr">
              <a:lnSpc>
                <a:spcPct val="100000"/>
              </a:lnSpc>
              <a:spcBef>
                <a:spcPts val="0"/>
              </a:spcBef>
              <a:spcAft>
                <a:spcPts val="0"/>
              </a:spcAft>
              <a:buClr>
                <a:srgbClr val="888888"/>
              </a:buClr>
              <a:buSzPts val="1100"/>
              <a:buFont typeface="Calibri"/>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396" name="Google Shape;396;p80"/>
          <p:cNvSpPr txBox="1"/>
          <p:nvPr>
            <p:ph idx="12" type="sldNum"/>
          </p:nvPr>
        </p:nvSpPr>
        <p:spPr>
          <a:xfrm>
            <a:off x="6457950" y="4767262"/>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type="title">
  <p:cSld name="TITLE">
    <p:spTree>
      <p:nvGrpSpPr>
        <p:cNvPr id="397" name="Shape 397"/>
        <p:cNvGrpSpPr/>
        <p:nvPr/>
      </p:nvGrpSpPr>
      <p:grpSpPr>
        <a:xfrm>
          <a:off x="0" y="0"/>
          <a:ext cx="0" cy="0"/>
          <a:chOff x="0" y="0"/>
          <a:chExt cx="0" cy="0"/>
        </a:xfrm>
      </p:grpSpPr>
      <p:sp>
        <p:nvSpPr>
          <p:cNvPr id="398" name="Google Shape;398;p81"/>
          <p:cNvSpPr txBox="1"/>
          <p:nvPr>
            <p:ph type="ctrTitle"/>
          </p:nvPr>
        </p:nvSpPr>
        <p:spPr>
          <a:xfrm>
            <a:off x="1143000" y="841772"/>
            <a:ext cx="6858000" cy="1790700"/>
          </a:xfrm>
          <a:prstGeom prst="rect">
            <a:avLst/>
          </a:prstGeom>
          <a:noFill/>
          <a:ln>
            <a:noFill/>
          </a:ln>
        </p:spPr>
        <p:txBody>
          <a:bodyPr anchorCtr="0" anchor="b" bIns="68575" lIns="68575" spcFirstLastPara="1" rIns="68575" wrap="square" tIns="68575">
            <a:noAutofit/>
          </a:bodyPr>
          <a:lstStyle>
            <a:lvl1pPr lvl="0" marR="0" rtl="0" algn="ctr">
              <a:lnSpc>
                <a:spcPct val="90000"/>
              </a:lnSpc>
              <a:spcBef>
                <a:spcPts val="0"/>
              </a:spcBef>
              <a:spcAft>
                <a:spcPts val="0"/>
              </a:spcAft>
              <a:buClr>
                <a:schemeClr val="dk1"/>
              </a:buClr>
              <a:buSzPts val="1500"/>
              <a:buFont typeface="Calibri"/>
              <a:buNone/>
              <a:defRPr b="0" i="0" sz="4500" u="none" cap="none" strike="noStrike">
                <a:solidFill>
                  <a:schemeClr val="dk1"/>
                </a:solidFill>
                <a:latin typeface="Calibri"/>
                <a:ea typeface="Calibri"/>
                <a:cs typeface="Calibri"/>
                <a:sym typeface="Calibri"/>
              </a:defRPr>
            </a:lvl1pPr>
            <a:lvl2pPr lvl="1" rtl="0">
              <a:spcBef>
                <a:spcPts val="0"/>
              </a:spcBef>
              <a:spcAft>
                <a:spcPts val="0"/>
              </a:spcAft>
              <a:buSzPts val="1100"/>
              <a:buFont typeface="Arial"/>
              <a:buNone/>
              <a:defRPr sz="1400"/>
            </a:lvl2pPr>
            <a:lvl3pPr lvl="2" rtl="0">
              <a:spcBef>
                <a:spcPts val="0"/>
              </a:spcBef>
              <a:spcAft>
                <a:spcPts val="0"/>
              </a:spcAft>
              <a:buSzPts val="1100"/>
              <a:buFont typeface="Arial"/>
              <a:buNone/>
              <a:defRPr sz="1400"/>
            </a:lvl3pPr>
            <a:lvl4pPr lvl="3" rtl="0">
              <a:spcBef>
                <a:spcPts val="0"/>
              </a:spcBef>
              <a:spcAft>
                <a:spcPts val="0"/>
              </a:spcAft>
              <a:buSzPts val="1100"/>
              <a:buFont typeface="Arial"/>
              <a:buNone/>
              <a:defRPr sz="1400"/>
            </a:lvl4pPr>
            <a:lvl5pPr lvl="4" rtl="0">
              <a:spcBef>
                <a:spcPts val="0"/>
              </a:spcBef>
              <a:spcAft>
                <a:spcPts val="0"/>
              </a:spcAft>
              <a:buSzPts val="1100"/>
              <a:buFont typeface="Arial"/>
              <a:buNone/>
              <a:defRPr sz="1400"/>
            </a:lvl5pPr>
            <a:lvl6pPr lvl="5" rtl="0">
              <a:spcBef>
                <a:spcPts val="0"/>
              </a:spcBef>
              <a:spcAft>
                <a:spcPts val="0"/>
              </a:spcAft>
              <a:buSzPts val="1100"/>
              <a:buFont typeface="Arial"/>
              <a:buNone/>
              <a:defRPr sz="1400"/>
            </a:lvl6pPr>
            <a:lvl7pPr lvl="6" rtl="0">
              <a:spcBef>
                <a:spcPts val="0"/>
              </a:spcBef>
              <a:spcAft>
                <a:spcPts val="0"/>
              </a:spcAft>
              <a:buSzPts val="1100"/>
              <a:buFont typeface="Arial"/>
              <a:buNone/>
              <a:defRPr sz="1400"/>
            </a:lvl7pPr>
            <a:lvl8pPr lvl="7" rtl="0">
              <a:spcBef>
                <a:spcPts val="0"/>
              </a:spcBef>
              <a:spcAft>
                <a:spcPts val="0"/>
              </a:spcAft>
              <a:buSzPts val="1100"/>
              <a:buFont typeface="Arial"/>
              <a:buNone/>
              <a:defRPr sz="1400"/>
            </a:lvl8pPr>
            <a:lvl9pPr lvl="8" rtl="0">
              <a:spcBef>
                <a:spcPts val="0"/>
              </a:spcBef>
              <a:spcAft>
                <a:spcPts val="0"/>
              </a:spcAft>
              <a:buSzPts val="1100"/>
              <a:buFont typeface="Arial"/>
              <a:buNone/>
              <a:defRPr sz="1400"/>
            </a:lvl9pPr>
          </a:lstStyle>
          <a:p/>
        </p:txBody>
      </p:sp>
      <p:sp>
        <p:nvSpPr>
          <p:cNvPr id="399" name="Google Shape;399;p81"/>
          <p:cNvSpPr txBox="1"/>
          <p:nvPr>
            <p:ph idx="1" type="subTitle"/>
          </p:nvPr>
        </p:nvSpPr>
        <p:spPr>
          <a:xfrm>
            <a:off x="1143000" y="2701528"/>
            <a:ext cx="6858000" cy="1241700"/>
          </a:xfrm>
          <a:prstGeom prst="rect">
            <a:avLst/>
          </a:prstGeom>
          <a:noFill/>
          <a:ln>
            <a:noFill/>
          </a:ln>
        </p:spPr>
        <p:txBody>
          <a:bodyPr anchorCtr="0" anchor="t" bIns="68575" lIns="68575" spcFirstLastPara="1" rIns="68575" wrap="square" tIns="68575">
            <a:noAutofit/>
          </a:bodyPr>
          <a:lstStyle>
            <a:lvl1pPr lvl="0" marR="0" rtl="0" algn="ctr">
              <a:lnSpc>
                <a:spcPct val="90000"/>
              </a:lnSpc>
              <a:spcBef>
                <a:spcPts val="8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1pPr>
            <a:lvl2pPr lvl="1" marR="0" rtl="0" algn="ctr">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2pPr>
            <a:lvl3pPr lvl="2" marR="0" rtl="0" algn="ctr">
              <a:lnSpc>
                <a:spcPct val="90000"/>
              </a:lnSpc>
              <a:spcBef>
                <a:spcPts val="4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3pPr>
            <a:lvl4pPr lvl="3"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4pPr>
            <a:lvl5pPr lvl="4"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5pPr>
            <a:lvl6pPr lvl="5"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6pPr>
            <a:lvl7pPr lvl="6"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7pPr>
            <a:lvl8pPr lvl="7"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8pPr>
            <a:lvl9pPr lvl="8"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9pPr>
          </a:lstStyle>
          <a:p/>
        </p:txBody>
      </p:sp>
      <p:sp>
        <p:nvSpPr>
          <p:cNvPr id="400" name="Google Shape;400;p81"/>
          <p:cNvSpPr txBox="1"/>
          <p:nvPr>
            <p:ph idx="10" type="dt"/>
          </p:nvPr>
        </p:nvSpPr>
        <p:spPr>
          <a:xfrm>
            <a:off x="628650" y="4767262"/>
            <a:ext cx="2057400" cy="273900"/>
          </a:xfrm>
          <a:prstGeom prst="rect">
            <a:avLst/>
          </a:prstGeom>
          <a:noFill/>
          <a:ln>
            <a:noFill/>
          </a:ln>
        </p:spPr>
        <p:txBody>
          <a:bodyPr anchorCtr="0" anchor="ctr" bIns="68575" lIns="68575" spcFirstLastPara="1" rIns="68575" wrap="square" tIns="68575">
            <a:noAutofit/>
          </a:bodyPr>
          <a:lstStyle>
            <a:lvl1pPr lvl="0" marR="0" rtl="0" algn="l">
              <a:lnSpc>
                <a:spcPct val="100000"/>
              </a:lnSpc>
              <a:spcBef>
                <a:spcPts val="0"/>
              </a:spcBef>
              <a:spcAft>
                <a:spcPts val="0"/>
              </a:spcAft>
              <a:buClr>
                <a:srgbClr val="888888"/>
              </a:buClr>
              <a:buSzPts val="1100"/>
              <a:buFont typeface="Calibri"/>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401" name="Google Shape;401;p81"/>
          <p:cNvSpPr txBox="1"/>
          <p:nvPr>
            <p:ph idx="11" type="ftr"/>
          </p:nvPr>
        </p:nvSpPr>
        <p:spPr>
          <a:xfrm>
            <a:off x="3028950" y="4767262"/>
            <a:ext cx="3086100" cy="273900"/>
          </a:xfrm>
          <a:prstGeom prst="rect">
            <a:avLst/>
          </a:prstGeom>
          <a:noFill/>
          <a:ln>
            <a:noFill/>
          </a:ln>
        </p:spPr>
        <p:txBody>
          <a:bodyPr anchorCtr="0" anchor="ctr" bIns="68575" lIns="68575" spcFirstLastPara="1" rIns="68575" wrap="square" tIns="68575">
            <a:noAutofit/>
          </a:bodyPr>
          <a:lstStyle>
            <a:lvl1pPr lvl="0" marR="0" rtl="0" algn="ctr">
              <a:lnSpc>
                <a:spcPct val="100000"/>
              </a:lnSpc>
              <a:spcBef>
                <a:spcPts val="0"/>
              </a:spcBef>
              <a:spcAft>
                <a:spcPts val="0"/>
              </a:spcAft>
              <a:buClr>
                <a:srgbClr val="888888"/>
              </a:buClr>
              <a:buSzPts val="1100"/>
              <a:buFont typeface="Calibri"/>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402" name="Google Shape;402;p81"/>
          <p:cNvSpPr txBox="1"/>
          <p:nvPr>
            <p:ph idx="12" type="sldNum"/>
          </p:nvPr>
        </p:nvSpPr>
        <p:spPr>
          <a:xfrm>
            <a:off x="6457950" y="4767262"/>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type="secHead">
  <p:cSld name="SECTION_HEADER">
    <p:spTree>
      <p:nvGrpSpPr>
        <p:cNvPr id="403" name="Shape 403"/>
        <p:cNvGrpSpPr/>
        <p:nvPr/>
      </p:nvGrpSpPr>
      <p:grpSpPr>
        <a:xfrm>
          <a:off x="0" y="0"/>
          <a:ext cx="0" cy="0"/>
          <a:chOff x="0" y="0"/>
          <a:chExt cx="0" cy="0"/>
        </a:xfrm>
      </p:grpSpPr>
      <p:sp>
        <p:nvSpPr>
          <p:cNvPr id="404" name="Google Shape;404;p82"/>
          <p:cNvSpPr txBox="1"/>
          <p:nvPr>
            <p:ph type="title"/>
          </p:nvPr>
        </p:nvSpPr>
        <p:spPr>
          <a:xfrm>
            <a:off x="623887" y="1282303"/>
            <a:ext cx="7886700" cy="2139600"/>
          </a:xfrm>
          <a:prstGeom prst="rect">
            <a:avLst/>
          </a:prstGeom>
          <a:noFill/>
          <a:ln>
            <a:noFill/>
          </a:ln>
        </p:spPr>
        <p:txBody>
          <a:bodyPr anchorCtr="0" anchor="b" bIns="68575" lIns="68575" spcFirstLastPara="1" rIns="68575" wrap="square" tIns="68575">
            <a:noAutofit/>
          </a:bodyPr>
          <a:lstStyle>
            <a:lvl1pPr lvl="0" marR="0" rtl="0" algn="l">
              <a:lnSpc>
                <a:spcPct val="90000"/>
              </a:lnSpc>
              <a:spcBef>
                <a:spcPts val="0"/>
              </a:spcBef>
              <a:spcAft>
                <a:spcPts val="0"/>
              </a:spcAft>
              <a:buClr>
                <a:schemeClr val="dk1"/>
              </a:buClr>
              <a:buSzPts val="1500"/>
              <a:buFont typeface="Calibri"/>
              <a:buNone/>
              <a:defRPr b="0" i="0" sz="4500" u="none" cap="none" strike="noStrike">
                <a:solidFill>
                  <a:schemeClr val="dk1"/>
                </a:solidFill>
                <a:latin typeface="Calibri"/>
                <a:ea typeface="Calibri"/>
                <a:cs typeface="Calibri"/>
                <a:sym typeface="Calibri"/>
              </a:defRPr>
            </a:lvl1pPr>
            <a:lvl2pPr lvl="1" rtl="0">
              <a:spcBef>
                <a:spcPts val="0"/>
              </a:spcBef>
              <a:spcAft>
                <a:spcPts val="0"/>
              </a:spcAft>
              <a:buSzPts val="1100"/>
              <a:buFont typeface="Arial"/>
              <a:buNone/>
              <a:defRPr sz="1400"/>
            </a:lvl2pPr>
            <a:lvl3pPr lvl="2" rtl="0">
              <a:spcBef>
                <a:spcPts val="0"/>
              </a:spcBef>
              <a:spcAft>
                <a:spcPts val="0"/>
              </a:spcAft>
              <a:buSzPts val="1100"/>
              <a:buFont typeface="Arial"/>
              <a:buNone/>
              <a:defRPr sz="1400"/>
            </a:lvl3pPr>
            <a:lvl4pPr lvl="3" rtl="0">
              <a:spcBef>
                <a:spcPts val="0"/>
              </a:spcBef>
              <a:spcAft>
                <a:spcPts val="0"/>
              </a:spcAft>
              <a:buSzPts val="1100"/>
              <a:buFont typeface="Arial"/>
              <a:buNone/>
              <a:defRPr sz="1400"/>
            </a:lvl4pPr>
            <a:lvl5pPr lvl="4" rtl="0">
              <a:spcBef>
                <a:spcPts val="0"/>
              </a:spcBef>
              <a:spcAft>
                <a:spcPts val="0"/>
              </a:spcAft>
              <a:buSzPts val="1100"/>
              <a:buFont typeface="Arial"/>
              <a:buNone/>
              <a:defRPr sz="1400"/>
            </a:lvl5pPr>
            <a:lvl6pPr lvl="5" rtl="0">
              <a:spcBef>
                <a:spcPts val="0"/>
              </a:spcBef>
              <a:spcAft>
                <a:spcPts val="0"/>
              </a:spcAft>
              <a:buSzPts val="1100"/>
              <a:buFont typeface="Arial"/>
              <a:buNone/>
              <a:defRPr sz="1400"/>
            </a:lvl6pPr>
            <a:lvl7pPr lvl="6" rtl="0">
              <a:spcBef>
                <a:spcPts val="0"/>
              </a:spcBef>
              <a:spcAft>
                <a:spcPts val="0"/>
              </a:spcAft>
              <a:buSzPts val="1100"/>
              <a:buFont typeface="Arial"/>
              <a:buNone/>
              <a:defRPr sz="1400"/>
            </a:lvl7pPr>
            <a:lvl8pPr lvl="7" rtl="0">
              <a:spcBef>
                <a:spcPts val="0"/>
              </a:spcBef>
              <a:spcAft>
                <a:spcPts val="0"/>
              </a:spcAft>
              <a:buSzPts val="1100"/>
              <a:buFont typeface="Arial"/>
              <a:buNone/>
              <a:defRPr sz="1400"/>
            </a:lvl8pPr>
            <a:lvl9pPr lvl="8" rtl="0">
              <a:spcBef>
                <a:spcPts val="0"/>
              </a:spcBef>
              <a:spcAft>
                <a:spcPts val="0"/>
              </a:spcAft>
              <a:buSzPts val="1100"/>
              <a:buFont typeface="Arial"/>
              <a:buNone/>
              <a:defRPr sz="1400"/>
            </a:lvl9pPr>
          </a:lstStyle>
          <a:p/>
        </p:txBody>
      </p:sp>
      <p:sp>
        <p:nvSpPr>
          <p:cNvPr id="405" name="Google Shape;405;p82"/>
          <p:cNvSpPr txBox="1"/>
          <p:nvPr>
            <p:ph idx="1" type="body"/>
          </p:nvPr>
        </p:nvSpPr>
        <p:spPr>
          <a:xfrm>
            <a:off x="623887" y="3442097"/>
            <a:ext cx="7886700" cy="1125300"/>
          </a:xfrm>
          <a:prstGeom prst="rect">
            <a:avLst/>
          </a:prstGeom>
          <a:noFill/>
          <a:ln>
            <a:noFill/>
          </a:ln>
        </p:spPr>
        <p:txBody>
          <a:bodyPr anchorCtr="0" anchor="t" bIns="68575" lIns="68575" spcFirstLastPara="1" rIns="68575" wrap="square" tIns="68575">
            <a:noAutofit/>
          </a:bodyPr>
          <a:lstStyle>
            <a:lvl1pPr indent="-228600" lvl="0" marL="457200" marR="0" rtl="0" algn="l">
              <a:lnSpc>
                <a:spcPct val="90000"/>
              </a:lnSpc>
              <a:spcBef>
                <a:spcPts val="8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1pPr>
            <a:lvl2pPr indent="-228600" lvl="1" marL="914400" marR="0" rtl="0" algn="l">
              <a:lnSpc>
                <a:spcPct val="90000"/>
              </a:lnSpc>
              <a:spcBef>
                <a:spcPts val="400"/>
              </a:spcBef>
              <a:spcAft>
                <a:spcPts val="0"/>
              </a:spcAft>
              <a:buClr>
                <a:srgbClr val="888888"/>
              </a:buClr>
              <a:buSzPts val="1500"/>
              <a:buFont typeface="Arial"/>
              <a:buNone/>
              <a:defRPr b="0" i="0" sz="15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40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9pPr>
          </a:lstStyle>
          <a:p/>
        </p:txBody>
      </p:sp>
      <p:sp>
        <p:nvSpPr>
          <p:cNvPr id="406" name="Google Shape;406;p82"/>
          <p:cNvSpPr txBox="1"/>
          <p:nvPr>
            <p:ph idx="10" type="dt"/>
          </p:nvPr>
        </p:nvSpPr>
        <p:spPr>
          <a:xfrm>
            <a:off x="628650" y="4767262"/>
            <a:ext cx="2057400" cy="273900"/>
          </a:xfrm>
          <a:prstGeom prst="rect">
            <a:avLst/>
          </a:prstGeom>
          <a:noFill/>
          <a:ln>
            <a:noFill/>
          </a:ln>
        </p:spPr>
        <p:txBody>
          <a:bodyPr anchorCtr="0" anchor="ctr" bIns="68575" lIns="68575" spcFirstLastPara="1" rIns="68575" wrap="square" tIns="68575">
            <a:noAutofit/>
          </a:bodyPr>
          <a:lstStyle>
            <a:lvl1pPr lvl="0" marR="0" rtl="0" algn="l">
              <a:lnSpc>
                <a:spcPct val="100000"/>
              </a:lnSpc>
              <a:spcBef>
                <a:spcPts val="0"/>
              </a:spcBef>
              <a:spcAft>
                <a:spcPts val="0"/>
              </a:spcAft>
              <a:buClr>
                <a:srgbClr val="888888"/>
              </a:buClr>
              <a:buSzPts val="1100"/>
              <a:buFont typeface="Calibri"/>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407" name="Google Shape;407;p82"/>
          <p:cNvSpPr txBox="1"/>
          <p:nvPr>
            <p:ph idx="11" type="ftr"/>
          </p:nvPr>
        </p:nvSpPr>
        <p:spPr>
          <a:xfrm>
            <a:off x="3028950" y="4767262"/>
            <a:ext cx="3086100" cy="273900"/>
          </a:xfrm>
          <a:prstGeom prst="rect">
            <a:avLst/>
          </a:prstGeom>
          <a:noFill/>
          <a:ln>
            <a:noFill/>
          </a:ln>
        </p:spPr>
        <p:txBody>
          <a:bodyPr anchorCtr="0" anchor="ctr" bIns="68575" lIns="68575" spcFirstLastPara="1" rIns="68575" wrap="square" tIns="68575">
            <a:noAutofit/>
          </a:bodyPr>
          <a:lstStyle>
            <a:lvl1pPr lvl="0" marR="0" rtl="0" algn="ctr">
              <a:lnSpc>
                <a:spcPct val="100000"/>
              </a:lnSpc>
              <a:spcBef>
                <a:spcPts val="0"/>
              </a:spcBef>
              <a:spcAft>
                <a:spcPts val="0"/>
              </a:spcAft>
              <a:buClr>
                <a:srgbClr val="888888"/>
              </a:buClr>
              <a:buSzPts val="1100"/>
              <a:buFont typeface="Calibri"/>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408" name="Google Shape;408;p82"/>
          <p:cNvSpPr txBox="1"/>
          <p:nvPr>
            <p:ph idx="12" type="sldNum"/>
          </p:nvPr>
        </p:nvSpPr>
        <p:spPr>
          <a:xfrm>
            <a:off x="6457950" y="4767262"/>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type="twoObj">
  <p:cSld name="TWO_OBJECTS">
    <p:spTree>
      <p:nvGrpSpPr>
        <p:cNvPr id="409" name="Shape 409"/>
        <p:cNvGrpSpPr/>
        <p:nvPr/>
      </p:nvGrpSpPr>
      <p:grpSpPr>
        <a:xfrm>
          <a:off x="0" y="0"/>
          <a:ext cx="0" cy="0"/>
          <a:chOff x="0" y="0"/>
          <a:chExt cx="0" cy="0"/>
        </a:xfrm>
      </p:grpSpPr>
      <p:sp>
        <p:nvSpPr>
          <p:cNvPr id="410" name="Google Shape;410;p83"/>
          <p:cNvSpPr txBox="1"/>
          <p:nvPr>
            <p:ph type="title"/>
          </p:nvPr>
        </p:nvSpPr>
        <p:spPr>
          <a:xfrm>
            <a:off x="628650" y="273843"/>
            <a:ext cx="7886700" cy="994200"/>
          </a:xfrm>
          <a:prstGeom prst="rect">
            <a:avLst/>
          </a:prstGeom>
          <a:noFill/>
          <a:ln>
            <a:noFill/>
          </a:ln>
        </p:spPr>
        <p:txBody>
          <a:bodyPr anchorCtr="0" anchor="ctr" bIns="68575" lIns="68575" spcFirstLastPara="1" rIns="68575" wrap="square" tIns="68575">
            <a:noAutofit/>
          </a:bodyPr>
          <a:lstStyle>
            <a:lvl1pPr lvl="0" marR="0" rtl="0" algn="l">
              <a:lnSpc>
                <a:spcPct val="90000"/>
              </a:lnSpc>
              <a:spcBef>
                <a:spcPts val="0"/>
              </a:spcBef>
              <a:spcAft>
                <a:spcPts val="0"/>
              </a:spcAft>
              <a:buClr>
                <a:schemeClr val="dk1"/>
              </a:buClr>
              <a:buSzPts val="11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100"/>
              <a:buFont typeface="Arial"/>
              <a:buNone/>
              <a:defRPr sz="1400"/>
            </a:lvl2pPr>
            <a:lvl3pPr lvl="2" rtl="0">
              <a:spcBef>
                <a:spcPts val="0"/>
              </a:spcBef>
              <a:spcAft>
                <a:spcPts val="0"/>
              </a:spcAft>
              <a:buSzPts val="1100"/>
              <a:buFont typeface="Arial"/>
              <a:buNone/>
              <a:defRPr sz="1400"/>
            </a:lvl3pPr>
            <a:lvl4pPr lvl="3" rtl="0">
              <a:spcBef>
                <a:spcPts val="0"/>
              </a:spcBef>
              <a:spcAft>
                <a:spcPts val="0"/>
              </a:spcAft>
              <a:buSzPts val="1100"/>
              <a:buFont typeface="Arial"/>
              <a:buNone/>
              <a:defRPr sz="1400"/>
            </a:lvl4pPr>
            <a:lvl5pPr lvl="4" rtl="0">
              <a:spcBef>
                <a:spcPts val="0"/>
              </a:spcBef>
              <a:spcAft>
                <a:spcPts val="0"/>
              </a:spcAft>
              <a:buSzPts val="1100"/>
              <a:buFont typeface="Arial"/>
              <a:buNone/>
              <a:defRPr sz="1400"/>
            </a:lvl5pPr>
            <a:lvl6pPr lvl="5" rtl="0">
              <a:spcBef>
                <a:spcPts val="0"/>
              </a:spcBef>
              <a:spcAft>
                <a:spcPts val="0"/>
              </a:spcAft>
              <a:buSzPts val="1100"/>
              <a:buFont typeface="Arial"/>
              <a:buNone/>
              <a:defRPr sz="1400"/>
            </a:lvl6pPr>
            <a:lvl7pPr lvl="6" rtl="0">
              <a:spcBef>
                <a:spcPts val="0"/>
              </a:spcBef>
              <a:spcAft>
                <a:spcPts val="0"/>
              </a:spcAft>
              <a:buSzPts val="1100"/>
              <a:buFont typeface="Arial"/>
              <a:buNone/>
              <a:defRPr sz="1400"/>
            </a:lvl7pPr>
            <a:lvl8pPr lvl="7" rtl="0">
              <a:spcBef>
                <a:spcPts val="0"/>
              </a:spcBef>
              <a:spcAft>
                <a:spcPts val="0"/>
              </a:spcAft>
              <a:buSzPts val="1100"/>
              <a:buFont typeface="Arial"/>
              <a:buNone/>
              <a:defRPr sz="1400"/>
            </a:lvl8pPr>
            <a:lvl9pPr lvl="8" rtl="0">
              <a:spcBef>
                <a:spcPts val="0"/>
              </a:spcBef>
              <a:spcAft>
                <a:spcPts val="0"/>
              </a:spcAft>
              <a:buSzPts val="1100"/>
              <a:buFont typeface="Arial"/>
              <a:buNone/>
              <a:defRPr sz="1400"/>
            </a:lvl9pPr>
          </a:lstStyle>
          <a:p/>
        </p:txBody>
      </p:sp>
      <p:sp>
        <p:nvSpPr>
          <p:cNvPr id="411" name="Google Shape;411;p83"/>
          <p:cNvSpPr txBox="1"/>
          <p:nvPr>
            <p:ph idx="1" type="body"/>
          </p:nvPr>
        </p:nvSpPr>
        <p:spPr>
          <a:xfrm>
            <a:off x="628650" y="1369218"/>
            <a:ext cx="3886200" cy="3263400"/>
          </a:xfrm>
          <a:prstGeom prst="rect">
            <a:avLst/>
          </a:prstGeom>
          <a:noFill/>
          <a:ln>
            <a:noFill/>
          </a:ln>
        </p:spPr>
        <p:txBody>
          <a:bodyPr anchorCtr="0" anchor="t" bIns="68575" lIns="68575" spcFirstLastPara="1" rIns="68575" wrap="square" tIns="68575">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412" name="Google Shape;412;p83"/>
          <p:cNvSpPr txBox="1"/>
          <p:nvPr>
            <p:ph idx="2" type="body"/>
          </p:nvPr>
        </p:nvSpPr>
        <p:spPr>
          <a:xfrm>
            <a:off x="4629150" y="1369218"/>
            <a:ext cx="3886200" cy="3263400"/>
          </a:xfrm>
          <a:prstGeom prst="rect">
            <a:avLst/>
          </a:prstGeom>
          <a:noFill/>
          <a:ln>
            <a:noFill/>
          </a:ln>
        </p:spPr>
        <p:txBody>
          <a:bodyPr anchorCtr="0" anchor="t" bIns="68575" lIns="68575" spcFirstLastPara="1" rIns="68575" wrap="square" tIns="68575">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413" name="Google Shape;413;p83"/>
          <p:cNvSpPr txBox="1"/>
          <p:nvPr>
            <p:ph idx="10" type="dt"/>
          </p:nvPr>
        </p:nvSpPr>
        <p:spPr>
          <a:xfrm>
            <a:off x="628650" y="4767262"/>
            <a:ext cx="2057400" cy="273900"/>
          </a:xfrm>
          <a:prstGeom prst="rect">
            <a:avLst/>
          </a:prstGeom>
          <a:noFill/>
          <a:ln>
            <a:noFill/>
          </a:ln>
        </p:spPr>
        <p:txBody>
          <a:bodyPr anchorCtr="0" anchor="ctr" bIns="68575" lIns="68575" spcFirstLastPara="1" rIns="68575" wrap="square" tIns="68575">
            <a:noAutofit/>
          </a:bodyPr>
          <a:lstStyle>
            <a:lvl1pPr lvl="0" marR="0" rtl="0" algn="l">
              <a:lnSpc>
                <a:spcPct val="100000"/>
              </a:lnSpc>
              <a:spcBef>
                <a:spcPts val="0"/>
              </a:spcBef>
              <a:spcAft>
                <a:spcPts val="0"/>
              </a:spcAft>
              <a:buClr>
                <a:srgbClr val="888888"/>
              </a:buClr>
              <a:buSzPts val="1100"/>
              <a:buFont typeface="Calibri"/>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414" name="Google Shape;414;p83"/>
          <p:cNvSpPr txBox="1"/>
          <p:nvPr>
            <p:ph idx="11" type="ftr"/>
          </p:nvPr>
        </p:nvSpPr>
        <p:spPr>
          <a:xfrm>
            <a:off x="3028950" y="4767262"/>
            <a:ext cx="3086100" cy="273900"/>
          </a:xfrm>
          <a:prstGeom prst="rect">
            <a:avLst/>
          </a:prstGeom>
          <a:noFill/>
          <a:ln>
            <a:noFill/>
          </a:ln>
        </p:spPr>
        <p:txBody>
          <a:bodyPr anchorCtr="0" anchor="ctr" bIns="68575" lIns="68575" spcFirstLastPara="1" rIns="68575" wrap="square" tIns="68575">
            <a:noAutofit/>
          </a:bodyPr>
          <a:lstStyle>
            <a:lvl1pPr lvl="0" marR="0" rtl="0" algn="ctr">
              <a:lnSpc>
                <a:spcPct val="100000"/>
              </a:lnSpc>
              <a:spcBef>
                <a:spcPts val="0"/>
              </a:spcBef>
              <a:spcAft>
                <a:spcPts val="0"/>
              </a:spcAft>
              <a:buClr>
                <a:srgbClr val="888888"/>
              </a:buClr>
              <a:buSzPts val="1100"/>
              <a:buFont typeface="Calibri"/>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415" name="Google Shape;415;p83"/>
          <p:cNvSpPr txBox="1"/>
          <p:nvPr>
            <p:ph idx="12" type="sldNum"/>
          </p:nvPr>
        </p:nvSpPr>
        <p:spPr>
          <a:xfrm>
            <a:off x="6457950" y="4767262"/>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416" name="Shape 416"/>
        <p:cNvGrpSpPr/>
        <p:nvPr/>
      </p:nvGrpSpPr>
      <p:grpSpPr>
        <a:xfrm>
          <a:off x="0" y="0"/>
          <a:ext cx="0" cy="0"/>
          <a:chOff x="0" y="0"/>
          <a:chExt cx="0" cy="0"/>
        </a:xfrm>
      </p:grpSpPr>
      <p:sp>
        <p:nvSpPr>
          <p:cNvPr id="417" name="Google Shape;417;p84"/>
          <p:cNvSpPr txBox="1"/>
          <p:nvPr>
            <p:ph type="title"/>
          </p:nvPr>
        </p:nvSpPr>
        <p:spPr>
          <a:xfrm>
            <a:off x="629840" y="273843"/>
            <a:ext cx="7886700" cy="994200"/>
          </a:xfrm>
          <a:prstGeom prst="rect">
            <a:avLst/>
          </a:prstGeom>
          <a:noFill/>
          <a:ln>
            <a:noFill/>
          </a:ln>
        </p:spPr>
        <p:txBody>
          <a:bodyPr anchorCtr="0" anchor="ctr" bIns="68575" lIns="68575" spcFirstLastPara="1" rIns="68575" wrap="square" tIns="68575">
            <a:noAutofit/>
          </a:bodyPr>
          <a:lstStyle>
            <a:lvl1pPr lvl="0" marR="0" rtl="0" algn="l">
              <a:lnSpc>
                <a:spcPct val="90000"/>
              </a:lnSpc>
              <a:spcBef>
                <a:spcPts val="0"/>
              </a:spcBef>
              <a:spcAft>
                <a:spcPts val="0"/>
              </a:spcAft>
              <a:buClr>
                <a:schemeClr val="dk1"/>
              </a:buClr>
              <a:buSzPts val="11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100"/>
              <a:buFont typeface="Arial"/>
              <a:buNone/>
              <a:defRPr sz="1400"/>
            </a:lvl2pPr>
            <a:lvl3pPr lvl="2" rtl="0">
              <a:spcBef>
                <a:spcPts val="0"/>
              </a:spcBef>
              <a:spcAft>
                <a:spcPts val="0"/>
              </a:spcAft>
              <a:buSzPts val="1100"/>
              <a:buFont typeface="Arial"/>
              <a:buNone/>
              <a:defRPr sz="1400"/>
            </a:lvl3pPr>
            <a:lvl4pPr lvl="3" rtl="0">
              <a:spcBef>
                <a:spcPts val="0"/>
              </a:spcBef>
              <a:spcAft>
                <a:spcPts val="0"/>
              </a:spcAft>
              <a:buSzPts val="1100"/>
              <a:buFont typeface="Arial"/>
              <a:buNone/>
              <a:defRPr sz="1400"/>
            </a:lvl4pPr>
            <a:lvl5pPr lvl="4" rtl="0">
              <a:spcBef>
                <a:spcPts val="0"/>
              </a:spcBef>
              <a:spcAft>
                <a:spcPts val="0"/>
              </a:spcAft>
              <a:buSzPts val="1100"/>
              <a:buFont typeface="Arial"/>
              <a:buNone/>
              <a:defRPr sz="1400"/>
            </a:lvl5pPr>
            <a:lvl6pPr lvl="5" rtl="0">
              <a:spcBef>
                <a:spcPts val="0"/>
              </a:spcBef>
              <a:spcAft>
                <a:spcPts val="0"/>
              </a:spcAft>
              <a:buSzPts val="1100"/>
              <a:buFont typeface="Arial"/>
              <a:buNone/>
              <a:defRPr sz="1400"/>
            </a:lvl6pPr>
            <a:lvl7pPr lvl="6" rtl="0">
              <a:spcBef>
                <a:spcPts val="0"/>
              </a:spcBef>
              <a:spcAft>
                <a:spcPts val="0"/>
              </a:spcAft>
              <a:buSzPts val="1100"/>
              <a:buFont typeface="Arial"/>
              <a:buNone/>
              <a:defRPr sz="1400"/>
            </a:lvl7pPr>
            <a:lvl8pPr lvl="7" rtl="0">
              <a:spcBef>
                <a:spcPts val="0"/>
              </a:spcBef>
              <a:spcAft>
                <a:spcPts val="0"/>
              </a:spcAft>
              <a:buSzPts val="1100"/>
              <a:buFont typeface="Arial"/>
              <a:buNone/>
              <a:defRPr sz="1400"/>
            </a:lvl8pPr>
            <a:lvl9pPr lvl="8" rtl="0">
              <a:spcBef>
                <a:spcPts val="0"/>
              </a:spcBef>
              <a:spcAft>
                <a:spcPts val="0"/>
              </a:spcAft>
              <a:buSzPts val="1100"/>
              <a:buFont typeface="Arial"/>
              <a:buNone/>
              <a:defRPr sz="1400"/>
            </a:lvl9pPr>
          </a:lstStyle>
          <a:p/>
        </p:txBody>
      </p:sp>
      <p:sp>
        <p:nvSpPr>
          <p:cNvPr id="418" name="Google Shape;418;p84"/>
          <p:cNvSpPr txBox="1"/>
          <p:nvPr>
            <p:ph idx="1" type="body"/>
          </p:nvPr>
        </p:nvSpPr>
        <p:spPr>
          <a:xfrm>
            <a:off x="629840" y="1260872"/>
            <a:ext cx="3868500" cy="618000"/>
          </a:xfrm>
          <a:prstGeom prst="rect">
            <a:avLst/>
          </a:prstGeom>
          <a:noFill/>
          <a:ln>
            <a:noFill/>
          </a:ln>
        </p:spPr>
        <p:txBody>
          <a:bodyPr anchorCtr="0" anchor="b" bIns="68575" lIns="68575" spcFirstLastPara="1" rIns="68575" wrap="square" tIns="68575">
            <a:noAutofit/>
          </a:bodyPr>
          <a:lstStyle>
            <a:lvl1pPr indent="-228600" lvl="0" marL="457200" marR="0" rtl="0" algn="l">
              <a:lnSpc>
                <a:spcPct val="90000"/>
              </a:lnSpc>
              <a:spcBef>
                <a:spcPts val="8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1pPr>
            <a:lvl2pPr indent="-228600" lvl="1" marL="914400" marR="0" rtl="0" algn="l">
              <a:lnSpc>
                <a:spcPct val="90000"/>
              </a:lnSpc>
              <a:spcBef>
                <a:spcPts val="400"/>
              </a:spcBef>
              <a:spcAft>
                <a:spcPts val="0"/>
              </a:spcAft>
              <a:buClr>
                <a:schemeClr val="dk1"/>
              </a:buClr>
              <a:buSzPts val="1500"/>
              <a:buFont typeface="Arial"/>
              <a:buNone/>
              <a:defRPr b="1" i="0" sz="1500" u="none" cap="none" strike="noStrike">
                <a:solidFill>
                  <a:schemeClr val="dk1"/>
                </a:solidFill>
                <a:latin typeface="Calibri"/>
                <a:ea typeface="Calibri"/>
                <a:cs typeface="Calibri"/>
                <a:sym typeface="Calibri"/>
              </a:defRPr>
            </a:lvl2pPr>
            <a:lvl3pPr indent="-228600" lvl="2" marL="1371600" marR="0" rtl="0" algn="l">
              <a:lnSpc>
                <a:spcPct val="90000"/>
              </a:lnSpc>
              <a:spcBef>
                <a:spcPts val="400"/>
              </a:spcBef>
              <a:spcAft>
                <a:spcPts val="0"/>
              </a:spcAft>
              <a:buClr>
                <a:schemeClr val="dk1"/>
              </a:buClr>
              <a:buSzPts val="1400"/>
              <a:buFont typeface="Arial"/>
              <a:buNone/>
              <a:defRPr b="1" i="0" sz="1400" u="none" cap="none" strike="noStrike">
                <a:solidFill>
                  <a:schemeClr val="dk1"/>
                </a:solidFill>
                <a:latin typeface="Calibri"/>
                <a:ea typeface="Calibri"/>
                <a:cs typeface="Calibri"/>
                <a:sym typeface="Calibri"/>
              </a:defRPr>
            </a:lvl3pPr>
            <a:lvl4pPr indent="-228600" lvl="3" marL="18288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4pPr>
            <a:lvl5pPr indent="-228600" lvl="4" marL="22860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5pPr>
            <a:lvl6pPr indent="-228600" lvl="5" marL="27432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6pPr>
            <a:lvl7pPr indent="-228600" lvl="6" marL="32004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7pPr>
            <a:lvl8pPr indent="-228600" lvl="7" marL="36576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8pPr>
            <a:lvl9pPr indent="-228600" lvl="8" marL="41148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9pPr>
          </a:lstStyle>
          <a:p/>
        </p:txBody>
      </p:sp>
      <p:sp>
        <p:nvSpPr>
          <p:cNvPr id="419" name="Google Shape;419;p84"/>
          <p:cNvSpPr txBox="1"/>
          <p:nvPr>
            <p:ph idx="2" type="body"/>
          </p:nvPr>
        </p:nvSpPr>
        <p:spPr>
          <a:xfrm>
            <a:off x="629840" y="1878806"/>
            <a:ext cx="3868500" cy="2763300"/>
          </a:xfrm>
          <a:prstGeom prst="rect">
            <a:avLst/>
          </a:prstGeom>
          <a:noFill/>
          <a:ln>
            <a:noFill/>
          </a:ln>
        </p:spPr>
        <p:txBody>
          <a:bodyPr anchorCtr="0" anchor="t" bIns="68575" lIns="68575" spcFirstLastPara="1" rIns="68575" wrap="square" tIns="68575">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420" name="Google Shape;420;p84"/>
          <p:cNvSpPr txBox="1"/>
          <p:nvPr>
            <p:ph idx="3" type="body"/>
          </p:nvPr>
        </p:nvSpPr>
        <p:spPr>
          <a:xfrm>
            <a:off x="4629150" y="1260872"/>
            <a:ext cx="3887400" cy="618000"/>
          </a:xfrm>
          <a:prstGeom prst="rect">
            <a:avLst/>
          </a:prstGeom>
          <a:noFill/>
          <a:ln>
            <a:noFill/>
          </a:ln>
        </p:spPr>
        <p:txBody>
          <a:bodyPr anchorCtr="0" anchor="b" bIns="68575" lIns="68575" spcFirstLastPara="1" rIns="68575" wrap="square" tIns="68575">
            <a:noAutofit/>
          </a:bodyPr>
          <a:lstStyle>
            <a:lvl1pPr indent="-228600" lvl="0" marL="457200" marR="0" rtl="0" algn="l">
              <a:lnSpc>
                <a:spcPct val="90000"/>
              </a:lnSpc>
              <a:spcBef>
                <a:spcPts val="8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1pPr>
            <a:lvl2pPr indent="-228600" lvl="1" marL="914400" marR="0" rtl="0" algn="l">
              <a:lnSpc>
                <a:spcPct val="90000"/>
              </a:lnSpc>
              <a:spcBef>
                <a:spcPts val="400"/>
              </a:spcBef>
              <a:spcAft>
                <a:spcPts val="0"/>
              </a:spcAft>
              <a:buClr>
                <a:schemeClr val="dk1"/>
              </a:buClr>
              <a:buSzPts val="1500"/>
              <a:buFont typeface="Arial"/>
              <a:buNone/>
              <a:defRPr b="1" i="0" sz="1500" u="none" cap="none" strike="noStrike">
                <a:solidFill>
                  <a:schemeClr val="dk1"/>
                </a:solidFill>
                <a:latin typeface="Calibri"/>
                <a:ea typeface="Calibri"/>
                <a:cs typeface="Calibri"/>
                <a:sym typeface="Calibri"/>
              </a:defRPr>
            </a:lvl2pPr>
            <a:lvl3pPr indent="-228600" lvl="2" marL="1371600" marR="0" rtl="0" algn="l">
              <a:lnSpc>
                <a:spcPct val="90000"/>
              </a:lnSpc>
              <a:spcBef>
                <a:spcPts val="400"/>
              </a:spcBef>
              <a:spcAft>
                <a:spcPts val="0"/>
              </a:spcAft>
              <a:buClr>
                <a:schemeClr val="dk1"/>
              </a:buClr>
              <a:buSzPts val="1400"/>
              <a:buFont typeface="Arial"/>
              <a:buNone/>
              <a:defRPr b="1" i="0" sz="1400" u="none" cap="none" strike="noStrike">
                <a:solidFill>
                  <a:schemeClr val="dk1"/>
                </a:solidFill>
                <a:latin typeface="Calibri"/>
                <a:ea typeface="Calibri"/>
                <a:cs typeface="Calibri"/>
                <a:sym typeface="Calibri"/>
              </a:defRPr>
            </a:lvl3pPr>
            <a:lvl4pPr indent="-228600" lvl="3" marL="18288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4pPr>
            <a:lvl5pPr indent="-228600" lvl="4" marL="22860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5pPr>
            <a:lvl6pPr indent="-228600" lvl="5" marL="27432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6pPr>
            <a:lvl7pPr indent="-228600" lvl="6" marL="32004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7pPr>
            <a:lvl8pPr indent="-228600" lvl="7" marL="36576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8pPr>
            <a:lvl9pPr indent="-228600" lvl="8" marL="4114800" marR="0" rtl="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9pPr>
          </a:lstStyle>
          <a:p/>
        </p:txBody>
      </p:sp>
      <p:sp>
        <p:nvSpPr>
          <p:cNvPr id="421" name="Google Shape;421;p84"/>
          <p:cNvSpPr txBox="1"/>
          <p:nvPr>
            <p:ph idx="4" type="body"/>
          </p:nvPr>
        </p:nvSpPr>
        <p:spPr>
          <a:xfrm>
            <a:off x="4629150" y="1878806"/>
            <a:ext cx="3887400" cy="2763300"/>
          </a:xfrm>
          <a:prstGeom prst="rect">
            <a:avLst/>
          </a:prstGeom>
          <a:noFill/>
          <a:ln>
            <a:noFill/>
          </a:ln>
        </p:spPr>
        <p:txBody>
          <a:bodyPr anchorCtr="0" anchor="t" bIns="68575" lIns="68575" spcFirstLastPara="1" rIns="68575" wrap="square" tIns="68575">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422" name="Google Shape;422;p84"/>
          <p:cNvSpPr txBox="1"/>
          <p:nvPr>
            <p:ph idx="10" type="dt"/>
          </p:nvPr>
        </p:nvSpPr>
        <p:spPr>
          <a:xfrm>
            <a:off x="628650" y="4767262"/>
            <a:ext cx="2057400" cy="273900"/>
          </a:xfrm>
          <a:prstGeom prst="rect">
            <a:avLst/>
          </a:prstGeom>
          <a:noFill/>
          <a:ln>
            <a:noFill/>
          </a:ln>
        </p:spPr>
        <p:txBody>
          <a:bodyPr anchorCtr="0" anchor="ctr" bIns="68575" lIns="68575" spcFirstLastPara="1" rIns="68575" wrap="square" tIns="68575">
            <a:noAutofit/>
          </a:bodyPr>
          <a:lstStyle>
            <a:lvl1pPr lvl="0" marR="0" rtl="0" algn="l">
              <a:lnSpc>
                <a:spcPct val="100000"/>
              </a:lnSpc>
              <a:spcBef>
                <a:spcPts val="0"/>
              </a:spcBef>
              <a:spcAft>
                <a:spcPts val="0"/>
              </a:spcAft>
              <a:buClr>
                <a:srgbClr val="888888"/>
              </a:buClr>
              <a:buSzPts val="1100"/>
              <a:buFont typeface="Calibri"/>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423" name="Google Shape;423;p84"/>
          <p:cNvSpPr txBox="1"/>
          <p:nvPr>
            <p:ph idx="11" type="ftr"/>
          </p:nvPr>
        </p:nvSpPr>
        <p:spPr>
          <a:xfrm>
            <a:off x="3028950" y="4767262"/>
            <a:ext cx="3086100" cy="273900"/>
          </a:xfrm>
          <a:prstGeom prst="rect">
            <a:avLst/>
          </a:prstGeom>
          <a:noFill/>
          <a:ln>
            <a:noFill/>
          </a:ln>
        </p:spPr>
        <p:txBody>
          <a:bodyPr anchorCtr="0" anchor="ctr" bIns="68575" lIns="68575" spcFirstLastPara="1" rIns="68575" wrap="square" tIns="68575">
            <a:noAutofit/>
          </a:bodyPr>
          <a:lstStyle>
            <a:lvl1pPr lvl="0" marR="0" rtl="0" algn="ctr">
              <a:lnSpc>
                <a:spcPct val="100000"/>
              </a:lnSpc>
              <a:spcBef>
                <a:spcPts val="0"/>
              </a:spcBef>
              <a:spcAft>
                <a:spcPts val="0"/>
              </a:spcAft>
              <a:buClr>
                <a:srgbClr val="888888"/>
              </a:buClr>
              <a:buSzPts val="1100"/>
              <a:buFont typeface="Calibri"/>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424" name="Google Shape;424;p84"/>
          <p:cNvSpPr txBox="1"/>
          <p:nvPr>
            <p:ph idx="12" type="sldNum"/>
          </p:nvPr>
        </p:nvSpPr>
        <p:spPr>
          <a:xfrm>
            <a:off x="6457950" y="4767262"/>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type="titleOnly">
  <p:cSld name="TITLE_ONLY">
    <p:spTree>
      <p:nvGrpSpPr>
        <p:cNvPr id="425" name="Shape 425"/>
        <p:cNvGrpSpPr/>
        <p:nvPr/>
      </p:nvGrpSpPr>
      <p:grpSpPr>
        <a:xfrm>
          <a:off x="0" y="0"/>
          <a:ext cx="0" cy="0"/>
          <a:chOff x="0" y="0"/>
          <a:chExt cx="0" cy="0"/>
        </a:xfrm>
      </p:grpSpPr>
      <p:sp>
        <p:nvSpPr>
          <p:cNvPr id="426" name="Google Shape;426;p85"/>
          <p:cNvSpPr txBox="1"/>
          <p:nvPr>
            <p:ph type="title"/>
          </p:nvPr>
        </p:nvSpPr>
        <p:spPr>
          <a:xfrm>
            <a:off x="628650" y="273843"/>
            <a:ext cx="7886700" cy="994200"/>
          </a:xfrm>
          <a:prstGeom prst="rect">
            <a:avLst/>
          </a:prstGeom>
          <a:noFill/>
          <a:ln>
            <a:noFill/>
          </a:ln>
        </p:spPr>
        <p:txBody>
          <a:bodyPr anchorCtr="0" anchor="ctr" bIns="68575" lIns="68575" spcFirstLastPara="1" rIns="68575" wrap="square" tIns="68575">
            <a:noAutofit/>
          </a:bodyPr>
          <a:lstStyle>
            <a:lvl1pPr lvl="0" marR="0" rtl="0" algn="l">
              <a:lnSpc>
                <a:spcPct val="90000"/>
              </a:lnSpc>
              <a:spcBef>
                <a:spcPts val="0"/>
              </a:spcBef>
              <a:spcAft>
                <a:spcPts val="0"/>
              </a:spcAft>
              <a:buClr>
                <a:schemeClr val="dk1"/>
              </a:buClr>
              <a:buSzPts val="11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100"/>
              <a:buFont typeface="Arial"/>
              <a:buNone/>
              <a:defRPr sz="1400"/>
            </a:lvl2pPr>
            <a:lvl3pPr lvl="2" rtl="0">
              <a:spcBef>
                <a:spcPts val="0"/>
              </a:spcBef>
              <a:spcAft>
                <a:spcPts val="0"/>
              </a:spcAft>
              <a:buSzPts val="1100"/>
              <a:buFont typeface="Arial"/>
              <a:buNone/>
              <a:defRPr sz="1400"/>
            </a:lvl3pPr>
            <a:lvl4pPr lvl="3" rtl="0">
              <a:spcBef>
                <a:spcPts val="0"/>
              </a:spcBef>
              <a:spcAft>
                <a:spcPts val="0"/>
              </a:spcAft>
              <a:buSzPts val="1100"/>
              <a:buFont typeface="Arial"/>
              <a:buNone/>
              <a:defRPr sz="1400"/>
            </a:lvl4pPr>
            <a:lvl5pPr lvl="4" rtl="0">
              <a:spcBef>
                <a:spcPts val="0"/>
              </a:spcBef>
              <a:spcAft>
                <a:spcPts val="0"/>
              </a:spcAft>
              <a:buSzPts val="1100"/>
              <a:buFont typeface="Arial"/>
              <a:buNone/>
              <a:defRPr sz="1400"/>
            </a:lvl5pPr>
            <a:lvl6pPr lvl="5" rtl="0">
              <a:spcBef>
                <a:spcPts val="0"/>
              </a:spcBef>
              <a:spcAft>
                <a:spcPts val="0"/>
              </a:spcAft>
              <a:buSzPts val="1100"/>
              <a:buFont typeface="Arial"/>
              <a:buNone/>
              <a:defRPr sz="1400"/>
            </a:lvl6pPr>
            <a:lvl7pPr lvl="6" rtl="0">
              <a:spcBef>
                <a:spcPts val="0"/>
              </a:spcBef>
              <a:spcAft>
                <a:spcPts val="0"/>
              </a:spcAft>
              <a:buSzPts val="1100"/>
              <a:buFont typeface="Arial"/>
              <a:buNone/>
              <a:defRPr sz="1400"/>
            </a:lvl7pPr>
            <a:lvl8pPr lvl="7" rtl="0">
              <a:spcBef>
                <a:spcPts val="0"/>
              </a:spcBef>
              <a:spcAft>
                <a:spcPts val="0"/>
              </a:spcAft>
              <a:buSzPts val="1100"/>
              <a:buFont typeface="Arial"/>
              <a:buNone/>
              <a:defRPr sz="1400"/>
            </a:lvl8pPr>
            <a:lvl9pPr lvl="8" rtl="0">
              <a:spcBef>
                <a:spcPts val="0"/>
              </a:spcBef>
              <a:spcAft>
                <a:spcPts val="0"/>
              </a:spcAft>
              <a:buSzPts val="1100"/>
              <a:buFont typeface="Arial"/>
              <a:buNone/>
              <a:defRPr sz="1400"/>
            </a:lvl9pPr>
          </a:lstStyle>
          <a:p/>
        </p:txBody>
      </p:sp>
      <p:sp>
        <p:nvSpPr>
          <p:cNvPr id="427" name="Google Shape;427;p85"/>
          <p:cNvSpPr txBox="1"/>
          <p:nvPr>
            <p:ph idx="10" type="dt"/>
          </p:nvPr>
        </p:nvSpPr>
        <p:spPr>
          <a:xfrm>
            <a:off x="628650" y="4767262"/>
            <a:ext cx="2057400" cy="273900"/>
          </a:xfrm>
          <a:prstGeom prst="rect">
            <a:avLst/>
          </a:prstGeom>
          <a:noFill/>
          <a:ln>
            <a:noFill/>
          </a:ln>
        </p:spPr>
        <p:txBody>
          <a:bodyPr anchorCtr="0" anchor="ctr" bIns="68575" lIns="68575" spcFirstLastPara="1" rIns="68575" wrap="square" tIns="68575">
            <a:noAutofit/>
          </a:bodyPr>
          <a:lstStyle>
            <a:lvl1pPr lvl="0" marR="0" rtl="0" algn="l">
              <a:lnSpc>
                <a:spcPct val="100000"/>
              </a:lnSpc>
              <a:spcBef>
                <a:spcPts val="0"/>
              </a:spcBef>
              <a:spcAft>
                <a:spcPts val="0"/>
              </a:spcAft>
              <a:buClr>
                <a:srgbClr val="888888"/>
              </a:buClr>
              <a:buSzPts val="1100"/>
              <a:buFont typeface="Calibri"/>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428" name="Google Shape;428;p85"/>
          <p:cNvSpPr txBox="1"/>
          <p:nvPr>
            <p:ph idx="11" type="ftr"/>
          </p:nvPr>
        </p:nvSpPr>
        <p:spPr>
          <a:xfrm>
            <a:off x="3028950" y="4767262"/>
            <a:ext cx="3086100" cy="273900"/>
          </a:xfrm>
          <a:prstGeom prst="rect">
            <a:avLst/>
          </a:prstGeom>
          <a:noFill/>
          <a:ln>
            <a:noFill/>
          </a:ln>
        </p:spPr>
        <p:txBody>
          <a:bodyPr anchorCtr="0" anchor="ctr" bIns="68575" lIns="68575" spcFirstLastPara="1" rIns="68575" wrap="square" tIns="68575">
            <a:noAutofit/>
          </a:bodyPr>
          <a:lstStyle>
            <a:lvl1pPr lvl="0" marR="0" rtl="0" algn="ctr">
              <a:lnSpc>
                <a:spcPct val="100000"/>
              </a:lnSpc>
              <a:spcBef>
                <a:spcPts val="0"/>
              </a:spcBef>
              <a:spcAft>
                <a:spcPts val="0"/>
              </a:spcAft>
              <a:buClr>
                <a:srgbClr val="888888"/>
              </a:buClr>
              <a:buSzPts val="1100"/>
              <a:buFont typeface="Calibri"/>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429" name="Google Shape;429;p85"/>
          <p:cNvSpPr txBox="1"/>
          <p:nvPr>
            <p:ph idx="12" type="sldNum"/>
          </p:nvPr>
        </p:nvSpPr>
        <p:spPr>
          <a:xfrm>
            <a:off x="6457950" y="4767262"/>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430" name="Shape 430"/>
        <p:cNvGrpSpPr/>
        <p:nvPr/>
      </p:nvGrpSpPr>
      <p:grpSpPr>
        <a:xfrm>
          <a:off x="0" y="0"/>
          <a:ext cx="0" cy="0"/>
          <a:chOff x="0" y="0"/>
          <a:chExt cx="0" cy="0"/>
        </a:xfrm>
      </p:grpSpPr>
      <p:sp>
        <p:nvSpPr>
          <p:cNvPr id="431" name="Google Shape;431;p86"/>
          <p:cNvSpPr txBox="1"/>
          <p:nvPr>
            <p:ph type="title"/>
          </p:nvPr>
        </p:nvSpPr>
        <p:spPr>
          <a:xfrm>
            <a:off x="629840" y="342900"/>
            <a:ext cx="2949000" cy="1200300"/>
          </a:xfrm>
          <a:prstGeom prst="rect">
            <a:avLst/>
          </a:prstGeom>
          <a:noFill/>
          <a:ln>
            <a:noFill/>
          </a:ln>
        </p:spPr>
        <p:txBody>
          <a:bodyPr anchorCtr="0" anchor="b" bIns="68575" lIns="68575" spcFirstLastPara="1" rIns="68575" wrap="square" tIns="68575">
            <a:noAutofit/>
          </a:bodyPr>
          <a:lstStyle>
            <a:lvl1pPr lvl="0" marR="0" rtl="0" algn="l">
              <a:lnSpc>
                <a:spcPct val="90000"/>
              </a:lnSpc>
              <a:spcBef>
                <a:spcPts val="0"/>
              </a:spcBef>
              <a:spcAft>
                <a:spcPts val="0"/>
              </a:spcAft>
              <a:buClr>
                <a:schemeClr val="dk1"/>
              </a:buClr>
              <a:buSzPts val="800"/>
              <a:buFont typeface="Calibri"/>
              <a:buNone/>
              <a:defRPr b="0" i="0" sz="2400" u="none" cap="none" strike="noStrike">
                <a:solidFill>
                  <a:schemeClr val="dk1"/>
                </a:solidFill>
                <a:latin typeface="Calibri"/>
                <a:ea typeface="Calibri"/>
                <a:cs typeface="Calibri"/>
                <a:sym typeface="Calibri"/>
              </a:defRPr>
            </a:lvl1pPr>
            <a:lvl2pPr lvl="1" rtl="0">
              <a:spcBef>
                <a:spcPts val="0"/>
              </a:spcBef>
              <a:spcAft>
                <a:spcPts val="0"/>
              </a:spcAft>
              <a:buSzPts val="1100"/>
              <a:buFont typeface="Arial"/>
              <a:buNone/>
              <a:defRPr sz="1400"/>
            </a:lvl2pPr>
            <a:lvl3pPr lvl="2" rtl="0">
              <a:spcBef>
                <a:spcPts val="0"/>
              </a:spcBef>
              <a:spcAft>
                <a:spcPts val="0"/>
              </a:spcAft>
              <a:buSzPts val="1100"/>
              <a:buFont typeface="Arial"/>
              <a:buNone/>
              <a:defRPr sz="1400"/>
            </a:lvl3pPr>
            <a:lvl4pPr lvl="3" rtl="0">
              <a:spcBef>
                <a:spcPts val="0"/>
              </a:spcBef>
              <a:spcAft>
                <a:spcPts val="0"/>
              </a:spcAft>
              <a:buSzPts val="1100"/>
              <a:buFont typeface="Arial"/>
              <a:buNone/>
              <a:defRPr sz="1400"/>
            </a:lvl4pPr>
            <a:lvl5pPr lvl="4" rtl="0">
              <a:spcBef>
                <a:spcPts val="0"/>
              </a:spcBef>
              <a:spcAft>
                <a:spcPts val="0"/>
              </a:spcAft>
              <a:buSzPts val="1100"/>
              <a:buFont typeface="Arial"/>
              <a:buNone/>
              <a:defRPr sz="1400"/>
            </a:lvl5pPr>
            <a:lvl6pPr lvl="5" rtl="0">
              <a:spcBef>
                <a:spcPts val="0"/>
              </a:spcBef>
              <a:spcAft>
                <a:spcPts val="0"/>
              </a:spcAft>
              <a:buSzPts val="1100"/>
              <a:buFont typeface="Arial"/>
              <a:buNone/>
              <a:defRPr sz="1400"/>
            </a:lvl6pPr>
            <a:lvl7pPr lvl="6" rtl="0">
              <a:spcBef>
                <a:spcPts val="0"/>
              </a:spcBef>
              <a:spcAft>
                <a:spcPts val="0"/>
              </a:spcAft>
              <a:buSzPts val="1100"/>
              <a:buFont typeface="Arial"/>
              <a:buNone/>
              <a:defRPr sz="1400"/>
            </a:lvl7pPr>
            <a:lvl8pPr lvl="7" rtl="0">
              <a:spcBef>
                <a:spcPts val="0"/>
              </a:spcBef>
              <a:spcAft>
                <a:spcPts val="0"/>
              </a:spcAft>
              <a:buSzPts val="1100"/>
              <a:buFont typeface="Arial"/>
              <a:buNone/>
              <a:defRPr sz="1400"/>
            </a:lvl8pPr>
            <a:lvl9pPr lvl="8" rtl="0">
              <a:spcBef>
                <a:spcPts val="0"/>
              </a:spcBef>
              <a:spcAft>
                <a:spcPts val="0"/>
              </a:spcAft>
              <a:buSzPts val="1100"/>
              <a:buFont typeface="Arial"/>
              <a:buNone/>
              <a:defRPr sz="1400"/>
            </a:lvl9pPr>
          </a:lstStyle>
          <a:p/>
        </p:txBody>
      </p:sp>
      <p:sp>
        <p:nvSpPr>
          <p:cNvPr id="432" name="Google Shape;432;p86"/>
          <p:cNvSpPr txBox="1"/>
          <p:nvPr>
            <p:ph idx="1" type="body"/>
          </p:nvPr>
        </p:nvSpPr>
        <p:spPr>
          <a:xfrm>
            <a:off x="3887390" y="740568"/>
            <a:ext cx="4629300" cy="3655200"/>
          </a:xfrm>
          <a:prstGeom prst="rect">
            <a:avLst/>
          </a:prstGeom>
          <a:noFill/>
          <a:ln>
            <a:noFill/>
          </a:ln>
        </p:spPr>
        <p:txBody>
          <a:bodyPr anchorCtr="0" anchor="t" bIns="68575" lIns="68575" spcFirstLastPara="1" rIns="68575" wrap="square" tIns="68575">
            <a:noAutofit/>
          </a:bodyPr>
          <a:lstStyle>
            <a:lvl1pPr indent="-381000" lvl="0" marL="457200" marR="0" rtl="0" algn="l">
              <a:lnSpc>
                <a:spcPct val="90000"/>
              </a:lnSpc>
              <a:spcBef>
                <a:spcPts val="8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lnSpc>
                <a:spcPct val="90000"/>
              </a:lnSpc>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433" name="Google Shape;433;p86"/>
          <p:cNvSpPr txBox="1"/>
          <p:nvPr>
            <p:ph idx="2" type="body"/>
          </p:nvPr>
        </p:nvSpPr>
        <p:spPr>
          <a:xfrm>
            <a:off x="629840" y="1543050"/>
            <a:ext cx="2949000" cy="2858700"/>
          </a:xfrm>
          <a:prstGeom prst="rect">
            <a:avLst/>
          </a:prstGeom>
          <a:noFill/>
          <a:ln>
            <a:noFill/>
          </a:ln>
        </p:spPr>
        <p:txBody>
          <a:bodyPr anchorCtr="0" anchor="t" bIns="68575" lIns="68575" spcFirstLastPara="1" rIns="68575" wrap="square" tIns="68575">
            <a:noAutofit/>
          </a:bodyPr>
          <a:lstStyle>
            <a:lvl1pPr indent="-228600" lvl="0" marL="457200" marR="0" rtl="0" algn="l">
              <a:lnSpc>
                <a:spcPct val="90000"/>
              </a:lnSpc>
              <a:spcBef>
                <a:spcPts val="8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Calibri"/>
                <a:ea typeface="Calibri"/>
                <a:cs typeface="Calibri"/>
                <a:sym typeface="Calibri"/>
              </a:defRPr>
            </a:lvl2pPr>
            <a:lvl3pPr indent="-228600" lvl="2" marL="1371600" marR="0" rtl="0" algn="l">
              <a:lnSpc>
                <a:spcPct val="90000"/>
              </a:lnSpc>
              <a:spcBef>
                <a:spcPts val="40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3pPr>
            <a:lvl4pPr indent="-228600" lvl="3" marL="18288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4pPr>
            <a:lvl5pPr indent="-228600" lvl="4" marL="22860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5pPr>
            <a:lvl6pPr indent="-228600" lvl="5" marL="27432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6pPr>
            <a:lvl7pPr indent="-228600" lvl="6" marL="32004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7pPr>
            <a:lvl8pPr indent="-228600" lvl="7" marL="36576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8pPr>
            <a:lvl9pPr indent="-228600" lvl="8" marL="41148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9pPr>
          </a:lstStyle>
          <a:p/>
        </p:txBody>
      </p:sp>
      <p:sp>
        <p:nvSpPr>
          <p:cNvPr id="434" name="Google Shape;434;p86"/>
          <p:cNvSpPr txBox="1"/>
          <p:nvPr>
            <p:ph idx="10" type="dt"/>
          </p:nvPr>
        </p:nvSpPr>
        <p:spPr>
          <a:xfrm>
            <a:off x="628650" y="4767262"/>
            <a:ext cx="2057400" cy="273900"/>
          </a:xfrm>
          <a:prstGeom prst="rect">
            <a:avLst/>
          </a:prstGeom>
          <a:noFill/>
          <a:ln>
            <a:noFill/>
          </a:ln>
        </p:spPr>
        <p:txBody>
          <a:bodyPr anchorCtr="0" anchor="ctr" bIns="68575" lIns="68575" spcFirstLastPara="1" rIns="68575" wrap="square" tIns="68575">
            <a:noAutofit/>
          </a:bodyPr>
          <a:lstStyle>
            <a:lvl1pPr lvl="0" marR="0" rtl="0" algn="l">
              <a:lnSpc>
                <a:spcPct val="100000"/>
              </a:lnSpc>
              <a:spcBef>
                <a:spcPts val="0"/>
              </a:spcBef>
              <a:spcAft>
                <a:spcPts val="0"/>
              </a:spcAft>
              <a:buClr>
                <a:srgbClr val="888888"/>
              </a:buClr>
              <a:buSzPts val="1100"/>
              <a:buFont typeface="Calibri"/>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435" name="Google Shape;435;p86"/>
          <p:cNvSpPr txBox="1"/>
          <p:nvPr>
            <p:ph idx="11" type="ftr"/>
          </p:nvPr>
        </p:nvSpPr>
        <p:spPr>
          <a:xfrm>
            <a:off x="3028950" y="4767262"/>
            <a:ext cx="3086100" cy="273900"/>
          </a:xfrm>
          <a:prstGeom prst="rect">
            <a:avLst/>
          </a:prstGeom>
          <a:noFill/>
          <a:ln>
            <a:noFill/>
          </a:ln>
        </p:spPr>
        <p:txBody>
          <a:bodyPr anchorCtr="0" anchor="ctr" bIns="68575" lIns="68575" spcFirstLastPara="1" rIns="68575" wrap="square" tIns="68575">
            <a:noAutofit/>
          </a:bodyPr>
          <a:lstStyle>
            <a:lvl1pPr lvl="0" marR="0" rtl="0" algn="ctr">
              <a:lnSpc>
                <a:spcPct val="100000"/>
              </a:lnSpc>
              <a:spcBef>
                <a:spcPts val="0"/>
              </a:spcBef>
              <a:spcAft>
                <a:spcPts val="0"/>
              </a:spcAft>
              <a:buClr>
                <a:srgbClr val="888888"/>
              </a:buClr>
              <a:buSzPts val="1100"/>
              <a:buFont typeface="Calibri"/>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436" name="Google Shape;436;p86"/>
          <p:cNvSpPr txBox="1"/>
          <p:nvPr>
            <p:ph idx="12" type="sldNum"/>
          </p:nvPr>
        </p:nvSpPr>
        <p:spPr>
          <a:xfrm>
            <a:off x="6457950" y="4767262"/>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437" name="Shape 437"/>
        <p:cNvGrpSpPr/>
        <p:nvPr/>
      </p:nvGrpSpPr>
      <p:grpSpPr>
        <a:xfrm>
          <a:off x="0" y="0"/>
          <a:ext cx="0" cy="0"/>
          <a:chOff x="0" y="0"/>
          <a:chExt cx="0" cy="0"/>
        </a:xfrm>
      </p:grpSpPr>
      <p:sp>
        <p:nvSpPr>
          <p:cNvPr id="438" name="Google Shape;438;p87"/>
          <p:cNvSpPr txBox="1"/>
          <p:nvPr>
            <p:ph type="title"/>
          </p:nvPr>
        </p:nvSpPr>
        <p:spPr>
          <a:xfrm>
            <a:off x="629840" y="342900"/>
            <a:ext cx="2949000" cy="1200300"/>
          </a:xfrm>
          <a:prstGeom prst="rect">
            <a:avLst/>
          </a:prstGeom>
          <a:noFill/>
          <a:ln>
            <a:noFill/>
          </a:ln>
        </p:spPr>
        <p:txBody>
          <a:bodyPr anchorCtr="0" anchor="b" bIns="68575" lIns="68575" spcFirstLastPara="1" rIns="68575" wrap="square" tIns="68575">
            <a:noAutofit/>
          </a:bodyPr>
          <a:lstStyle>
            <a:lvl1pPr lvl="0" marR="0" rtl="0" algn="l">
              <a:lnSpc>
                <a:spcPct val="90000"/>
              </a:lnSpc>
              <a:spcBef>
                <a:spcPts val="0"/>
              </a:spcBef>
              <a:spcAft>
                <a:spcPts val="0"/>
              </a:spcAft>
              <a:buClr>
                <a:schemeClr val="dk1"/>
              </a:buClr>
              <a:buSzPts val="800"/>
              <a:buFont typeface="Calibri"/>
              <a:buNone/>
              <a:defRPr b="0" i="0" sz="2400" u="none" cap="none" strike="noStrike">
                <a:solidFill>
                  <a:schemeClr val="dk1"/>
                </a:solidFill>
                <a:latin typeface="Calibri"/>
                <a:ea typeface="Calibri"/>
                <a:cs typeface="Calibri"/>
                <a:sym typeface="Calibri"/>
              </a:defRPr>
            </a:lvl1pPr>
            <a:lvl2pPr lvl="1" rtl="0">
              <a:spcBef>
                <a:spcPts val="0"/>
              </a:spcBef>
              <a:spcAft>
                <a:spcPts val="0"/>
              </a:spcAft>
              <a:buSzPts val="1100"/>
              <a:buFont typeface="Arial"/>
              <a:buNone/>
              <a:defRPr sz="1400"/>
            </a:lvl2pPr>
            <a:lvl3pPr lvl="2" rtl="0">
              <a:spcBef>
                <a:spcPts val="0"/>
              </a:spcBef>
              <a:spcAft>
                <a:spcPts val="0"/>
              </a:spcAft>
              <a:buSzPts val="1100"/>
              <a:buFont typeface="Arial"/>
              <a:buNone/>
              <a:defRPr sz="1400"/>
            </a:lvl3pPr>
            <a:lvl4pPr lvl="3" rtl="0">
              <a:spcBef>
                <a:spcPts val="0"/>
              </a:spcBef>
              <a:spcAft>
                <a:spcPts val="0"/>
              </a:spcAft>
              <a:buSzPts val="1100"/>
              <a:buFont typeface="Arial"/>
              <a:buNone/>
              <a:defRPr sz="1400"/>
            </a:lvl4pPr>
            <a:lvl5pPr lvl="4" rtl="0">
              <a:spcBef>
                <a:spcPts val="0"/>
              </a:spcBef>
              <a:spcAft>
                <a:spcPts val="0"/>
              </a:spcAft>
              <a:buSzPts val="1100"/>
              <a:buFont typeface="Arial"/>
              <a:buNone/>
              <a:defRPr sz="1400"/>
            </a:lvl5pPr>
            <a:lvl6pPr lvl="5" rtl="0">
              <a:spcBef>
                <a:spcPts val="0"/>
              </a:spcBef>
              <a:spcAft>
                <a:spcPts val="0"/>
              </a:spcAft>
              <a:buSzPts val="1100"/>
              <a:buFont typeface="Arial"/>
              <a:buNone/>
              <a:defRPr sz="1400"/>
            </a:lvl6pPr>
            <a:lvl7pPr lvl="6" rtl="0">
              <a:spcBef>
                <a:spcPts val="0"/>
              </a:spcBef>
              <a:spcAft>
                <a:spcPts val="0"/>
              </a:spcAft>
              <a:buSzPts val="1100"/>
              <a:buFont typeface="Arial"/>
              <a:buNone/>
              <a:defRPr sz="1400"/>
            </a:lvl7pPr>
            <a:lvl8pPr lvl="7" rtl="0">
              <a:spcBef>
                <a:spcPts val="0"/>
              </a:spcBef>
              <a:spcAft>
                <a:spcPts val="0"/>
              </a:spcAft>
              <a:buSzPts val="1100"/>
              <a:buFont typeface="Arial"/>
              <a:buNone/>
              <a:defRPr sz="1400"/>
            </a:lvl8pPr>
            <a:lvl9pPr lvl="8" rtl="0">
              <a:spcBef>
                <a:spcPts val="0"/>
              </a:spcBef>
              <a:spcAft>
                <a:spcPts val="0"/>
              </a:spcAft>
              <a:buSzPts val="1100"/>
              <a:buFont typeface="Arial"/>
              <a:buNone/>
              <a:defRPr sz="1400"/>
            </a:lvl9pPr>
          </a:lstStyle>
          <a:p/>
        </p:txBody>
      </p:sp>
      <p:sp>
        <p:nvSpPr>
          <p:cNvPr id="439" name="Google Shape;439;p87"/>
          <p:cNvSpPr/>
          <p:nvPr>
            <p:ph idx="2" type="pic"/>
          </p:nvPr>
        </p:nvSpPr>
        <p:spPr>
          <a:xfrm>
            <a:off x="3887390" y="740568"/>
            <a:ext cx="4629300" cy="3655200"/>
          </a:xfrm>
          <a:prstGeom prst="rect">
            <a:avLst/>
          </a:prstGeom>
          <a:noFill/>
          <a:ln>
            <a:noFill/>
          </a:ln>
        </p:spPr>
        <p:txBody>
          <a:bodyPr anchorCtr="0" anchor="t" bIns="68575" lIns="68575" spcFirstLastPara="1" rIns="68575" wrap="square" tIns="68575">
            <a:noAutofit/>
          </a:bodyPr>
          <a:lstStyle>
            <a:lvl1pPr lvl="0" marR="0" rtl="0" algn="l">
              <a:lnSpc>
                <a:spcPct val="90000"/>
              </a:lnSpc>
              <a:spcBef>
                <a:spcPts val="800"/>
              </a:spcBef>
              <a:spcAft>
                <a:spcPts val="0"/>
              </a:spcAft>
              <a:buClr>
                <a:schemeClr val="dk1"/>
              </a:buClr>
              <a:buSzPts val="1100"/>
              <a:buFont typeface="Arial"/>
              <a:buNone/>
              <a:defRPr b="0" i="0" sz="2400" u="none" cap="none" strike="noStrike">
                <a:solidFill>
                  <a:schemeClr val="dk1"/>
                </a:solidFill>
                <a:latin typeface="Calibri"/>
                <a:ea typeface="Calibri"/>
                <a:cs typeface="Calibri"/>
                <a:sym typeface="Calibri"/>
              </a:defRPr>
            </a:lvl1pPr>
            <a:lvl2pPr lvl="1" marR="0" rtl="0" algn="l">
              <a:lnSpc>
                <a:spcPct val="90000"/>
              </a:lnSpc>
              <a:spcBef>
                <a:spcPts val="400"/>
              </a:spcBef>
              <a:spcAft>
                <a:spcPts val="0"/>
              </a:spcAft>
              <a:buClr>
                <a:schemeClr val="dk1"/>
              </a:buClr>
              <a:buSzPts val="1100"/>
              <a:buFont typeface="Arial"/>
              <a:buNone/>
              <a:defRPr b="0" i="0" sz="2100" u="none" cap="none" strike="noStrike">
                <a:solidFill>
                  <a:schemeClr val="dk1"/>
                </a:solidFill>
                <a:latin typeface="Calibri"/>
                <a:ea typeface="Calibri"/>
                <a:cs typeface="Calibri"/>
                <a:sym typeface="Calibri"/>
              </a:defRPr>
            </a:lvl2pPr>
            <a:lvl3pPr lvl="2" marR="0" rtl="0" algn="l">
              <a:lnSpc>
                <a:spcPct val="90000"/>
              </a:lnSpc>
              <a:spcBef>
                <a:spcPts val="400"/>
              </a:spcBef>
              <a:spcAft>
                <a:spcPts val="0"/>
              </a:spcAft>
              <a:buClr>
                <a:schemeClr val="dk1"/>
              </a:buClr>
              <a:buSzPts val="1100"/>
              <a:buFont typeface="Arial"/>
              <a:buNone/>
              <a:defRPr b="0" i="0" sz="1800" u="none" cap="none" strike="noStrike">
                <a:solidFill>
                  <a:schemeClr val="dk1"/>
                </a:solidFill>
                <a:latin typeface="Calibri"/>
                <a:ea typeface="Calibri"/>
                <a:cs typeface="Calibri"/>
                <a:sym typeface="Calibri"/>
              </a:defRPr>
            </a:lvl3pPr>
            <a:lvl4pPr lvl="3" marR="0" rtl="0" algn="l">
              <a:lnSpc>
                <a:spcPct val="90000"/>
              </a:lnSpc>
              <a:spcBef>
                <a:spcPts val="400"/>
              </a:spcBef>
              <a:spcAft>
                <a:spcPts val="0"/>
              </a:spcAft>
              <a:buClr>
                <a:schemeClr val="dk1"/>
              </a:buClr>
              <a:buSzPts val="1100"/>
              <a:buFont typeface="Arial"/>
              <a:buNone/>
              <a:defRPr b="0" i="0" sz="1500" u="none" cap="none" strike="noStrike">
                <a:solidFill>
                  <a:schemeClr val="dk1"/>
                </a:solidFill>
                <a:latin typeface="Calibri"/>
                <a:ea typeface="Calibri"/>
                <a:cs typeface="Calibri"/>
                <a:sym typeface="Calibri"/>
              </a:defRPr>
            </a:lvl4pPr>
            <a:lvl5pPr lvl="4" marR="0" rtl="0" algn="l">
              <a:lnSpc>
                <a:spcPct val="90000"/>
              </a:lnSpc>
              <a:spcBef>
                <a:spcPts val="400"/>
              </a:spcBef>
              <a:spcAft>
                <a:spcPts val="0"/>
              </a:spcAft>
              <a:buClr>
                <a:schemeClr val="dk1"/>
              </a:buClr>
              <a:buSzPts val="1100"/>
              <a:buFont typeface="Arial"/>
              <a:buNone/>
              <a:defRPr b="0" i="0" sz="1500" u="none" cap="none" strike="noStrike">
                <a:solidFill>
                  <a:schemeClr val="dk1"/>
                </a:solidFill>
                <a:latin typeface="Calibri"/>
                <a:ea typeface="Calibri"/>
                <a:cs typeface="Calibri"/>
                <a:sym typeface="Calibri"/>
              </a:defRPr>
            </a:lvl5pPr>
            <a:lvl6pPr lvl="5" marR="0" rtl="0" algn="l">
              <a:lnSpc>
                <a:spcPct val="90000"/>
              </a:lnSpc>
              <a:spcBef>
                <a:spcPts val="400"/>
              </a:spcBef>
              <a:spcAft>
                <a:spcPts val="0"/>
              </a:spcAft>
              <a:buClr>
                <a:schemeClr val="dk1"/>
              </a:buClr>
              <a:buSzPts val="1100"/>
              <a:buFont typeface="Arial"/>
              <a:buNone/>
              <a:defRPr b="0" i="0" sz="1500" u="none" cap="none" strike="noStrike">
                <a:solidFill>
                  <a:schemeClr val="dk1"/>
                </a:solidFill>
                <a:latin typeface="Calibri"/>
                <a:ea typeface="Calibri"/>
                <a:cs typeface="Calibri"/>
                <a:sym typeface="Calibri"/>
              </a:defRPr>
            </a:lvl6pPr>
            <a:lvl7pPr lvl="6" marR="0" rtl="0" algn="l">
              <a:lnSpc>
                <a:spcPct val="90000"/>
              </a:lnSpc>
              <a:spcBef>
                <a:spcPts val="400"/>
              </a:spcBef>
              <a:spcAft>
                <a:spcPts val="0"/>
              </a:spcAft>
              <a:buClr>
                <a:schemeClr val="dk1"/>
              </a:buClr>
              <a:buSzPts val="1100"/>
              <a:buFont typeface="Arial"/>
              <a:buNone/>
              <a:defRPr b="0" i="0" sz="1500" u="none" cap="none" strike="noStrike">
                <a:solidFill>
                  <a:schemeClr val="dk1"/>
                </a:solidFill>
                <a:latin typeface="Calibri"/>
                <a:ea typeface="Calibri"/>
                <a:cs typeface="Calibri"/>
                <a:sym typeface="Calibri"/>
              </a:defRPr>
            </a:lvl7pPr>
            <a:lvl8pPr lvl="7" marR="0" rtl="0" algn="l">
              <a:lnSpc>
                <a:spcPct val="90000"/>
              </a:lnSpc>
              <a:spcBef>
                <a:spcPts val="400"/>
              </a:spcBef>
              <a:spcAft>
                <a:spcPts val="0"/>
              </a:spcAft>
              <a:buClr>
                <a:schemeClr val="dk1"/>
              </a:buClr>
              <a:buSzPts val="1100"/>
              <a:buFont typeface="Arial"/>
              <a:buNone/>
              <a:defRPr b="0" i="0" sz="1500" u="none" cap="none" strike="noStrike">
                <a:solidFill>
                  <a:schemeClr val="dk1"/>
                </a:solidFill>
                <a:latin typeface="Calibri"/>
                <a:ea typeface="Calibri"/>
                <a:cs typeface="Calibri"/>
                <a:sym typeface="Calibri"/>
              </a:defRPr>
            </a:lvl8pPr>
            <a:lvl9pPr lvl="8" marR="0" rtl="0" algn="l">
              <a:lnSpc>
                <a:spcPct val="90000"/>
              </a:lnSpc>
              <a:spcBef>
                <a:spcPts val="400"/>
              </a:spcBef>
              <a:spcAft>
                <a:spcPts val="0"/>
              </a:spcAft>
              <a:buClr>
                <a:schemeClr val="dk1"/>
              </a:buClr>
              <a:buSzPts val="1100"/>
              <a:buFont typeface="Arial"/>
              <a:buNone/>
              <a:defRPr b="0" i="0" sz="1500" u="none" cap="none" strike="noStrike">
                <a:solidFill>
                  <a:schemeClr val="dk1"/>
                </a:solidFill>
                <a:latin typeface="Calibri"/>
                <a:ea typeface="Calibri"/>
                <a:cs typeface="Calibri"/>
                <a:sym typeface="Calibri"/>
              </a:defRPr>
            </a:lvl9pPr>
          </a:lstStyle>
          <a:p/>
        </p:txBody>
      </p:sp>
      <p:sp>
        <p:nvSpPr>
          <p:cNvPr id="440" name="Google Shape;440;p87"/>
          <p:cNvSpPr txBox="1"/>
          <p:nvPr>
            <p:ph idx="1" type="body"/>
          </p:nvPr>
        </p:nvSpPr>
        <p:spPr>
          <a:xfrm>
            <a:off x="629840" y="1543050"/>
            <a:ext cx="2949000" cy="2858700"/>
          </a:xfrm>
          <a:prstGeom prst="rect">
            <a:avLst/>
          </a:prstGeom>
          <a:noFill/>
          <a:ln>
            <a:noFill/>
          </a:ln>
        </p:spPr>
        <p:txBody>
          <a:bodyPr anchorCtr="0" anchor="t" bIns="68575" lIns="68575" spcFirstLastPara="1" rIns="68575" wrap="square" tIns="68575">
            <a:noAutofit/>
          </a:bodyPr>
          <a:lstStyle>
            <a:lvl1pPr indent="-228600" lvl="0" marL="457200" marR="0" rtl="0" algn="l">
              <a:lnSpc>
                <a:spcPct val="90000"/>
              </a:lnSpc>
              <a:spcBef>
                <a:spcPts val="8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Calibri"/>
                <a:ea typeface="Calibri"/>
                <a:cs typeface="Calibri"/>
                <a:sym typeface="Calibri"/>
              </a:defRPr>
            </a:lvl2pPr>
            <a:lvl3pPr indent="-228600" lvl="2" marL="1371600" marR="0" rtl="0" algn="l">
              <a:lnSpc>
                <a:spcPct val="90000"/>
              </a:lnSpc>
              <a:spcBef>
                <a:spcPts val="40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3pPr>
            <a:lvl4pPr indent="-228600" lvl="3" marL="18288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4pPr>
            <a:lvl5pPr indent="-228600" lvl="4" marL="22860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5pPr>
            <a:lvl6pPr indent="-228600" lvl="5" marL="27432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6pPr>
            <a:lvl7pPr indent="-228600" lvl="6" marL="32004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7pPr>
            <a:lvl8pPr indent="-228600" lvl="7" marL="36576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8pPr>
            <a:lvl9pPr indent="-228600" lvl="8" marL="4114800" marR="0" rtl="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9pPr>
          </a:lstStyle>
          <a:p/>
        </p:txBody>
      </p:sp>
      <p:sp>
        <p:nvSpPr>
          <p:cNvPr id="441" name="Google Shape;441;p87"/>
          <p:cNvSpPr txBox="1"/>
          <p:nvPr>
            <p:ph idx="10" type="dt"/>
          </p:nvPr>
        </p:nvSpPr>
        <p:spPr>
          <a:xfrm>
            <a:off x="628650" y="4767262"/>
            <a:ext cx="2057400" cy="273900"/>
          </a:xfrm>
          <a:prstGeom prst="rect">
            <a:avLst/>
          </a:prstGeom>
          <a:noFill/>
          <a:ln>
            <a:noFill/>
          </a:ln>
        </p:spPr>
        <p:txBody>
          <a:bodyPr anchorCtr="0" anchor="ctr" bIns="68575" lIns="68575" spcFirstLastPara="1" rIns="68575" wrap="square" tIns="68575">
            <a:noAutofit/>
          </a:bodyPr>
          <a:lstStyle>
            <a:lvl1pPr lvl="0" marR="0" rtl="0" algn="l">
              <a:lnSpc>
                <a:spcPct val="100000"/>
              </a:lnSpc>
              <a:spcBef>
                <a:spcPts val="0"/>
              </a:spcBef>
              <a:spcAft>
                <a:spcPts val="0"/>
              </a:spcAft>
              <a:buClr>
                <a:srgbClr val="888888"/>
              </a:buClr>
              <a:buSzPts val="1100"/>
              <a:buFont typeface="Calibri"/>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442" name="Google Shape;442;p87"/>
          <p:cNvSpPr txBox="1"/>
          <p:nvPr>
            <p:ph idx="11" type="ftr"/>
          </p:nvPr>
        </p:nvSpPr>
        <p:spPr>
          <a:xfrm>
            <a:off x="3028950" y="4767262"/>
            <a:ext cx="3086100" cy="273900"/>
          </a:xfrm>
          <a:prstGeom prst="rect">
            <a:avLst/>
          </a:prstGeom>
          <a:noFill/>
          <a:ln>
            <a:noFill/>
          </a:ln>
        </p:spPr>
        <p:txBody>
          <a:bodyPr anchorCtr="0" anchor="ctr" bIns="68575" lIns="68575" spcFirstLastPara="1" rIns="68575" wrap="square" tIns="68575">
            <a:noAutofit/>
          </a:bodyPr>
          <a:lstStyle>
            <a:lvl1pPr lvl="0" marR="0" rtl="0" algn="ctr">
              <a:lnSpc>
                <a:spcPct val="100000"/>
              </a:lnSpc>
              <a:spcBef>
                <a:spcPts val="0"/>
              </a:spcBef>
              <a:spcAft>
                <a:spcPts val="0"/>
              </a:spcAft>
              <a:buClr>
                <a:srgbClr val="888888"/>
              </a:buClr>
              <a:buSzPts val="1100"/>
              <a:buFont typeface="Calibri"/>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443" name="Google Shape;443;p87"/>
          <p:cNvSpPr txBox="1"/>
          <p:nvPr>
            <p:ph idx="12" type="sldNum"/>
          </p:nvPr>
        </p:nvSpPr>
        <p:spPr>
          <a:xfrm>
            <a:off x="6457950" y="4767262"/>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444" name="Shape 444"/>
        <p:cNvGrpSpPr/>
        <p:nvPr/>
      </p:nvGrpSpPr>
      <p:grpSpPr>
        <a:xfrm>
          <a:off x="0" y="0"/>
          <a:ext cx="0" cy="0"/>
          <a:chOff x="0" y="0"/>
          <a:chExt cx="0" cy="0"/>
        </a:xfrm>
      </p:grpSpPr>
      <p:sp>
        <p:nvSpPr>
          <p:cNvPr id="445" name="Google Shape;445;p88"/>
          <p:cNvSpPr txBox="1"/>
          <p:nvPr>
            <p:ph type="title"/>
          </p:nvPr>
        </p:nvSpPr>
        <p:spPr>
          <a:xfrm>
            <a:off x="628650" y="273843"/>
            <a:ext cx="7886700" cy="994200"/>
          </a:xfrm>
          <a:prstGeom prst="rect">
            <a:avLst/>
          </a:prstGeom>
          <a:noFill/>
          <a:ln>
            <a:noFill/>
          </a:ln>
        </p:spPr>
        <p:txBody>
          <a:bodyPr anchorCtr="0" anchor="ctr" bIns="68575" lIns="68575" spcFirstLastPara="1" rIns="68575" wrap="square" tIns="68575">
            <a:noAutofit/>
          </a:bodyPr>
          <a:lstStyle>
            <a:lvl1pPr lvl="0" marR="0" rtl="0" algn="l">
              <a:lnSpc>
                <a:spcPct val="90000"/>
              </a:lnSpc>
              <a:spcBef>
                <a:spcPts val="0"/>
              </a:spcBef>
              <a:spcAft>
                <a:spcPts val="0"/>
              </a:spcAft>
              <a:buClr>
                <a:schemeClr val="dk1"/>
              </a:buClr>
              <a:buSzPts val="11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100"/>
              <a:buFont typeface="Arial"/>
              <a:buNone/>
              <a:defRPr sz="1400"/>
            </a:lvl2pPr>
            <a:lvl3pPr lvl="2" rtl="0">
              <a:spcBef>
                <a:spcPts val="0"/>
              </a:spcBef>
              <a:spcAft>
                <a:spcPts val="0"/>
              </a:spcAft>
              <a:buSzPts val="1100"/>
              <a:buFont typeface="Arial"/>
              <a:buNone/>
              <a:defRPr sz="1400"/>
            </a:lvl3pPr>
            <a:lvl4pPr lvl="3" rtl="0">
              <a:spcBef>
                <a:spcPts val="0"/>
              </a:spcBef>
              <a:spcAft>
                <a:spcPts val="0"/>
              </a:spcAft>
              <a:buSzPts val="1100"/>
              <a:buFont typeface="Arial"/>
              <a:buNone/>
              <a:defRPr sz="1400"/>
            </a:lvl4pPr>
            <a:lvl5pPr lvl="4" rtl="0">
              <a:spcBef>
                <a:spcPts val="0"/>
              </a:spcBef>
              <a:spcAft>
                <a:spcPts val="0"/>
              </a:spcAft>
              <a:buSzPts val="1100"/>
              <a:buFont typeface="Arial"/>
              <a:buNone/>
              <a:defRPr sz="1400"/>
            </a:lvl5pPr>
            <a:lvl6pPr lvl="5" rtl="0">
              <a:spcBef>
                <a:spcPts val="0"/>
              </a:spcBef>
              <a:spcAft>
                <a:spcPts val="0"/>
              </a:spcAft>
              <a:buSzPts val="1100"/>
              <a:buFont typeface="Arial"/>
              <a:buNone/>
              <a:defRPr sz="1400"/>
            </a:lvl6pPr>
            <a:lvl7pPr lvl="6" rtl="0">
              <a:spcBef>
                <a:spcPts val="0"/>
              </a:spcBef>
              <a:spcAft>
                <a:spcPts val="0"/>
              </a:spcAft>
              <a:buSzPts val="1100"/>
              <a:buFont typeface="Arial"/>
              <a:buNone/>
              <a:defRPr sz="1400"/>
            </a:lvl7pPr>
            <a:lvl8pPr lvl="7" rtl="0">
              <a:spcBef>
                <a:spcPts val="0"/>
              </a:spcBef>
              <a:spcAft>
                <a:spcPts val="0"/>
              </a:spcAft>
              <a:buSzPts val="1100"/>
              <a:buFont typeface="Arial"/>
              <a:buNone/>
              <a:defRPr sz="1400"/>
            </a:lvl8pPr>
            <a:lvl9pPr lvl="8" rtl="0">
              <a:spcBef>
                <a:spcPts val="0"/>
              </a:spcBef>
              <a:spcAft>
                <a:spcPts val="0"/>
              </a:spcAft>
              <a:buSzPts val="1100"/>
              <a:buFont typeface="Arial"/>
              <a:buNone/>
              <a:defRPr sz="1400"/>
            </a:lvl9pPr>
          </a:lstStyle>
          <a:p/>
        </p:txBody>
      </p:sp>
      <p:sp>
        <p:nvSpPr>
          <p:cNvPr id="446" name="Google Shape;446;p88"/>
          <p:cNvSpPr txBox="1"/>
          <p:nvPr>
            <p:ph idx="1" type="body"/>
          </p:nvPr>
        </p:nvSpPr>
        <p:spPr>
          <a:xfrm rot="5400000">
            <a:off x="2940300" y="-942431"/>
            <a:ext cx="3263400" cy="7886700"/>
          </a:xfrm>
          <a:prstGeom prst="rect">
            <a:avLst/>
          </a:prstGeom>
          <a:noFill/>
          <a:ln>
            <a:noFill/>
          </a:ln>
        </p:spPr>
        <p:txBody>
          <a:bodyPr anchorCtr="0" anchor="t" bIns="68575" lIns="68575" spcFirstLastPara="1" rIns="68575" wrap="square" tIns="68575">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447" name="Google Shape;447;p88"/>
          <p:cNvSpPr txBox="1"/>
          <p:nvPr>
            <p:ph idx="10" type="dt"/>
          </p:nvPr>
        </p:nvSpPr>
        <p:spPr>
          <a:xfrm>
            <a:off x="628650" y="4767262"/>
            <a:ext cx="2057400" cy="273900"/>
          </a:xfrm>
          <a:prstGeom prst="rect">
            <a:avLst/>
          </a:prstGeom>
          <a:noFill/>
          <a:ln>
            <a:noFill/>
          </a:ln>
        </p:spPr>
        <p:txBody>
          <a:bodyPr anchorCtr="0" anchor="ctr" bIns="68575" lIns="68575" spcFirstLastPara="1" rIns="68575" wrap="square" tIns="68575">
            <a:noAutofit/>
          </a:bodyPr>
          <a:lstStyle>
            <a:lvl1pPr lvl="0" marR="0" rtl="0" algn="l">
              <a:lnSpc>
                <a:spcPct val="100000"/>
              </a:lnSpc>
              <a:spcBef>
                <a:spcPts val="0"/>
              </a:spcBef>
              <a:spcAft>
                <a:spcPts val="0"/>
              </a:spcAft>
              <a:buClr>
                <a:srgbClr val="888888"/>
              </a:buClr>
              <a:buSzPts val="1100"/>
              <a:buFont typeface="Calibri"/>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448" name="Google Shape;448;p88"/>
          <p:cNvSpPr txBox="1"/>
          <p:nvPr>
            <p:ph idx="11" type="ftr"/>
          </p:nvPr>
        </p:nvSpPr>
        <p:spPr>
          <a:xfrm>
            <a:off x="3028950" y="4767262"/>
            <a:ext cx="3086100" cy="273900"/>
          </a:xfrm>
          <a:prstGeom prst="rect">
            <a:avLst/>
          </a:prstGeom>
          <a:noFill/>
          <a:ln>
            <a:noFill/>
          </a:ln>
        </p:spPr>
        <p:txBody>
          <a:bodyPr anchorCtr="0" anchor="ctr" bIns="68575" lIns="68575" spcFirstLastPara="1" rIns="68575" wrap="square" tIns="68575">
            <a:noAutofit/>
          </a:bodyPr>
          <a:lstStyle>
            <a:lvl1pPr lvl="0" marR="0" rtl="0" algn="ctr">
              <a:lnSpc>
                <a:spcPct val="100000"/>
              </a:lnSpc>
              <a:spcBef>
                <a:spcPts val="0"/>
              </a:spcBef>
              <a:spcAft>
                <a:spcPts val="0"/>
              </a:spcAft>
              <a:buClr>
                <a:srgbClr val="888888"/>
              </a:buClr>
              <a:buSzPts val="1100"/>
              <a:buFont typeface="Calibri"/>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449" name="Google Shape;449;p88"/>
          <p:cNvSpPr txBox="1"/>
          <p:nvPr>
            <p:ph idx="12" type="sldNum"/>
          </p:nvPr>
        </p:nvSpPr>
        <p:spPr>
          <a:xfrm>
            <a:off x="6457950" y="4767262"/>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is" type="vertTitleAndTx">
  <p:cSld name="VERTICAL_TITLE_AND_VERTICAL_TEXT">
    <p:spTree>
      <p:nvGrpSpPr>
        <p:cNvPr id="450" name="Shape 450"/>
        <p:cNvGrpSpPr/>
        <p:nvPr/>
      </p:nvGrpSpPr>
      <p:grpSpPr>
        <a:xfrm>
          <a:off x="0" y="0"/>
          <a:ext cx="0" cy="0"/>
          <a:chOff x="0" y="0"/>
          <a:chExt cx="0" cy="0"/>
        </a:xfrm>
      </p:grpSpPr>
      <p:sp>
        <p:nvSpPr>
          <p:cNvPr id="451" name="Google Shape;451;p89"/>
          <p:cNvSpPr txBox="1"/>
          <p:nvPr>
            <p:ph type="title"/>
          </p:nvPr>
        </p:nvSpPr>
        <p:spPr>
          <a:xfrm rot="5400000">
            <a:off x="5350050" y="1467543"/>
            <a:ext cx="4359000" cy="1971600"/>
          </a:xfrm>
          <a:prstGeom prst="rect">
            <a:avLst/>
          </a:prstGeom>
          <a:noFill/>
          <a:ln>
            <a:noFill/>
          </a:ln>
        </p:spPr>
        <p:txBody>
          <a:bodyPr anchorCtr="0" anchor="ctr" bIns="68575" lIns="68575" spcFirstLastPara="1" rIns="68575" wrap="square" tIns="68575">
            <a:noAutofit/>
          </a:bodyPr>
          <a:lstStyle>
            <a:lvl1pPr lvl="0" marR="0" rtl="0" algn="l">
              <a:lnSpc>
                <a:spcPct val="90000"/>
              </a:lnSpc>
              <a:spcBef>
                <a:spcPts val="0"/>
              </a:spcBef>
              <a:spcAft>
                <a:spcPts val="0"/>
              </a:spcAft>
              <a:buClr>
                <a:schemeClr val="dk1"/>
              </a:buClr>
              <a:buSzPts val="11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100"/>
              <a:buFont typeface="Arial"/>
              <a:buNone/>
              <a:defRPr sz="1400"/>
            </a:lvl2pPr>
            <a:lvl3pPr lvl="2" rtl="0">
              <a:spcBef>
                <a:spcPts val="0"/>
              </a:spcBef>
              <a:spcAft>
                <a:spcPts val="0"/>
              </a:spcAft>
              <a:buSzPts val="1100"/>
              <a:buFont typeface="Arial"/>
              <a:buNone/>
              <a:defRPr sz="1400"/>
            </a:lvl3pPr>
            <a:lvl4pPr lvl="3" rtl="0">
              <a:spcBef>
                <a:spcPts val="0"/>
              </a:spcBef>
              <a:spcAft>
                <a:spcPts val="0"/>
              </a:spcAft>
              <a:buSzPts val="1100"/>
              <a:buFont typeface="Arial"/>
              <a:buNone/>
              <a:defRPr sz="1400"/>
            </a:lvl4pPr>
            <a:lvl5pPr lvl="4" rtl="0">
              <a:spcBef>
                <a:spcPts val="0"/>
              </a:spcBef>
              <a:spcAft>
                <a:spcPts val="0"/>
              </a:spcAft>
              <a:buSzPts val="1100"/>
              <a:buFont typeface="Arial"/>
              <a:buNone/>
              <a:defRPr sz="1400"/>
            </a:lvl5pPr>
            <a:lvl6pPr lvl="5" rtl="0">
              <a:spcBef>
                <a:spcPts val="0"/>
              </a:spcBef>
              <a:spcAft>
                <a:spcPts val="0"/>
              </a:spcAft>
              <a:buSzPts val="1100"/>
              <a:buFont typeface="Arial"/>
              <a:buNone/>
              <a:defRPr sz="1400"/>
            </a:lvl6pPr>
            <a:lvl7pPr lvl="6" rtl="0">
              <a:spcBef>
                <a:spcPts val="0"/>
              </a:spcBef>
              <a:spcAft>
                <a:spcPts val="0"/>
              </a:spcAft>
              <a:buSzPts val="1100"/>
              <a:buFont typeface="Arial"/>
              <a:buNone/>
              <a:defRPr sz="1400"/>
            </a:lvl7pPr>
            <a:lvl8pPr lvl="7" rtl="0">
              <a:spcBef>
                <a:spcPts val="0"/>
              </a:spcBef>
              <a:spcAft>
                <a:spcPts val="0"/>
              </a:spcAft>
              <a:buSzPts val="1100"/>
              <a:buFont typeface="Arial"/>
              <a:buNone/>
              <a:defRPr sz="1400"/>
            </a:lvl8pPr>
            <a:lvl9pPr lvl="8" rtl="0">
              <a:spcBef>
                <a:spcPts val="0"/>
              </a:spcBef>
              <a:spcAft>
                <a:spcPts val="0"/>
              </a:spcAft>
              <a:buSzPts val="1100"/>
              <a:buFont typeface="Arial"/>
              <a:buNone/>
              <a:defRPr sz="1400"/>
            </a:lvl9pPr>
          </a:lstStyle>
          <a:p/>
        </p:txBody>
      </p:sp>
      <p:sp>
        <p:nvSpPr>
          <p:cNvPr id="452" name="Google Shape;452;p89"/>
          <p:cNvSpPr txBox="1"/>
          <p:nvPr>
            <p:ph idx="1" type="body"/>
          </p:nvPr>
        </p:nvSpPr>
        <p:spPr>
          <a:xfrm rot="5400000">
            <a:off x="1349475" y="-447056"/>
            <a:ext cx="4359000" cy="5800800"/>
          </a:xfrm>
          <a:prstGeom prst="rect">
            <a:avLst/>
          </a:prstGeom>
          <a:noFill/>
          <a:ln>
            <a:noFill/>
          </a:ln>
        </p:spPr>
        <p:txBody>
          <a:bodyPr anchorCtr="0" anchor="t" bIns="68575" lIns="68575" spcFirstLastPara="1" rIns="68575" wrap="square" tIns="68575">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453" name="Google Shape;453;p89"/>
          <p:cNvSpPr txBox="1"/>
          <p:nvPr>
            <p:ph idx="10" type="dt"/>
          </p:nvPr>
        </p:nvSpPr>
        <p:spPr>
          <a:xfrm>
            <a:off x="628650" y="4767262"/>
            <a:ext cx="2057400" cy="273900"/>
          </a:xfrm>
          <a:prstGeom prst="rect">
            <a:avLst/>
          </a:prstGeom>
          <a:noFill/>
          <a:ln>
            <a:noFill/>
          </a:ln>
        </p:spPr>
        <p:txBody>
          <a:bodyPr anchorCtr="0" anchor="ctr" bIns="68575" lIns="68575" spcFirstLastPara="1" rIns="68575" wrap="square" tIns="68575">
            <a:noAutofit/>
          </a:bodyPr>
          <a:lstStyle>
            <a:lvl1pPr lvl="0" marR="0" rtl="0" algn="l">
              <a:lnSpc>
                <a:spcPct val="100000"/>
              </a:lnSpc>
              <a:spcBef>
                <a:spcPts val="0"/>
              </a:spcBef>
              <a:spcAft>
                <a:spcPts val="0"/>
              </a:spcAft>
              <a:buClr>
                <a:srgbClr val="888888"/>
              </a:buClr>
              <a:buSzPts val="1100"/>
              <a:buFont typeface="Calibri"/>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454" name="Google Shape;454;p89"/>
          <p:cNvSpPr txBox="1"/>
          <p:nvPr>
            <p:ph idx="11" type="ftr"/>
          </p:nvPr>
        </p:nvSpPr>
        <p:spPr>
          <a:xfrm>
            <a:off x="3028950" y="4767262"/>
            <a:ext cx="3086100" cy="273900"/>
          </a:xfrm>
          <a:prstGeom prst="rect">
            <a:avLst/>
          </a:prstGeom>
          <a:noFill/>
          <a:ln>
            <a:noFill/>
          </a:ln>
        </p:spPr>
        <p:txBody>
          <a:bodyPr anchorCtr="0" anchor="ctr" bIns="68575" lIns="68575" spcFirstLastPara="1" rIns="68575" wrap="square" tIns="68575">
            <a:noAutofit/>
          </a:bodyPr>
          <a:lstStyle>
            <a:lvl1pPr lvl="0" marR="0" rtl="0" algn="ctr">
              <a:lnSpc>
                <a:spcPct val="100000"/>
              </a:lnSpc>
              <a:spcBef>
                <a:spcPts val="0"/>
              </a:spcBef>
              <a:spcAft>
                <a:spcPts val="0"/>
              </a:spcAft>
              <a:buClr>
                <a:srgbClr val="888888"/>
              </a:buClr>
              <a:buSzPts val="1100"/>
              <a:buFont typeface="Calibri"/>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455" name="Google Shape;455;p89"/>
          <p:cNvSpPr txBox="1"/>
          <p:nvPr>
            <p:ph idx="12" type="sldNum"/>
          </p:nvPr>
        </p:nvSpPr>
        <p:spPr>
          <a:xfrm>
            <a:off x="6457950" y="4767262"/>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60" name="Shape 460"/>
        <p:cNvGrpSpPr/>
        <p:nvPr/>
      </p:nvGrpSpPr>
      <p:grpSpPr>
        <a:xfrm>
          <a:off x="0" y="0"/>
          <a:ext cx="0" cy="0"/>
          <a:chOff x="0" y="0"/>
          <a:chExt cx="0" cy="0"/>
        </a:xfrm>
      </p:grpSpPr>
      <p:sp>
        <p:nvSpPr>
          <p:cNvPr id="461" name="Google Shape;461;p91"/>
          <p:cNvSpPr/>
          <p:nvPr/>
        </p:nvSpPr>
        <p:spPr>
          <a:xfrm>
            <a:off x="-41575" y="2651100"/>
            <a:ext cx="9237600" cy="2534100"/>
          </a:xfrm>
          <a:prstGeom prst="rect">
            <a:avLst/>
          </a:prstGeom>
          <a:solidFill>
            <a:srgbClr val="EE27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91"/>
          <p:cNvSpPr txBox="1"/>
          <p:nvPr>
            <p:ph type="ctrTitle"/>
          </p:nvPr>
        </p:nvSpPr>
        <p:spPr>
          <a:xfrm>
            <a:off x="485875" y="264475"/>
            <a:ext cx="8183700" cy="1473600"/>
          </a:xfrm>
          <a:prstGeom prst="rect">
            <a:avLst/>
          </a:prstGeom>
        </p:spPr>
        <p:txBody>
          <a:bodyPr anchorCtr="0" anchor="b" bIns="91425" lIns="91425" spcFirstLastPara="1" rIns="91425" wrap="square" tIns="91425">
            <a:noAutofit/>
          </a:bodyPr>
          <a:lstStyle>
            <a:lvl1pPr lvl="0" rtl="0">
              <a:spcBef>
                <a:spcPts val="0"/>
              </a:spcBef>
              <a:spcAft>
                <a:spcPts val="0"/>
              </a:spcAft>
              <a:buSzPts val="4200"/>
              <a:buFont typeface="Open Sans"/>
              <a:buNone/>
              <a:defRPr sz="4200">
                <a:latin typeface="Open Sans"/>
                <a:ea typeface="Open Sans"/>
                <a:cs typeface="Open Sans"/>
                <a:sym typeface="Open Sans"/>
              </a:defRPr>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p:txBody>
      </p:sp>
      <p:sp>
        <p:nvSpPr>
          <p:cNvPr id="463" name="Google Shape;463;p91"/>
          <p:cNvSpPr txBox="1"/>
          <p:nvPr>
            <p:ph idx="1" type="subTitle"/>
          </p:nvPr>
        </p:nvSpPr>
        <p:spPr>
          <a:xfrm>
            <a:off x="485875" y="1738075"/>
            <a:ext cx="8183700" cy="861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Open Sans"/>
              <a:buNone/>
              <a:defRPr sz="2400">
                <a:latin typeface="Open Sans"/>
                <a:ea typeface="Open Sans"/>
                <a:cs typeface="Open Sans"/>
                <a:sym typeface="Open Sans"/>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p:txBody>
      </p:sp>
      <p:sp>
        <p:nvSpPr>
          <p:cNvPr id="464" name="Google Shape;464;p91"/>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65" name="Shape 465"/>
        <p:cNvGrpSpPr/>
        <p:nvPr/>
      </p:nvGrpSpPr>
      <p:grpSpPr>
        <a:xfrm>
          <a:off x="0" y="0"/>
          <a:ext cx="0" cy="0"/>
          <a:chOff x="0" y="0"/>
          <a:chExt cx="0" cy="0"/>
        </a:xfrm>
      </p:grpSpPr>
      <p:sp>
        <p:nvSpPr>
          <p:cNvPr id="466" name="Google Shape;466;p92"/>
          <p:cNvSpPr txBox="1"/>
          <p:nvPr>
            <p:ph type="title"/>
          </p:nvPr>
        </p:nvSpPr>
        <p:spPr>
          <a:xfrm>
            <a:off x="485875" y="1714500"/>
            <a:ext cx="8183700" cy="7857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Font typeface="Open Sans"/>
              <a:buNone/>
              <a:defRPr sz="3600">
                <a:latin typeface="Open Sans"/>
                <a:ea typeface="Open Sans"/>
                <a:cs typeface="Open Sans"/>
                <a:sym typeface="Open Sans"/>
              </a:defRPr>
            </a:lvl1pPr>
            <a:lvl2pPr lvl="1" rtl="0">
              <a:spcBef>
                <a:spcPts val="0"/>
              </a:spcBef>
              <a:spcAft>
                <a:spcPts val="0"/>
              </a:spcAft>
              <a:buSzPts val="3600"/>
              <a:buFont typeface="Open Sans"/>
              <a:buNone/>
              <a:defRPr sz="3600">
                <a:latin typeface="Open Sans"/>
                <a:ea typeface="Open Sans"/>
                <a:cs typeface="Open Sans"/>
                <a:sym typeface="Open Sans"/>
              </a:defRPr>
            </a:lvl2pPr>
            <a:lvl3pPr lvl="2" rtl="0">
              <a:spcBef>
                <a:spcPts val="0"/>
              </a:spcBef>
              <a:spcAft>
                <a:spcPts val="0"/>
              </a:spcAft>
              <a:buSzPts val="3600"/>
              <a:buFont typeface="Open Sans"/>
              <a:buNone/>
              <a:defRPr sz="3600">
                <a:latin typeface="Open Sans"/>
                <a:ea typeface="Open Sans"/>
                <a:cs typeface="Open Sans"/>
                <a:sym typeface="Open Sans"/>
              </a:defRPr>
            </a:lvl3pPr>
            <a:lvl4pPr lvl="3" rtl="0">
              <a:spcBef>
                <a:spcPts val="0"/>
              </a:spcBef>
              <a:spcAft>
                <a:spcPts val="0"/>
              </a:spcAft>
              <a:buSzPts val="3600"/>
              <a:buFont typeface="Open Sans"/>
              <a:buNone/>
              <a:defRPr sz="3600">
                <a:latin typeface="Open Sans"/>
                <a:ea typeface="Open Sans"/>
                <a:cs typeface="Open Sans"/>
                <a:sym typeface="Open Sans"/>
              </a:defRPr>
            </a:lvl4pPr>
            <a:lvl5pPr lvl="4" rtl="0">
              <a:spcBef>
                <a:spcPts val="0"/>
              </a:spcBef>
              <a:spcAft>
                <a:spcPts val="0"/>
              </a:spcAft>
              <a:buSzPts val="3600"/>
              <a:buFont typeface="Open Sans"/>
              <a:buNone/>
              <a:defRPr sz="3600">
                <a:latin typeface="Open Sans"/>
                <a:ea typeface="Open Sans"/>
                <a:cs typeface="Open Sans"/>
                <a:sym typeface="Open Sans"/>
              </a:defRPr>
            </a:lvl5pPr>
            <a:lvl6pPr lvl="5" rtl="0">
              <a:spcBef>
                <a:spcPts val="0"/>
              </a:spcBef>
              <a:spcAft>
                <a:spcPts val="0"/>
              </a:spcAft>
              <a:buSzPts val="3600"/>
              <a:buFont typeface="Open Sans"/>
              <a:buNone/>
              <a:defRPr sz="3600">
                <a:latin typeface="Open Sans"/>
                <a:ea typeface="Open Sans"/>
                <a:cs typeface="Open Sans"/>
                <a:sym typeface="Open Sans"/>
              </a:defRPr>
            </a:lvl6pPr>
            <a:lvl7pPr lvl="6" rtl="0">
              <a:spcBef>
                <a:spcPts val="0"/>
              </a:spcBef>
              <a:spcAft>
                <a:spcPts val="0"/>
              </a:spcAft>
              <a:buSzPts val="3600"/>
              <a:buFont typeface="Open Sans"/>
              <a:buNone/>
              <a:defRPr sz="3600">
                <a:latin typeface="Open Sans"/>
                <a:ea typeface="Open Sans"/>
                <a:cs typeface="Open Sans"/>
                <a:sym typeface="Open Sans"/>
              </a:defRPr>
            </a:lvl7pPr>
            <a:lvl8pPr lvl="7" rtl="0">
              <a:spcBef>
                <a:spcPts val="0"/>
              </a:spcBef>
              <a:spcAft>
                <a:spcPts val="0"/>
              </a:spcAft>
              <a:buSzPts val="3600"/>
              <a:buFont typeface="Open Sans"/>
              <a:buNone/>
              <a:defRPr sz="3600">
                <a:latin typeface="Open Sans"/>
                <a:ea typeface="Open Sans"/>
                <a:cs typeface="Open Sans"/>
                <a:sym typeface="Open Sans"/>
              </a:defRPr>
            </a:lvl8pPr>
            <a:lvl9pPr lvl="8" rtl="0">
              <a:spcBef>
                <a:spcPts val="0"/>
              </a:spcBef>
              <a:spcAft>
                <a:spcPts val="0"/>
              </a:spcAft>
              <a:buSzPts val="3600"/>
              <a:buFont typeface="Open Sans"/>
              <a:buNone/>
              <a:defRPr sz="3600">
                <a:latin typeface="Open Sans"/>
                <a:ea typeface="Open Sans"/>
                <a:cs typeface="Open Sans"/>
                <a:sym typeface="Open Sans"/>
              </a:defRPr>
            </a:lvl9pPr>
          </a:lstStyle>
          <a:p/>
        </p:txBody>
      </p:sp>
      <p:sp>
        <p:nvSpPr>
          <p:cNvPr id="467" name="Google Shape;467;p9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pt-BR"/>
              <a:t>‹#›</a:t>
            </a:fld>
            <a:endParaRPr/>
          </a:p>
        </p:txBody>
      </p:sp>
      <p:sp>
        <p:nvSpPr>
          <p:cNvPr id="468" name="Google Shape;468;p92"/>
          <p:cNvSpPr/>
          <p:nvPr/>
        </p:nvSpPr>
        <p:spPr>
          <a:xfrm>
            <a:off x="-41575" y="2651100"/>
            <a:ext cx="9237600" cy="2534100"/>
          </a:xfrm>
          <a:prstGeom prst="rect">
            <a:avLst/>
          </a:prstGeom>
          <a:solidFill>
            <a:srgbClr val="EE27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69" name="Shape 469"/>
        <p:cNvGrpSpPr/>
        <p:nvPr/>
      </p:nvGrpSpPr>
      <p:grpSpPr>
        <a:xfrm>
          <a:off x="0" y="0"/>
          <a:ext cx="0" cy="0"/>
          <a:chOff x="0" y="0"/>
          <a:chExt cx="0" cy="0"/>
        </a:xfrm>
      </p:grpSpPr>
      <p:sp>
        <p:nvSpPr>
          <p:cNvPr id="470" name="Google Shape;470;p93"/>
          <p:cNvSpPr txBox="1"/>
          <p:nvPr>
            <p:ph type="title"/>
          </p:nvPr>
        </p:nvSpPr>
        <p:spPr>
          <a:xfrm>
            <a:off x="311700" y="445025"/>
            <a:ext cx="8520600" cy="623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71" name="Google Shape;471;p9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472" name="Google Shape;472;p9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73" name="Shape 473"/>
        <p:cNvGrpSpPr/>
        <p:nvPr/>
      </p:nvGrpSpPr>
      <p:grpSpPr>
        <a:xfrm>
          <a:off x="0" y="0"/>
          <a:ext cx="0" cy="0"/>
          <a:chOff x="0" y="0"/>
          <a:chExt cx="0" cy="0"/>
        </a:xfrm>
      </p:grpSpPr>
      <p:sp>
        <p:nvSpPr>
          <p:cNvPr id="474" name="Google Shape;474;p94"/>
          <p:cNvSpPr txBox="1"/>
          <p:nvPr>
            <p:ph type="title"/>
          </p:nvPr>
        </p:nvSpPr>
        <p:spPr>
          <a:xfrm>
            <a:off x="311700" y="445025"/>
            <a:ext cx="8520600" cy="623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75" name="Google Shape;475;p94"/>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76" name="Google Shape;476;p94"/>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77" name="Google Shape;477;p9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8" name="Shape 478"/>
        <p:cNvGrpSpPr/>
        <p:nvPr/>
      </p:nvGrpSpPr>
      <p:grpSpPr>
        <a:xfrm>
          <a:off x="0" y="0"/>
          <a:ext cx="0" cy="0"/>
          <a:chOff x="0" y="0"/>
          <a:chExt cx="0" cy="0"/>
        </a:xfrm>
      </p:grpSpPr>
      <p:sp>
        <p:nvSpPr>
          <p:cNvPr id="479" name="Google Shape;479;p95"/>
          <p:cNvSpPr txBox="1"/>
          <p:nvPr>
            <p:ph type="title"/>
          </p:nvPr>
        </p:nvSpPr>
        <p:spPr>
          <a:xfrm>
            <a:off x="311700" y="445025"/>
            <a:ext cx="8520600" cy="623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80" name="Google Shape;480;p95"/>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81" name="Shape 481"/>
        <p:cNvGrpSpPr/>
        <p:nvPr/>
      </p:nvGrpSpPr>
      <p:grpSpPr>
        <a:xfrm>
          <a:off x="0" y="0"/>
          <a:ext cx="0" cy="0"/>
          <a:chOff x="0" y="0"/>
          <a:chExt cx="0" cy="0"/>
        </a:xfrm>
      </p:grpSpPr>
      <p:sp>
        <p:nvSpPr>
          <p:cNvPr id="482" name="Google Shape;482;p96"/>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83" name="Google Shape;483;p96"/>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84" name="Google Shape;484;p96"/>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EE2737"/>
        </a:solidFill>
      </p:bgPr>
    </p:bg>
    <p:spTree>
      <p:nvGrpSpPr>
        <p:cNvPr id="485" name="Shape 485"/>
        <p:cNvGrpSpPr/>
        <p:nvPr/>
      </p:nvGrpSpPr>
      <p:grpSpPr>
        <a:xfrm>
          <a:off x="0" y="0"/>
          <a:ext cx="0" cy="0"/>
          <a:chOff x="0" y="0"/>
          <a:chExt cx="0" cy="0"/>
        </a:xfrm>
      </p:grpSpPr>
      <p:sp>
        <p:nvSpPr>
          <p:cNvPr id="486" name="Google Shape;486;p97"/>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487" name="Google Shape;487;p97"/>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8" name="Shape 488"/>
        <p:cNvGrpSpPr/>
        <p:nvPr/>
      </p:nvGrpSpPr>
      <p:grpSpPr>
        <a:xfrm>
          <a:off x="0" y="0"/>
          <a:ext cx="0" cy="0"/>
          <a:chOff x="0" y="0"/>
          <a:chExt cx="0" cy="0"/>
        </a:xfrm>
      </p:grpSpPr>
      <p:sp>
        <p:nvSpPr>
          <p:cNvPr id="489" name="Google Shape;489;p98"/>
          <p:cNvSpPr/>
          <p:nvPr/>
        </p:nvSpPr>
        <p:spPr>
          <a:xfrm>
            <a:off x="4636800" y="80700"/>
            <a:ext cx="4426500" cy="4982100"/>
          </a:xfrm>
          <a:prstGeom prst="rect">
            <a:avLst/>
          </a:prstGeom>
          <a:solidFill>
            <a:srgbClr val="EE27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0" name="Google Shape;490;p98"/>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91" name="Google Shape;491;p98"/>
          <p:cNvSpPr txBox="1"/>
          <p:nvPr>
            <p:ph type="title"/>
          </p:nvPr>
        </p:nvSpPr>
        <p:spPr>
          <a:xfrm>
            <a:off x="265500" y="1181700"/>
            <a:ext cx="4045200" cy="1533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800"/>
              <a:buNone/>
              <a:defRPr sz="3800"/>
            </a:lvl1pPr>
            <a:lvl2pPr lvl="1" rtl="0" algn="ctr">
              <a:spcBef>
                <a:spcPts val="0"/>
              </a:spcBef>
              <a:spcAft>
                <a:spcPts val="0"/>
              </a:spcAft>
              <a:buSzPts val="3800"/>
              <a:buNone/>
              <a:defRPr sz="3800"/>
            </a:lvl2pPr>
            <a:lvl3pPr lvl="2" rtl="0" algn="ctr">
              <a:spcBef>
                <a:spcPts val="0"/>
              </a:spcBef>
              <a:spcAft>
                <a:spcPts val="0"/>
              </a:spcAft>
              <a:buSzPts val="3800"/>
              <a:buNone/>
              <a:defRPr sz="3800"/>
            </a:lvl3pPr>
            <a:lvl4pPr lvl="3" rtl="0" algn="ctr">
              <a:spcBef>
                <a:spcPts val="0"/>
              </a:spcBef>
              <a:spcAft>
                <a:spcPts val="0"/>
              </a:spcAft>
              <a:buSzPts val="3800"/>
              <a:buNone/>
              <a:defRPr sz="3800"/>
            </a:lvl4pPr>
            <a:lvl5pPr lvl="4" rtl="0" algn="ctr">
              <a:spcBef>
                <a:spcPts val="0"/>
              </a:spcBef>
              <a:spcAft>
                <a:spcPts val="0"/>
              </a:spcAft>
              <a:buSzPts val="3800"/>
              <a:buNone/>
              <a:defRPr sz="3800"/>
            </a:lvl5pPr>
            <a:lvl6pPr lvl="5" rtl="0" algn="ctr">
              <a:spcBef>
                <a:spcPts val="0"/>
              </a:spcBef>
              <a:spcAft>
                <a:spcPts val="0"/>
              </a:spcAft>
              <a:buSzPts val="3800"/>
              <a:buNone/>
              <a:defRPr sz="3800"/>
            </a:lvl6pPr>
            <a:lvl7pPr lvl="6" rtl="0" algn="ctr">
              <a:spcBef>
                <a:spcPts val="0"/>
              </a:spcBef>
              <a:spcAft>
                <a:spcPts val="0"/>
              </a:spcAft>
              <a:buSzPts val="3800"/>
              <a:buNone/>
              <a:defRPr sz="3800"/>
            </a:lvl7pPr>
            <a:lvl8pPr lvl="7" rtl="0" algn="ctr">
              <a:spcBef>
                <a:spcPts val="0"/>
              </a:spcBef>
              <a:spcAft>
                <a:spcPts val="0"/>
              </a:spcAft>
              <a:buSzPts val="3800"/>
              <a:buNone/>
              <a:defRPr sz="3800"/>
            </a:lvl8pPr>
            <a:lvl9pPr lvl="8" rtl="0" algn="ctr">
              <a:spcBef>
                <a:spcPts val="0"/>
              </a:spcBef>
              <a:spcAft>
                <a:spcPts val="0"/>
              </a:spcAft>
              <a:buSzPts val="3800"/>
              <a:buNone/>
              <a:defRPr sz="3800"/>
            </a:lvl9pPr>
          </a:lstStyle>
          <a:p/>
        </p:txBody>
      </p:sp>
      <p:sp>
        <p:nvSpPr>
          <p:cNvPr id="492" name="Google Shape;492;p98"/>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493" name="Google Shape;493;p98"/>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494" name="Google Shape;494;p98"/>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5" name="Shape 495"/>
        <p:cNvGrpSpPr/>
        <p:nvPr/>
      </p:nvGrpSpPr>
      <p:grpSpPr>
        <a:xfrm>
          <a:off x="0" y="0"/>
          <a:ext cx="0" cy="0"/>
          <a:chOff x="0" y="0"/>
          <a:chExt cx="0" cy="0"/>
        </a:xfrm>
      </p:grpSpPr>
      <p:sp>
        <p:nvSpPr>
          <p:cNvPr id="496" name="Google Shape;496;p99"/>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2100"/>
              <a:buNone/>
              <a:defRPr sz="2100"/>
            </a:lvl1pPr>
          </a:lstStyle>
          <a:p/>
        </p:txBody>
      </p:sp>
      <p:sp>
        <p:nvSpPr>
          <p:cNvPr id="497" name="Google Shape;497;p99"/>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8" name="Shape 498"/>
        <p:cNvGrpSpPr/>
        <p:nvPr/>
      </p:nvGrpSpPr>
      <p:grpSpPr>
        <a:xfrm>
          <a:off x="0" y="0"/>
          <a:ext cx="0" cy="0"/>
          <a:chOff x="0" y="0"/>
          <a:chExt cx="0" cy="0"/>
        </a:xfrm>
      </p:grpSpPr>
      <p:sp>
        <p:nvSpPr>
          <p:cNvPr id="499" name="Google Shape;499;p100"/>
          <p:cNvSpPr/>
          <p:nvPr/>
        </p:nvSpPr>
        <p:spPr>
          <a:xfrm>
            <a:off x="-41575" y="2651100"/>
            <a:ext cx="9237600" cy="2534100"/>
          </a:xfrm>
          <a:prstGeom prst="rect">
            <a:avLst/>
          </a:prstGeom>
          <a:solidFill>
            <a:srgbClr val="EE27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00"/>
          <p:cNvSpPr txBox="1"/>
          <p:nvPr>
            <p:ph hasCustomPrompt="1" type="title"/>
          </p:nvPr>
        </p:nvSpPr>
        <p:spPr>
          <a:xfrm>
            <a:off x="311700" y="743001"/>
            <a:ext cx="8520600" cy="2006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rtl="0"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rtl="0"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rtl="0"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rtl="0"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rtl="0"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rtl="0"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rtl="0"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1" name="Google Shape;501;p100"/>
          <p:cNvSpPr txBox="1"/>
          <p:nvPr>
            <p:ph idx="1" type="body"/>
          </p:nvPr>
        </p:nvSpPr>
        <p:spPr>
          <a:xfrm>
            <a:off x="311700" y="2845182"/>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Clr>
                <a:schemeClr val="lt1"/>
              </a:buClr>
              <a:buSzPts val="1800"/>
              <a:buChar char="●"/>
              <a:defRPr>
                <a:solidFill>
                  <a:schemeClr val="lt1"/>
                </a:solidFill>
              </a:defRPr>
            </a:lvl1pPr>
            <a:lvl2pPr indent="-317500" lvl="1" marL="914400" rtl="0" algn="ctr">
              <a:spcBef>
                <a:spcPts val="1600"/>
              </a:spcBef>
              <a:spcAft>
                <a:spcPts val="0"/>
              </a:spcAft>
              <a:buClr>
                <a:schemeClr val="lt1"/>
              </a:buClr>
              <a:buSzPts val="1400"/>
              <a:buChar char="○"/>
              <a:defRPr>
                <a:solidFill>
                  <a:schemeClr val="lt1"/>
                </a:solidFill>
              </a:defRPr>
            </a:lvl2pPr>
            <a:lvl3pPr indent="-317500" lvl="2" marL="1371600" rtl="0" algn="ctr">
              <a:spcBef>
                <a:spcPts val="1600"/>
              </a:spcBef>
              <a:spcAft>
                <a:spcPts val="0"/>
              </a:spcAft>
              <a:buClr>
                <a:schemeClr val="lt1"/>
              </a:buClr>
              <a:buSzPts val="1400"/>
              <a:buChar char="■"/>
              <a:defRPr>
                <a:solidFill>
                  <a:schemeClr val="lt1"/>
                </a:solidFill>
              </a:defRPr>
            </a:lvl3pPr>
            <a:lvl4pPr indent="-317500" lvl="3" marL="1828800" rtl="0" algn="ctr">
              <a:spcBef>
                <a:spcPts val="1600"/>
              </a:spcBef>
              <a:spcAft>
                <a:spcPts val="0"/>
              </a:spcAft>
              <a:buClr>
                <a:schemeClr val="lt1"/>
              </a:buClr>
              <a:buSzPts val="1400"/>
              <a:buChar char="●"/>
              <a:defRPr>
                <a:solidFill>
                  <a:schemeClr val="lt1"/>
                </a:solidFill>
              </a:defRPr>
            </a:lvl4pPr>
            <a:lvl5pPr indent="-317500" lvl="4" marL="2286000" rtl="0" algn="ctr">
              <a:spcBef>
                <a:spcPts val="1600"/>
              </a:spcBef>
              <a:spcAft>
                <a:spcPts val="0"/>
              </a:spcAft>
              <a:buClr>
                <a:schemeClr val="lt1"/>
              </a:buClr>
              <a:buSzPts val="1400"/>
              <a:buChar char="○"/>
              <a:defRPr>
                <a:solidFill>
                  <a:schemeClr val="lt1"/>
                </a:solidFill>
              </a:defRPr>
            </a:lvl5pPr>
            <a:lvl6pPr indent="-317500" lvl="5" marL="2743200" rtl="0" algn="ctr">
              <a:spcBef>
                <a:spcPts val="1600"/>
              </a:spcBef>
              <a:spcAft>
                <a:spcPts val="0"/>
              </a:spcAft>
              <a:buClr>
                <a:schemeClr val="lt1"/>
              </a:buClr>
              <a:buSzPts val="1400"/>
              <a:buChar char="■"/>
              <a:defRPr>
                <a:solidFill>
                  <a:schemeClr val="lt1"/>
                </a:solidFill>
              </a:defRPr>
            </a:lvl6pPr>
            <a:lvl7pPr indent="-317500" lvl="6" marL="3200400" rtl="0" algn="ctr">
              <a:spcBef>
                <a:spcPts val="1600"/>
              </a:spcBef>
              <a:spcAft>
                <a:spcPts val="0"/>
              </a:spcAft>
              <a:buClr>
                <a:schemeClr val="lt1"/>
              </a:buClr>
              <a:buSzPts val="1400"/>
              <a:buChar char="●"/>
              <a:defRPr>
                <a:solidFill>
                  <a:schemeClr val="lt1"/>
                </a:solidFill>
              </a:defRPr>
            </a:lvl7pPr>
            <a:lvl8pPr indent="-317500" lvl="7" marL="3657600" rtl="0" algn="ctr">
              <a:spcBef>
                <a:spcPts val="1600"/>
              </a:spcBef>
              <a:spcAft>
                <a:spcPts val="0"/>
              </a:spcAft>
              <a:buClr>
                <a:schemeClr val="lt1"/>
              </a:buClr>
              <a:buSzPts val="1400"/>
              <a:buChar char="○"/>
              <a:defRPr>
                <a:solidFill>
                  <a:schemeClr val="lt1"/>
                </a:solidFill>
              </a:defRPr>
            </a:lvl8pPr>
            <a:lvl9pPr indent="-317500" lvl="8" marL="4114800" rtl="0" algn="ctr">
              <a:spcBef>
                <a:spcPts val="1600"/>
              </a:spcBef>
              <a:spcAft>
                <a:spcPts val="1600"/>
              </a:spcAft>
              <a:buClr>
                <a:schemeClr val="lt1"/>
              </a:buClr>
              <a:buSzPts val="1400"/>
              <a:buChar char="■"/>
              <a:defRPr>
                <a:solidFill>
                  <a:schemeClr val="lt1"/>
                </a:solidFill>
              </a:defRPr>
            </a:lvl9pPr>
          </a:lstStyle>
          <a:p/>
        </p:txBody>
      </p:sp>
      <p:sp>
        <p:nvSpPr>
          <p:cNvPr id="502" name="Google Shape;502;p100"/>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3" name="Shape 503"/>
        <p:cNvGrpSpPr/>
        <p:nvPr/>
      </p:nvGrpSpPr>
      <p:grpSpPr>
        <a:xfrm>
          <a:off x="0" y="0"/>
          <a:ext cx="0" cy="0"/>
          <a:chOff x="0" y="0"/>
          <a:chExt cx="0" cy="0"/>
        </a:xfrm>
      </p:grpSpPr>
      <p:sp>
        <p:nvSpPr>
          <p:cNvPr id="504" name="Google Shape;504;p101"/>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09" name="Shape 509"/>
        <p:cNvGrpSpPr/>
        <p:nvPr/>
      </p:nvGrpSpPr>
      <p:grpSpPr>
        <a:xfrm>
          <a:off x="0" y="0"/>
          <a:ext cx="0" cy="0"/>
          <a:chOff x="0" y="0"/>
          <a:chExt cx="0" cy="0"/>
        </a:xfrm>
      </p:grpSpPr>
      <p:sp>
        <p:nvSpPr>
          <p:cNvPr id="510" name="Google Shape;510;p10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11" name="Google Shape;511;p10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12" name="Google Shape;512;p10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13" name="Shape 513"/>
        <p:cNvGrpSpPr/>
        <p:nvPr/>
      </p:nvGrpSpPr>
      <p:grpSpPr>
        <a:xfrm>
          <a:off x="0" y="0"/>
          <a:ext cx="0" cy="0"/>
          <a:chOff x="0" y="0"/>
          <a:chExt cx="0" cy="0"/>
        </a:xfrm>
      </p:grpSpPr>
      <p:sp>
        <p:nvSpPr>
          <p:cNvPr id="514" name="Google Shape;514;p10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15" name="Google Shape;515;p10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16" name="Shape 516"/>
        <p:cNvGrpSpPr/>
        <p:nvPr/>
      </p:nvGrpSpPr>
      <p:grpSpPr>
        <a:xfrm>
          <a:off x="0" y="0"/>
          <a:ext cx="0" cy="0"/>
          <a:chOff x="0" y="0"/>
          <a:chExt cx="0" cy="0"/>
        </a:xfrm>
      </p:grpSpPr>
      <p:sp>
        <p:nvSpPr>
          <p:cNvPr id="517" name="Google Shape;517;p10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8" name="Google Shape;518;p10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519" name="Google Shape;519;p10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20" name="Shape 520"/>
        <p:cNvGrpSpPr/>
        <p:nvPr/>
      </p:nvGrpSpPr>
      <p:grpSpPr>
        <a:xfrm>
          <a:off x="0" y="0"/>
          <a:ext cx="0" cy="0"/>
          <a:chOff x="0" y="0"/>
          <a:chExt cx="0" cy="0"/>
        </a:xfrm>
      </p:grpSpPr>
      <p:sp>
        <p:nvSpPr>
          <p:cNvPr id="521" name="Google Shape;521;p10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2" name="Google Shape;522;p10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523" name="Google Shape;523;p106"/>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524" name="Google Shape;524;p10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5" name="Shape 525"/>
        <p:cNvGrpSpPr/>
        <p:nvPr/>
      </p:nvGrpSpPr>
      <p:grpSpPr>
        <a:xfrm>
          <a:off x="0" y="0"/>
          <a:ext cx="0" cy="0"/>
          <a:chOff x="0" y="0"/>
          <a:chExt cx="0" cy="0"/>
        </a:xfrm>
      </p:grpSpPr>
      <p:sp>
        <p:nvSpPr>
          <p:cNvPr id="526" name="Google Shape;526;p10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7" name="Google Shape;527;p10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28" name="Shape 528"/>
        <p:cNvGrpSpPr/>
        <p:nvPr/>
      </p:nvGrpSpPr>
      <p:grpSpPr>
        <a:xfrm>
          <a:off x="0" y="0"/>
          <a:ext cx="0" cy="0"/>
          <a:chOff x="0" y="0"/>
          <a:chExt cx="0" cy="0"/>
        </a:xfrm>
      </p:grpSpPr>
      <p:sp>
        <p:nvSpPr>
          <p:cNvPr id="529" name="Google Shape;529;p108"/>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30" name="Google Shape;530;p108"/>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531" name="Google Shape;531;p10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32" name="Shape 532"/>
        <p:cNvGrpSpPr/>
        <p:nvPr/>
      </p:nvGrpSpPr>
      <p:grpSpPr>
        <a:xfrm>
          <a:off x="0" y="0"/>
          <a:ext cx="0" cy="0"/>
          <a:chOff x="0" y="0"/>
          <a:chExt cx="0" cy="0"/>
        </a:xfrm>
      </p:grpSpPr>
      <p:sp>
        <p:nvSpPr>
          <p:cNvPr id="533" name="Google Shape;533;p109"/>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534" name="Google Shape;534;p10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35" name="Shape 535"/>
        <p:cNvGrpSpPr/>
        <p:nvPr/>
      </p:nvGrpSpPr>
      <p:grpSpPr>
        <a:xfrm>
          <a:off x="0" y="0"/>
          <a:ext cx="0" cy="0"/>
          <a:chOff x="0" y="0"/>
          <a:chExt cx="0" cy="0"/>
        </a:xfrm>
      </p:grpSpPr>
      <p:sp>
        <p:nvSpPr>
          <p:cNvPr id="536" name="Google Shape;536;p1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1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38" name="Google Shape;538;p11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39" name="Google Shape;539;p11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540" name="Google Shape;540;p1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1" name="Shape 541"/>
        <p:cNvGrpSpPr/>
        <p:nvPr/>
      </p:nvGrpSpPr>
      <p:grpSpPr>
        <a:xfrm>
          <a:off x="0" y="0"/>
          <a:ext cx="0" cy="0"/>
          <a:chOff x="0" y="0"/>
          <a:chExt cx="0" cy="0"/>
        </a:xfrm>
      </p:grpSpPr>
      <p:sp>
        <p:nvSpPr>
          <p:cNvPr id="542" name="Google Shape;542;p111"/>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543" name="Google Shape;543;p1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44" name="Shape 544"/>
        <p:cNvGrpSpPr/>
        <p:nvPr/>
      </p:nvGrpSpPr>
      <p:grpSpPr>
        <a:xfrm>
          <a:off x="0" y="0"/>
          <a:ext cx="0" cy="0"/>
          <a:chOff x="0" y="0"/>
          <a:chExt cx="0" cy="0"/>
        </a:xfrm>
      </p:grpSpPr>
      <p:sp>
        <p:nvSpPr>
          <p:cNvPr id="545" name="Google Shape;545;p11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546" name="Google Shape;546;p112"/>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547" name="Google Shape;547;p1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8" name="Shape 548"/>
        <p:cNvGrpSpPr/>
        <p:nvPr/>
      </p:nvGrpSpPr>
      <p:grpSpPr>
        <a:xfrm>
          <a:off x="0" y="0"/>
          <a:ext cx="0" cy="0"/>
          <a:chOff x="0" y="0"/>
          <a:chExt cx="0" cy="0"/>
        </a:xfrm>
      </p:grpSpPr>
      <p:sp>
        <p:nvSpPr>
          <p:cNvPr id="549" name="Google Shape;549;p1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3.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8.xml"/><Relationship Id="rId10" Type="http://schemas.openxmlformats.org/officeDocument/2006/relationships/slideLayout" Target="../slideLayouts/slideLayout27.xml"/><Relationship Id="rId13" Type="http://schemas.openxmlformats.org/officeDocument/2006/relationships/theme" Target="../theme/theme4.xml"/><Relationship Id="rId12" Type="http://schemas.openxmlformats.org/officeDocument/2006/relationships/slideLayout" Target="../slideLayouts/slideLayout29.xml"/><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9" Type="http://schemas.openxmlformats.org/officeDocument/2006/relationships/slideLayout" Target="../slideLayouts/slideLayout26.xml"/><Relationship Id="rId5" Type="http://schemas.openxmlformats.org/officeDocument/2006/relationships/slideLayout" Target="../slideLayouts/slideLayout22.xml"/><Relationship Id="rId6" Type="http://schemas.openxmlformats.org/officeDocument/2006/relationships/slideLayout" Target="../slideLayouts/slideLayout23.xml"/><Relationship Id="rId7" Type="http://schemas.openxmlformats.org/officeDocument/2006/relationships/slideLayout" Target="../slideLayouts/slideLayout24.xml"/><Relationship Id="rId8"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40.xml"/><Relationship Id="rId10" Type="http://schemas.openxmlformats.org/officeDocument/2006/relationships/slideLayout" Target="../slideLayouts/slideLayout39.xml"/><Relationship Id="rId13" Type="http://schemas.openxmlformats.org/officeDocument/2006/relationships/theme" Target="../theme/theme1.xml"/><Relationship Id="rId12" Type="http://schemas.openxmlformats.org/officeDocument/2006/relationships/slideLayout" Target="../slideLayouts/slideLayout41.xml"/><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slideLayout" Target="../slideLayouts/slideLayout33.xml"/><Relationship Id="rId9" Type="http://schemas.openxmlformats.org/officeDocument/2006/relationships/slideLayout" Target="../slideLayouts/slideLayout38.xml"/><Relationship Id="rId5" Type="http://schemas.openxmlformats.org/officeDocument/2006/relationships/slideLayout" Target="../slideLayouts/slideLayout34.xml"/><Relationship Id="rId6" Type="http://schemas.openxmlformats.org/officeDocument/2006/relationships/slideLayout" Target="../slideLayouts/slideLayout35.xml"/><Relationship Id="rId7" Type="http://schemas.openxmlformats.org/officeDocument/2006/relationships/slideLayout" Target="../slideLayouts/slideLayout36.xml"/><Relationship Id="rId8" Type="http://schemas.openxmlformats.org/officeDocument/2006/relationships/slideLayout" Target="../slideLayouts/slideLayout37.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52.xml"/><Relationship Id="rId10" Type="http://schemas.openxmlformats.org/officeDocument/2006/relationships/slideLayout" Target="../slideLayouts/slideLayout51.xml"/><Relationship Id="rId13" Type="http://schemas.openxmlformats.org/officeDocument/2006/relationships/theme" Target="../theme/theme2.xml"/><Relationship Id="rId12" Type="http://schemas.openxmlformats.org/officeDocument/2006/relationships/slideLayout" Target="../slideLayouts/slideLayout53.xml"/><Relationship Id="rId1" Type="http://schemas.openxmlformats.org/officeDocument/2006/relationships/slideLayout" Target="../slideLayouts/slideLayout42.xml"/><Relationship Id="rId2" Type="http://schemas.openxmlformats.org/officeDocument/2006/relationships/slideLayout" Target="../slideLayouts/slideLayout43.xml"/><Relationship Id="rId3" Type="http://schemas.openxmlformats.org/officeDocument/2006/relationships/slideLayout" Target="../slideLayouts/slideLayout44.xml"/><Relationship Id="rId4" Type="http://schemas.openxmlformats.org/officeDocument/2006/relationships/slideLayout" Target="../slideLayouts/slideLayout45.xml"/><Relationship Id="rId9" Type="http://schemas.openxmlformats.org/officeDocument/2006/relationships/slideLayout" Target="../slideLayouts/slideLayout50.xml"/><Relationship Id="rId5" Type="http://schemas.openxmlformats.org/officeDocument/2006/relationships/slideLayout" Target="../slideLayouts/slideLayout46.xml"/><Relationship Id="rId6" Type="http://schemas.openxmlformats.org/officeDocument/2006/relationships/slideLayout" Target="../slideLayouts/slideLayout47.xml"/><Relationship Id="rId7" Type="http://schemas.openxmlformats.org/officeDocument/2006/relationships/slideLayout" Target="../slideLayouts/slideLayout48.xml"/><Relationship Id="rId8" Type="http://schemas.openxmlformats.org/officeDocument/2006/relationships/slideLayout" Target="../slideLayouts/slideLayout49.xml"/></Relationships>
</file>

<file path=ppt/slideMasters/_rels/slideMaster5.xml.rels><?xml version="1.0" encoding="UTF-8" standalone="yes"?><Relationships xmlns="http://schemas.openxmlformats.org/package/2006/relationships"><Relationship Id="rId20" Type="http://schemas.openxmlformats.org/officeDocument/2006/relationships/theme" Target="../theme/theme9.xml"/><Relationship Id="rId11" Type="http://schemas.openxmlformats.org/officeDocument/2006/relationships/slideLayout" Target="../slideLayouts/slideLayout64.xml"/><Relationship Id="rId10" Type="http://schemas.openxmlformats.org/officeDocument/2006/relationships/slideLayout" Target="../slideLayouts/slideLayout63.xml"/><Relationship Id="rId13" Type="http://schemas.openxmlformats.org/officeDocument/2006/relationships/slideLayout" Target="../slideLayouts/slideLayout66.xml"/><Relationship Id="rId12" Type="http://schemas.openxmlformats.org/officeDocument/2006/relationships/slideLayout" Target="../slideLayouts/slideLayout65.xml"/><Relationship Id="rId1" Type="http://schemas.openxmlformats.org/officeDocument/2006/relationships/slideLayout" Target="../slideLayouts/slideLayout54.xml"/><Relationship Id="rId2" Type="http://schemas.openxmlformats.org/officeDocument/2006/relationships/slideLayout" Target="../slideLayouts/slideLayout55.xml"/><Relationship Id="rId3" Type="http://schemas.openxmlformats.org/officeDocument/2006/relationships/slideLayout" Target="../slideLayouts/slideLayout56.xml"/><Relationship Id="rId4" Type="http://schemas.openxmlformats.org/officeDocument/2006/relationships/slideLayout" Target="../slideLayouts/slideLayout57.xml"/><Relationship Id="rId9" Type="http://schemas.openxmlformats.org/officeDocument/2006/relationships/slideLayout" Target="../slideLayouts/slideLayout62.xml"/><Relationship Id="rId15" Type="http://schemas.openxmlformats.org/officeDocument/2006/relationships/slideLayout" Target="../slideLayouts/slideLayout68.xml"/><Relationship Id="rId14" Type="http://schemas.openxmlformats.org/officeDocument/2006/relationships/slideLayout" Target="../slideLayouts/slideLayout67.xml"/><Relationship Id="rId17" Type="http://schemas.openxmlformats.org/officeDocument/2006/relationships/slideLayout" Target="../slideLayouts/slideLayout70.xml"/><Relationship Id="rId16" Type="http://schemas.openxmlformats.org/officeDocument/2006/relationships/slideLayout" Target="../slideLayouts/slideLayout69.xml"/><Relationship Id="rId5" Type="http://schemas.openxmlformats.org/officeDocument/2006/relationships/slideLayout" Target="../slideLayouts/slideLayout58.xml"/><Relationship Id="rId19" Type="http://schemas.openxmlformats.org/officeDocument/2006/relationships/slideLayout" Target="../slideLayouts/slideLayout72.xml"/><Relationship Id="rId6" Type="http://schemas.openxmlformats.org/officeDocument/2006/relationships/slideLayout" Target="../slideLayouts/slideLayout59.xml"/><Relationship Id="rId18" Type="http://schemas.openxmlformats.org/officeDocument/2006/relationships/slideLayout" Target="../slideLayouts/slideLayout71.xml"/><Relationship Id="rId7" Type="http://schemas.openxmlformats.org/officeDocument/2006/relationships/slideLayout" Target="../slideLayouts/slideLayout60.xml"/><Relationship Id="rId8" Type="http://schemas.openxmlformats.org/officeDocument/2006/relationships/slideLayout" Target="../slideLayouts/slideLayout61.xml"/></Relationships>
</file>

<file path=ppt/slideMasters/_rels/slideMaster6.xml.rels><?xml version="1.0" encoding="UTF-8" standalone="yes"?><Relationships xmlns="http://schemas.openxmlformats.org/package/2006/relationships"><Relationship Id="rId11" Type="http://schemas.openxmlformats.org/officeDocument/2006/relationships/slideLayout" Target="../slideLayouts/slideLayout83.xml"/><Relationship Id="rId10" Type="http://schemas.openxmlformats.org/officeDocument/2006/relationships/slideLayout" Target="../slideLayouts/slideLayout82.xml"/><Relationship Id="rId12" Type="http://schemas.openxmlformats.org/officeDocument/2006/relationships/theme" Target="../theme/theme5.xml"/><Relationship Id="rId1" Type="http://schemas.openxmlformats.org/officeDocument/2006/relationships/slideLayout" Target="../slideLayouts/slideLayout73.xml"/><Relationship Id="rId2" Type="http://schemas.openxmlformats.org/officeDocument/2006/relationships/slideLayout" Target="../slideLayouts/slideLayout74.xml"/><Relationship Id="rId3" Type="http://schemas.openxmlformats.org/officeDocument/2006/relationships/slideLayout" Target="../slideLayouts/slideLayout75.xml"/><Relationship Id="rId4" Type="http://schemas.openxmlformats.org/officeDocument/2006/relationships/slideLayout" Target="../slideLayouts/slideLayout76.xml"/><Relationship Id="rId9" Type="http://schemas.openxmlformats.org/officeDocument/2006/relationships/slideLayout" Target="../slideLayouts/slideLayout81.xml"/><Relationship Id="rId5" Type="http://schemas.openxmlformats.org/officeDocument/2006/relationships/slideLayout" Target="../slideLayouts/slideLayout77.xml"/><Relationship Id="rId6" Type="http://schemas.openxmlformats.org/officeDocument/2006/relationships/slideLayout" Target="../slideLayouts/slideLayout78.xml"/><Relationship Id="rId7" Type="http://schemas.openxmlformats.org/officeDocument/2006/relationships/slideLayout" Target="../slideLayouts/slideLayout79.xml"/><Relationship Id="rId8" Type="http://schemas.openxmlformats.org/officeDocument/2006/relationships/slideLayout" Target="../slideLayouts/slideLayout80.xml"/></Relationships>
</file>

<file path=ppt/slideMasters/_rels/slideMaster7.xml.rels><?xml version="1.0" encoding="UTF-8" standalone="yes"?><Relationships xmlns="http://schemas.openxmlformats.org/package/2006/relationships"><Relationship Id="rId11" Type="http://schemas.openxmlformats.org/officeDocument/2006/relationships/slideLayout" Target="../slideLayouts/slideLayout94.xml"/><Relationship Id="rId10" Type="http://schemas.openxmlformats.org/officeDocument/2006/relationships/slideLayout" Target="../slideLayouts/slideLayout93.xml"/><Relationship Id="rId12" Type="http://schemas.openxmlformats.org/officeDocument/2006/relationships/theme" Target="../theme/theme6.xml"/><Relationship Id="rId1" Type="http://schemas.openxmlformats.org/officeDocument/2006/relationships/slideLayout" Target="../slideLayouts/slideLayout84.xml"/><Relationship Id="rId2" Type="http://schemas.openxmlformats.org/officeDocument/2006/relationships/slideLayout" Target="../slideLayouts/slideLayout85.xml"/><Relationship Id="rId3" Type="http://schemas.openxmlformats.org/officeDocument/2006/relationships/slideLayout" Target="../slideLayouts/slideLayout86.xml"/><Relationship Id="rId4" Type="http://schemas.openxmlformats.org/officeDocument/2006/relationships/slideLayout" Target="../slideLayouts/slideLayout87.xml"/><Relationship Id="rId9" Type="http://schemas.openxmlformats.org/officeDocument/2006/relationships/slideLayout" Target="../slideLayouts/slideLayout92.xml"/><Relationship Id="rId5" Type="http://schemas.openxmlformats.org/officeDocument/2006/relationships/slideLayout" Target="../slideLayouts/slideLayout88.xml"/><Relationship Id="rId6" Type="http://schemas.openxmlformats.org/officeDocument/2006/relationships/slideLayout" Target="../slideLayouts/slideLayout89.xml"/><Relationship Id="rId7" Type="http://schemas.openxmlformats.org/officeDocument/2006/relationships/slideLayout" Target="../slideLayouts/slideLayout90.xml"/><Relationship Id="rId8" Type="http://schemas.openxmlformats.org/officeDocument/2006/relationships/slideLayout" Target="../slideLayouts/slideLayout91.xml"/></Relationships>
</file>

<file path=ppt/slideMasters/_rels/slideMaster8.xml.rels><?xml version="1.0" encoding="UTF-8" standalone="yes"?><Relationships xmlns="http://schemas.openxmlformats.org/package/2006/relationships"><Relationship Id="rId11" Type="http://schemas.openxmlformats.org/officeDocument/2006/relationships/slideLayout" Target="../slideLayouts/slideLayout105.xml"/><Relationship Id="rId10" Type="http://schemas.openxmlformats.org/officeDocument/2006/relationships/slideLayout" Target="../slideLayouts/slideLayout104.xml"/><Relationship Id="rId12" Type="http://schemas.openxmlformats.org/officeDocument/2006/relationships/theme" Target="../theme/theme8.xml"/><Relationship Id="rId1" Type="http://schemas.openxmlformats.org/officeDocument/2006/relationships/slideLayout" Target="../slideLayouts/slideLayout95.xml"/><Relationship Id="rId2" Type="http://schemas.openxmlformats.org/officeDocument/2006/relationships/slideLayout" Target="../slideLayouts/slideLayout96.xml"/><Relationship Id="rId3" Type="http://schemas.openxmlformats.org/officeDocument/2006/relationships/slideLayout" Target="../slideLayouts/slideLayout97.xml"/><Relationship Id="rId4" Type="http://schemas.openxmlformats.org/officeDocument/2006/relationships/slideLayout" Target="../slideLayouts/slideLayout98.xml"/><Relationship Id="rId9" Type="http://schemas.openxmlformats.org/officeDocument/2006/relationships/slideLayout" Target="../slideLayouts/slideLayout103.xml"/><Relationship Id="rId5" Type="http://schemas.openxmlformats.org/officeDocument/2006/relationships/slideLayout" Target="../slideLayouts/slideLayout99.xml"/><Relationship Id="rId6" Type="http://schemas.openxmlformats.org/officeDocument/2006/relationships/slideLayout" Target="../slideLayouts/slideLayout100.xml"/><Relationship Id="rId7" Type="http://schemas.openxmlformats.org/officeDocument/2006/relationships/slideLayout" Target="../slideLayouts/slideLayout101.xml"/><Relationship Id="rId8" Type="http://schemas.openxmlformats.org/officeDocument/2006/relationships/slideLayout" Target="../slideLayouts/slideLayout10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0C487B"/>
              </a:buClr>
              <a:buSzPts val="2800"/>
              <a:buFont typeface="Open Sans"/>
              <a:buNone/>
              <a:defRPr b="1" sz="2800">
                <a:solidFill>
                  <a:srgbClr val="0C487B"/>
                </a:solidFill>
                <a:latin typeface="Open Sans"/>
                <a:ea typeface="Open Sans"/>
                <a:cs typeface="Open Sans"/>
                <a:sym typeface="Open Sans"/>
              </a:defRPr>
            </a:lvl1pPr>
            <a:lvl2pPr lvl="1"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2pPr>
            <a:lvl3pPr lvl="2"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3pPr>
            <a:lvl4pPr lvl="3"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4pPr>
            <a:lvl5pPr lvl="4"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5pPr>
            <a:lvl6pPr lvl="5"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6pPr>
            <a:lvl7pPr lvl="6"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7pPr>
            <a:lvl8pPr lvl="7"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8pPr>
            <a:lvl9pPr lvl="8"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rtl="0">
              <a:lnSpc>
                <a:spcPct val="115000"/>
              </a:lnSpc>
              <a:spcBef>
                <a:spcPts val="1600"/>
              </a:spcBef>
              <a:spcAft>
                <a:spcPts val="160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latin typeface="Open Sans"/>
                <a:ea typeface="Open Sans"/>
                <a:cs typeface="Open Sans"/>
                <a:sym typeface="Open Sans"/>
              </a:defRPr>
            </a:lvl1pPr>
            <a:lvl2pPr lvl="1" rtl="0" algn="r">
              <a:buNone/>
              <a:defRPr sz="1000">
                <a:solidFill>
                  <a:schemeClr val="dk2"/>
                </a:solidFill>
                <a:latin typeface="Open Sans"/>
                <a:ea typeface="Open Sans"/>
                <a:cs typeface="Open Sans"/>
                <a:sym typeface="Open Sans"/>
              </a:defRPr>
            </a:lvl2pPr>
            <a:lvl3pPr lvl="2" rtl="0" algn="r">
              <a:buNone/>
              <a:defRPr sz="1000">
                <a:solidFill>
                  <a:schemeClr val="dk2"/>
                </a:solidFill>
                <a:latin typeface="Open Sans"/>
                <a:ea typeface="Open Sans"/>
                <a:cs typeface="Open Sans"/>
                <a:sym typeface="Open Sans"/>
              </a:defRPr>
            </a:lvl3pPr>
            <a:lvl4pPr lvl="3" rtl="0" algn="r">
              <a:buNone/>
              <a:defRPr sz="1000">
                <a:solidFill>
                  <a:schemeClr val="dk2"/>
                </a:solidFill>
                <a:latin typeface="Open Sans"/>
                <a:ea typeface="Open Sans"/>
                <a:cs typeface="Open Sans"/>
                <a:sym typeface="Open Sans"/>
              </a:defRPr>
            </a:lvl4pPr>
            <a:lvl5pPr lvl="4" rtl="0" algn="r">
              <a:buNone/>
              <a:defRPr sz="1000">
                <a:solidFill>
                  <a:schemeClr val="dk2"/>
                </a:solidFill>
                <a:latin typeface="Open Sans"/>
                <a:ea typeface="Open Sans"/>
                <a:cs typeface="Open Sans"/>
                <a:sym typeface="Open Sans"/>
              </a:defRPr>
            </a:lvl5pPr>
            <a:lvl6pPr lvl="5" rtl="0" algn="r">
              <a:buNone/>
              <a:defRPr sz="1000">
                <a:solidFill>
                  <a:schemeClr val="dk2"/>
                </a:solidFill>
                <a:latin typeface="Open Sans"/>
                <a:ea typeface="Open Sans"/>
                <a:cs typeface="Open Sans"/>
                <a:sym typeface="Open Sans"/>
              </a:defRPr>
            </a:lvl6pPr>
            <a:lvl7pPr lvl="6" rtl="0" algn="r">
              <a:buNone/>
              <a:defRPr sz="1000">
                <a:solidFill>
                  <a:schemeClr val="dk2"/>
                </a:solidFill>
                <a:latin typeface="Open Sans"/>
                <a:ea typeface="Open Sans"/>
                <a:cs typeface="Open Sans"/>
                <a:sym typeface="Open Sans"/>
              </a:defRPr>
            </a:lvl7pPr>
            <a:lvl8pPr lvl="7" rtl="0" algn="r">
              <a:buNone/>
              <a:defRPr sz="1000">
                <a:solidFill>
                  <a:schemeClr val="dk2"/>
                </a:solidFill>
                <a:latin typeface="Open Sans"/>
                <a:ea typeface="Open Sans"/>
                <a:cs typeface="Open Sans"/>
                <a:sym typeface="Open Sans"/>
              </a:defRPr>
            </a:lvl8pPr>
            <a:lvl9pPr lvl="8" rtl="0"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7" name="Shape 77"/>
        <p:cNvGrpSpPr/>
        <p:nvPr/>
      </p:nvGrpSpPr>
      <p:grpSpPr>
        <a:xfrm>
          <a:off x="0" y="0"/>
          <a:ext cx="0" cy="0"/>
          <a:chOff x="0" y="0"/>
          <a:chExt cx="0" cy="0"/>
        </a:xfrm>
      </p:grpSpPr>
      <p:sp>
        <p:nvSpPr>
          <p:cNvPr id="78" name="Google Shape;78;p19"/>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79" name="Google Shape;79;p19"/>
          <p:cNvSpPr txBox="1"/>
          <p:nvPr>
            <p:ph idx="1" type="body"/>
          </p:nvPr>
        </p:nvSpPr>
        <p:spPr>
          <a:xfrm>
            <a:off x="628650" y="1369219"/>
            <a:ext cx="7886700" cy="3263400"/>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80" name="Google Shape;80;p19"/>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81" name="Google Shape;81;p19"/>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82" name="Google Shape;82;p19"/>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57" name="Shape 157"/>
        <p:cNvGrpSpPr/>
        <p:nvPr/>
      </p:nvGrpSpPr>
      <p:grpSpPr>
        <a:xfrm>
          <a:off x="0" y="0"/>
          <a:ext cx="0" cy="0"/>
          <a:chOff x="0" y="0"/>
          <a:chExt cx="0" cy="0"/>
        </a:xfrm>
      </p:grpSpPr>
      <p:sp>
        <p:nvSpPr>
          <p:cNvPr id="158" name="Google Shape;158;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1pPr>
            <a:lvl2pPr lvl="1"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2pPr>
            <a:lvl3pPr lvl="2"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3pPr>
            <a:lvl4pPr lvl="3"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4pPr>
            <a:lvl5pPr lvl="4"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5pPr>
            <a:lvl6pPr lvl="5"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6pPr>
            <a:lvl7pPr lvl="6"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7pPr>
            <a:lvl8pPr lvl="7"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8pPr>
            <a:lvl9pPr lvl="8"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9pPr>
          </a:lstStyle>
          <a:p/>
        </p:txBody>
      </p:sp>
      <p:sp>
        <p:nvSpPr>
          <p:cNvPr id="159" name="Google Shape;159;p3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30200" lvl="0" marL="457200" rtl="0">
              <a:lnSpc>
                <a:spcPct val="115000"/>
              </a:lnSpc>
              <a:spcBef>
                <a:spcPts val="0"/>
              </a:spcBef>
              <a:spcAft>
                <a:spcPts val="0"/>
              </a:spcAft>
              <a:buSzPts val="1600"/>
              <a:buFont typeface="Open Sans"/>
              <a:buChar char="●"/>
              <a:defRPr sz="1600">
                <a:latin typeface="Open Sans"/>
                <a:ea typeface="Open Sans"/>
                <a:cs typeface="Open Sans"/>
                <a:sym typeface="Open Sans"/>
              </a:defRPr>
            </a:lvl1pPr>
            <a:lvl2pPr indent="-317500" lvl="1" marL="914400" rtl="0">
              <a:lnSpc>
                <a:spcPct val="115000"/>
              </a:lnSpc>
              <a:spcBef>
                <a:spcPts val="1600"/>
              </a:spcBef>
              <a:spcAft>
                <a:spcPts val="0"/>
              </a:spcAft>
              <a:buSzPts val="1400"/>
              <a:buFont typeface="Open Sans"/>
              <a:buChar char="○"/>
              <a:defRPr>
                <a:latin typeface="Open Sans"/>
                <a:ea typeface="Open Sans"/>
                <a:cs typeface="Open Sans"/>
                <a:sym typeface="Open Sans"/>
              </a:defRPr>
            </a:lvl2pPr>
            <a:lvl3pPr indent="-317500" lvl="2" marL="1371600" rtl="0">
              <a:lnSpc>
                <a:spcPct val="115000"/>
              </a:lnSpc>
              <a:spcBef>
                <a:spcPts val="1600"/>
              </a:spcBef>
              <a:spcAft>
                <a:spcPts val="0"/>
              </a:spcAft>
              <a:buSzPts val="1400"/>
              <a:buFont typeface="Open Sans"/>
              <a:buChar char="■"/>
              <a:defRPr>
                <a:latin typeface="Open Sans"/>
                <a:ea typeface="Open Sans"/>
                <a:cs typeface="Open Sans"/>
                <a:sym typeface="Open Sans"/>
              </a:defRPr>
            </a:lvl3pPr>
            <a:lvl4pPr indent="-317500" lvl="3" marL="1828800" rtl="0">
              <a:lnSpc>
                <a:spcPct val="115000"/>
              </a:lnSpc>
              <a:spcBef>
                <a:spcPts val="1600"/>
              </a:spcBef>
              <a:spcAft>
                <a:spcPts val="0"/>
              </a:spcAft>
              <a:buSzPts val="1400"/>
              <a:buFont typeface="Open Sans"/>
              <a:buChar char="●"/>
              <a:defRPr>
                <a:latin typeface="Open Sans"/>
                <a:ea typeface="Open Sans"/>
                <a:cs typeface="Open Sans"/>
                <a:sym typeface="Open Sans"/>
              </a:defRPr>
            </a:lvl4pPr>
            <a:lvl5pPr indent="-317500" lvl="4" marL="2286000" rtl="0">
              <a:lnSpc>
                <a:spcPct val="115000"/>
              </a:lnSpc>
              <a:spcBef>
                <a:spcPts val="1600"/>
              </a:spcBef>
              <a:spcAft>
                <a:spcPts val="0"/>
              </a:spcAft>
              <a:buSzPts val="1400"/>
              <a:buFont typeface="Open Sans"/>
              <a:buChar char="○"/>
              <a:defRPr>
                <a:latin typeface="Open Sans"/>
                <a:ea typeface="Open Sans"/>
                <a:cs typeface="Open Sans"/>
                <a:sym typeface="Open Sans"/>
              </a:defRPr>
            </a:lvl5pPr>
            <a:lvl6pPr indent="-317500" lvl="5" marL="2743200" rtl="0">
              <a:lnSpc>
                <a:spcPct val="115000"/>
              </a:lnSpc>
              <a:spcBef>
                <a:spcPts val="1600"/>
              </a:spcBef>
              <a:spcAft>
                <a:spcPts val="0"/>
              </a:spcAft>
              <a:buSzPts val="1400"/>
              <a:buFont typeface="Open Sans"/>
              <a:buChar char="■"/>
              <a:defRPr>
                <a:latin typeface="Open Sans"/>
                <a:ea typeface="Open Sans"/>
                <a:cs typeface="Open Sans"/>
                <a:sym typeface="Open Sans"/>
              </a:defRPr>
            </a:lvl6pPr>
            <a:lvl7pPr indent="-317500" lvl="6" marL="3200400" rtl="0">
              <a:lnSpc>
                <a:spcPct val="115000"/>
              </a:lnSpc>
              <a:spcBef>
                <a:spcPts val="1600"/>
              </a:spcBef>
              <a:spcAft>
                <a:spcPts val="0"/>
              </a:spcAft>
              <a:buSzPts val="1400"/>
              <a:buFont typeface="Open Sans"/>
              <a:buChar char="●"/>
              <a:defRPr>
                <a:latin typeface="Open Sans"/>
                <a:ea typeface="Open Sans"/>
                <a:cs typeface="Open Sans"/>
                <a:sym typeface="Open Sans"/>
              </a:defRPr>
            </a:lvl7pPr>
            <a:lvl8pPr indent="-317500" lvl="7" marL="3657600" rtl="0">
              <a:lnSpc>
                <a:spcPct val="115000"/>
              </a:lnSpc>
              <a:spcBef>
                <a:spcPts val="1600"/>
              </a:spcBef>
              <a:spcAft>
                <a:spcPts val="0"/>
              </a:spcAft>
              <a:buSzPts val="1400"/>
              <a:buFont typeface="Open Sans"/>
              <a:buChar char="○"/>
              <a:defRPr>
                <a:latin typeface="Open Sans"/>
                <a:ea typeface="Open Sans"/>
                <a:cs typeface="Open Sans"/>
                <a:sym typeface="Open Sans"/>
              </a:defRPr>
            </a:lvl8pPr>
            <a:lvl9pPr indent="-317500" lvl="8" marL="4114800" rtl="0">
              <a:lnSpc>
                <a:spcPct val="115000"/>
              </a:lnSpc>
              <a:spcBef>
                <a:spcPts val="1600"/>
              </a:spcBef>
              <a:spcAft>
                <a:spcPts val="1600"/>
              </a:spcAft>
              <a:buSzPts val="1400"/>
              <a:buFont typeface="Open Sans"/>
              <a:buChar char="■"/>
              <a:defRPr>
                <a:latin typeface="Open Sans"/>
                <a:ea typeface="Open Sans"/>
                <a:cs typeface="Open Sans"/>
                <a:sym typeface="Open Sans"/>
              </a:defRPr>
            </a:lvl9pPr>
          </a:lstStyle>
          <a:p/>
        </p:txBody>
      </p:sp>
    </p:spTree>
  </p:cSld>
  <p:clrMap accent1="accent1" accent2="accent2" accent3="accent3" accent4="accent4" accent5="accent5" accent6="accent6" bg1="lt1" bg2="dk2" tx1="dk1" tx2="lt2" folHlink="folHlink" hlink="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30" name="Shape 230"/>
        <p:cNvGrpSpPr/>
        <p:nvPr/>
      </p:nvGrpSpPr>
      <p:grpSpPr>
        <a:xfrm>
          <a:off x="0" y="0"/>
          <a:ext cx="0" cy="0"/>
          <a:chOff x="0" y="0"/>
          <a:chExt cx="0" cy="0"/>
        </a:xfrm>
      </p:grpSpPr>
      <p:sp>
        <p:nvSpPr>
          <p:cNvPr id="231" name="Google Shape;231;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1pPr>
            <a:lvl2pPr lvl="1"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2pPr>
            <a:lvl3pPr lvl="2"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3pPr>
            <a:lvl4pPr lvl="3"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4pPr>
            <a:lvl5pPr lvl="4"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5pPr>
            <a:lvl6pPr lvl="5"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6pPr>
            <a:lvl7pPr lvl="6"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7pPr>
            <a:lvl8pPr lvl="7"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8pPr>
            <a:lvl9pPr lvl="8"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9pPr>
          </a:lstStyle>
          <a:p/>
        </p:txBody>
      </p:sp>
      <p:sp>
        <p:nvSpPr>
          <p:cNvPr id="232" name="Google Shape;232;p4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30200" lvl="0" marL="457200" rtl="0">
              <a:lnSpc>
                <a:spcPct val="115000"/>
              </a:lnSpc>
              <a:spcBef>
                <a:spcPts val="0"/>
              </a:spcBef>
              <a:spcAft>
                <a:spcPts val="0"/>
              </a:spcAft>
              <a:buSzPts val="1600"/>
              <a:buFont typeface="Open Sans"/>
              <a:buChar char="●"/>
              <a:defRPr sz="1600">
                <a:latin typeface="Open Sans"/>
                <a:ea typeface="Open Sans"/>
                <a:cs typeface="Open Sans"/>
                <a:sym typeface="Open Sans"/>
              </a:defRPr>
            </a:lvl1pPr>
            <a:lvl2pPr indent="-317500" lvl="1" marL="914400" rtl="0">
              <a:lnSpc>
                <a:spcPct val="115000"/>
              </a:lnSpc>
              <a:spcBef>
                <a:spcPts val="1600"/>
              </a:spcBef>
              <a:spcAft>
                <a:spcPts val="0"/>
              </a:spcAft>
              <a:buSzPts val="1400"/>
              <a:buFont typeface="Open Sans"/>
              <a:buChar char="○"/>
              <a:defRPr>
                <a:latin typeface="Open Sans"/>
                <a:ea typeface="Open Sans"/>
                <a:cs typeface="Open Sans"/>
                <a:sym typeface="Open Sans"/>
              </a:defRPr>
            </a:lvl2pPr>
            <a:lvl3pPr indent="-317500" lvl="2" marL="1371600" rtl="0">
              <a:lnSpc>
                <a:spcPct val="115000"/>
              </a:lnSpc>
              <a:spcBef>
                <a:spcPts val="1600"/>
              </a:spcBef>
              <a:spcAft>
                <a:spcPts val="0"/>
              </a:spcAft>
              <a:buSzPts val="1400"/>
              <a:buFont typeface="Open Sans"/>
              <a:buChar char="■"/>
              <a:defRPr>
                <a:latin typeface="Open Sans"/>
                <a:ea typeface="Open Sans"/>
                <a:cs typeface="Open Sans"/>
                <a:sym typeface="Open Sans"/>
              </a:defRPr>
            </a:lvl3pPr>
            <a:lvl4pPr indent="-317500" lvl="3" marL="1828800" rtl="0">
              <a:lnSpc>
                <a:spcPct val="115000"/>
              </a:lnSpc>
              <a:spcBef>
                <a:spcPts val="1600"/>
              </a:spcBef>
              <a:spcAft>
                <a:spcPts val="0"/>
              </a:spcAft>
              <a:buSzPts val="1400"/>
              <a:buFont typeface="Open Sans"/>
              <a:buChar char="●"/>
              <a:defRPr>
                <a:latin typeface="Open Sans"/>
                <a:ea typeface="Open Sans"/>
                <a:cs typeface="Open Sans"/>
                <a:sym typeface="Open Sans"/>
              </a:defRPr>
            </a:lvl4pPr>
            <a:lvl5pPr indent="-317500" lvl="4" marL="2286000" rtl="0">
              <a:lnSpc>
                <a:spcPct val="115000"/>
              </a:lnSpc>
              <a:spcBef>
                <a:spcPts val="1600"/>
              </a:spcBef>
              <a:spcAft>
                <a:spcPts val="0"/>
              </a:spcAft>
              <a:buSzPts val="1400"/>
              <a:buFont typeface="Open Sans"/>
              <a:buChar char="○"/>
              <a:defRPr>
                <a:latin typeface="Open Sans"/>
                <a:ea typeface="Open Sans"/>
                <a:cs typeface="Open Sans"/>
                <a:sym typeface="Open Sans"/>
              </a:defRPr>
            </a:lvl5pPr>
            <a:lvl6pPr indent="-317500" lvl="5" marL="2743200" rtl="0">
              <a:lnSpc>
                <a:spcPct val="115000"/>
              </a:lnSpc>
              <a:spcBef>
                <a:spcPts val="1600"/>
              </a:spcBef>
              <a:spcAft>
                <a:spcPts val="0"/>
              </a:spcAft>
              <a:buSzPts val="1400"/>
              <a:buFont typeface="Open Sans"/>
              <a:buChar char="■"/>
              <a:defRPr>
                <a:latin typeface="Open Sans"/>
                <a:ea typeface="Open Sans"/>
                <a:cs typeface="Open Sans"/>
                <a:sym typeface="Open Sans"/>
              </a:defRPr>
            </a:lvl6pPr>
            <a:lvl7pPr indent="-317500" lvl="6" marL="3200400" rtl="0">
              <a:lnSpc>
                <a:spcPct val="115000"/>
              </a:lnSpc>
              <a:spcBef>
                <a:spcPts val="1600"/>
              </a:spcBef>
              <a:spcAft>
                <a:spcPts val="0"/>
              </a:spcAft>
              <a:buSzPts val="1400"/>
              <a:buFont typeface="Open Sans"/>
              <a:buChar char="●"/>
              <a:defRPr>
                <a:latin typeface="Open Sans"/>
                <a:ea typeface="Open Sans"/>
                <a:cs typeface="Open Sans"/>
                <a:sym typeface="Open Sans"/>
              </a:defRPr>
            </a:lvl7pPr>
            <a:lvl8pPr indent="-317500" lvl="7" marL="3657600" rtl="0">
              <a:lnSpc>
                <a:spcPct val="115000"/>
              </a:lnSpc>
              <a:spcBef>
                <a:spcPts val="1600"/>
              </a:spcBef>
              <a:spcAft>
                <a:spcPts val="0"/>
              </a:spcAft>
              <a:buSzPts val="1400"/>
              <a:buFont typeface="Open Sans"/>
              <a:buChar char="○"/>
              <a:defRPr>
                <a:latin typeface="Open Sans"/>
                <a:ea typeface="Open Sans"/>
                <a:cs typeface="Open Sans"/>
                <a:sym typeface="Open Sans"/>
              </a:defRPr>
            </a:lvl8pPr>
            <a:lvl9pPr indent="-317500" lvl="8" marL="4114800" rtl="0">
              <a:lnSpc>
                <a:spcPct val="115000"/>
              </a:lnSpc>
              <a:spcBef>
                <a:spcPts val="1600"/>
              </a:spcBef>
              <a:spcAft>
                <a:spcPts val="1600"/>
              </a:spcAft>
              <a:buSzPts val="1400"/>
              <a:buFont typeface="Open Sans"/>
              <a:buChar char="■"/>
              <a:defRPr>
                <a:latin typeface="Open Sans"/>
                <a:ea typeface="Open Sans"/>
                <a:cs typeface="Open Sans"/>
                <a:sym typeface="Open Sans"/>
              </a:defRPr>
            </a:lvl9pPr>
          </a:lstStyle>
          <a:p/>
        </p:txBody>
      </p:sp>
    </p:spTree>
  </p:cSld>
  <p:clrMap accent1="accent1" accent2="accent2" accent3="accent3" accent4="accent4" accent5="accent5" accent6="accent6" bg1="lt1" bg2="dk2" tx1="dk1" tx2="lt2" folHlink="folHlink" hlink="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3" name="Shape 303"/>
        <p:cNvGrpSpPr/>
        <p:nvPr/>
      </p:nvGrpSpPr>
      <p:grpSpPr>
        <a:xfrm>
          <a:off x="0" y="0"/>
          <a:ext cx="0" cy="0"/>
          <a:chOff x="0" y="0"/>
          <a:chExt cx="0" cy="0"/>
        </a:xfrm>
      </p:grpSpPr>
      <p:sp>
        <p:nvSpPr>
          <p:cNvPr id="304" name="Google Shape;304;p5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C04747"/>
              </a:buClr>
              <a:buSzPts val="2800"/>
              <a:buFont typeface="Open Sans"/>
              <a:buNone/>
              <a:defRPr b="1" i="0" sz="2800" u="none" cap="none" strike="noStrike">
                <a:solidFill>
                  <a:srgbClr val="C04747"/>
                </a:solidFill>
                <a:latin typeface="Open Sans"/>
                <a:ea typeface="Open Sans"/>
                <a:cs typeface="Open Sans"/>
                <a:sym typeface="Open Sans"/>
              </a:defRPr>
            </a:lvl1pPr>
            <a:lvl2pPr lvl="1"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2pPr>
            <a:lvl3pPr lvl="2"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3pPr>
            <a:lvl4pPr lvl="3"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4pPr>
            <a:lvl5pPr lvl="4"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5pPr>
            <a:lvl6pPr lvl="5"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6pPr>
            <a:lvl7pPr lvl="6"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7pPr>
            <a:lvl8pPr lvl="7"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8pPr>
            <a:lvl9pPr lvl="8"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9pPr>
          </a:lstStyle>
          <a:p/>
        </p:txBody>
      </p:sp>
      <p:sp>
        <p:nvSpPr>
          <p:cNvPr id="305" name="Google Shape;305;p5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15000"/>
              </a:lnSpc>
              <a:spcBef>
                <a:spcPts val="0"/>
              </a:spcBef>
              <a:spcAft>
                <a:spcPts val="0"/>
              </a:spcAft>
              <a:buClr>
                <a:schemeClr val="dk2"/>
              </a:buClr>
              <a:buSzPts val="1800"/>
              <a:buFont typeface="Open Sans"/>
              <a:buNone/>
              <a:defRPr b="0" i="0" sz="1800" u="none" cap="none" strike="noStrike">
                <a:solidFill>
                  <a:schemeClr val="dk2"/>
                </a:solidFill>
                <a:latin typeface="Open Sans"/>
                <a:ea typeface="Open Sans"/>
                <a:cs typeface="Open Sans"/>
                <a:sym typeface="Open Sans"/>
              </a:defRPr>
            </a:lvl1pPr>
            <a:lvl2pPr indent="-228600" lvl="1" marL="9144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2pPr>
            <a:lvl3pPr indent="-228600" lvl="2" marL="13716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3pPr>
            <a:lvl4pPr indent="-228600" lvl="3" marL="18288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4pPr>
            <a:lvl5pPr indent="-228600" lvl="4" marL="22860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5pPr>
            <a:lvl6pPr indent="-228600" lvl="5" marL="27432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6pPr>
            <a:lvl7pPr indent="-228600" lvl="6" marL="32004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7pPr>
            <a:lvl8pPr indent="-228600" lvl="7" marL="3657600" marR="0" rtl="0" algn="l">
              <a:lnSpc>
                <a:spcPct val="115000"/>
              </a:lnSpc>
              <a:spcBef>
                <a:spcPts val="1600"/>
              </a:spcBef>
              <a:spcAft>
                <a:spcPts val="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8pPr>
            <a:lvl9pPr indent="-228600" lvl="8" marL="4114800" marR="0" rtl="0" algn="l">
              <a:lnSpc>
                <a:spcPct val="115000"/>
              </a:lnSpc>
              <a:spcBef>
                <a:spcPts val="1600"/>
              </a:spcBef>
              <a:spcAft>
                <a:spcPts val="1600"/>
              </a:spcAft>
              <a:buClr>
                <a:schemeClr val="dk2"/>
              </a:buClr>
              <a:buSzPts val="1400"/>
              <a:buFont typeface="Open Sans"/>
              <a:buNone/>
              <a:defRPr b="0" i="0" sz="1400" u="none" cap="none" strike="noStrike">
                <a:solidFill>
                  <a:schemeClr val="dk2"/>
                </a:solidFill>
                <a:latin typeface="Open Sans"/>
                <a:ea typeface="Open Sans"/>
                <a:cs typeface="Open Sans"/>
                <a:sym typeface="Open Sans"/>
              </a:defRPr>
            </a:lvl9pPr>
          </a:lstStyle>
          <a:p/>
        </p:txBody>
      </p:sp>
      <p:sp>
        <p:nvSpPr>
          <p:cNvPr id="306" name="Google Shape;306;p58"/>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chemeClr val="dk2"/>
              </a:buClr>
              <a:buSzPts val="250"/>
              <a:buFont typeface="Open Sans"/>
              <a:buNone/>
              <a:defRPr b="0" i="0" sz="1000" u="none" cap="none" strike="noStrike">
                <a:solidFill>
                  <a:schemeClr val="dk2"/>
                </a:solidFill>
                <a:latin typeface="Open Sans"/>
                <a:ea typeface="Open Sans"/>
                <a:cs typeface="Open Sans"/>
                <a:sym typeface="Open Sans"/>
              </a:defRPr>
            </a:lvl1pPr>
            <a:lvl2pPr indent="0" lvl="1" marL="0" marR="0" rtl="0" algn="r">
              <a:lnSpc>
                <a:spcPct val="100000"/>
              </a:lnSpc>
              <a:spcBef>
                <a:spcPts val="0"/>
              </a:spcBef>
              <a:spcAft>
                <a:spcPts val="0"/>
              </a:spcAft>
              <a:buClr>
                <a:schemeClr val="dk2"/>
              </a:buClr>
              <a:buSzPts val="250"/>
              <a:buFont typeface="Open Sans"/>
              <a:buNone/>
              <a:defRPr b="0" i="0" sz="1000" u="none" cap="none" strike="noStrike">
                <a:solidFill>
                  <a:schemeClr val="dk2"/>
                </a:solidFill>
                <a:latin typeface="Open Sans"/>
                <a:ea typeface="Open Sans"/>
                <a:cs typeface="Open Sans"/>
                <a:sym typeface="Open Sans"/>
              </a:defRPr>
            </a:lvl2pPr>
            <a:lvl3pPr indent="0" lvl="2" marL="0" marR="0" rtl="0" algn="r">
              <a:lnSpc>
                <a:spcPct val="100000"/>
              </a:lnSpc>
              <a:spcBef>
                <a:spcPts val="0"/>
              </a:spcBef>
              <a:spcAft>
                <a:spcPts val="0"/>
              </a:spcAft>
              <a:buClr>
                <a:schemeClr val="dk2"/>
              </a:buClr>
              <a:buSzPts val="250"/>
              <a:buFont typeface="Open Sans"/>
              <a:buNone/>
              <a:defRPr b="0" i="0" sz="1000" u="none" cap="none" strike="noStrike">
                <a:solidFill>
                  <a:schemeClr val="dk2"/>
                </a:solidFill>
                <a:latin typeface="Open Sans"/>
                <a:ea typeface="Open Sans"/>
                <a:cs typeface="Open Sans"/>
                <a:sym typeface="Open Sans"/>
              </a:defRPr>
            </a:lvl3pPr>
            <a:lvl4pPr indent="0" lvl="3" marL="0" marR="0" rtl="0" algn="r">
              <a:lnSpc>
                <a:spcPct val="100000"/>
              </a:lnSpc>
              <a:spcBef>
                <a:spcPts val="0"/>
              </a:spcBef>
              <a:spcAft>
                <a:spcPts val="0"/>
              </a:spcAft>
              <a:buClr>
                <a:schemeClr val="dk2"/>
              </a:buClr>
              <a:buSzPts val="250"/>
              <a:buFont typeface="Open Sans"/>
              <a:buNone/>
              <a:defRPr b="0" i="0" sz="1000" u="none" cap="none" strike="noStrike">
                <a:solidFill>
                  <a:schemeClr val="dk2"/>
                </a:solidFill>
                <a:latin typeface="Open Sans"/>
                <a:ea typeface="Open Sans"/>
                <a:cs typeface="Open Sans"/>
                <a:sym typeface="Open Sans"/>
              </a:defRPr>
            </a:lvl4pPr>
            <a:lvl5pPr indent="0" lvl="4" marL="0" marR="0" rtl="0" algn="r">
              <a:lnSpc>
                <a:spcPct val="100000"/>
              </a:lnSpc>
              <a:spcBef>
                <a:spcPts val="0"/>
              </a:spcBef>
              <a:spcAft>
                <a:spcPts val="0"/>
              </a:spcAft>
              <a:buClr>
                <a:schemeClr val="dk2"/>
              </a:buClr>
              <a:buSzPts val="250"/>
              <a:buFont typeface="Open Sans"/>
              <a:buNone/>
              <a:defRPr b="0" i="0" sz="1000" u="none" cap="none" strike="noStrike">
                <a:solidFill>
                  <a:schemeClr val="dk2"/>
                </a:solidFill>
                <a:latin typeface="Open Sans"/>
                <a:ea typeface="Open Sans"/>
                <a:cs typeface="Open Sans"/>
                <a:sym typeface="Open Sans"/>
              </a:defRPr>
            </a:lvl5pPr>
            <a:lvl6pPr indent="0" lvl="5" marL="0" marR="0" rtl="0" algn="r">
              <a:lnSpc>
                <a:spcPct val="100000"/>
              </a:lnSpc>
              <a:spcBef>
                <a:spcPts val="0"/>
              </a:spcBef>
              <a:spcAft>
                <a:spcPts val="0"/>
              </a:spcAft>
              <a:buClr>
                <a:schemeClr val="dk2"/>
              </a:buClr>
              <a:buSzPts val="250"/>
              <a:buFont typeface="Open Sans"/>
              <a:buNone/>
              <a:defRPr b="0" i="0" sz="1000" u="none" cap="none" strike="noStrike">
                <a:solidFill>
                  <a:schemeClr val="dk2"/>
                </a:solidFill>
                <a:latin typeface="Open Sans"/>
                <a:ea typeface="Open Sans"/>
                <a:cs typeface="Open Sans"/>
                <a:sym typeface="Open Sans"/>
              </a:defRPr>
            </a:lvl6pPr>
            <a:lvl7pPr indent="0" lvl="6" marL="0" marR="0" rtl="0" algn="r">
              <a:lnSpc>
                <a:spcPct val="100000"/>
              </a:lnSpc>
              <a:spcBef>
                <a:spcPts val="0"/>
              </a:spcBef>
              <a:spcAft>
                <a:spcPts val="0"/>
              </a:spcAft>
              <a:buClr>
                <a:schemeClr val="dk2"/>
              </a:buClr>
              <a:buSzPts val="250"/>
              <a:buFont typeface="Open Sans"/>
              <a:buNone/>
              <a:defRPr b="0" i="0" sz="1000" u="none" cap="none" strike="noStrike">
                <a:solidFill>
                  <a:schemeClr val="dk2"/>
                </a:solidFill>
                <a:latin typeface="Open Sans"/>
                <a:ea typeface="Open Sans"/>
                <a:cs typeface="Open Sans"/>
                <a:sym typeface="Open Sans"/>
              </a:defRPr>
            </a:lvl7pPr>
            <a:lvl8pPr indent="0" lvl="7" marL="0" marR="0" rtl="0" algn="r">
              <a:lnSpc>
                <a:spcPct val="100000"/>
              </a:lnSpc>
              <a:spcBef>
                <a:spcPts val="0"/>
              </a:spcBef>
              <a:spcAft>
                <a:spcPts val="0"/>
              </a:spcAft>
              <a:buClr>
                <a:schemeClr val="dk2"/>
              </a:buClr>
              <a:buSzPts val="250"/>
              <a:buFont typeface="Open Sans"/>
              <a:buNone/>
              <a:defRPr b="0" i="0" sz="1000" u="none" cap="none" strike="noStrike">
                <a:solidFill>
                  <a:schemeClr val="dk2"/>
                </a:solidFill>
                <a:latin typeface="Open Sans"/>
                <a:ea typeface="Open Sans"/>
                <a:cs typeface="Open Sans"/>
                <a:sym typeface="Open Sans"/>
              </a:defRPr>
            </a:lvl8pPr>
            <a:lvl9pPr indent="0" lvl="8" marL="0" marR="0" rtl="0" algn="r">
              <a:lnSpc>
                <a:spcPct val="100000"/>
              </a:lnSpc>
              <a:spcBef>
                <a:spcPts val="0"/>
              </a:spcBef>
              <a:spcAft>
                <a:spcPts val="0"/>
              </a:spcAft>
              <a:buClr>
                <a:schemeClr val="dk2"/>
              </a:buClr>
              <a:buSzPts val="250"/>
              <a:buFont typeface="Open Sans"/>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18" r:id="rId18"/>
    <p:sldLayoutId id="2147483719"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1" name="Shape 381"/>
        <p:cNvGrpSpPr/>
        <p:nvPr/>
      </p:nvGrpSpPr>
      <p:grpSpPr>
        <a:xfrm>
          <a:off x="0" y="0"/>
          <a:ext cx="0" cy="0"/>
          <a:chOff x="0" y="0"/>
          <a:chExt cx="0" cy="0"/>
        </a:xfrm>
      </p:grpSpPr>
      <p:sp>
        <p:nvSpPr>
          <p:cNvPr id="382" name="Google Shape;382;p78"/>
          <p:cNvSpPr txBox="1"/>
          <p:nvPr>
            <p:ph type="title"/>
          </p:nvPr>
        </p:nvSpPr>
        <p:spPr>
          <a:xfrm>
            <a:off x="628650" y="273843"/>
            <a:ext cx="7886700" cy="994200"/>
          </a:xfrm>
          <a:prstGeom prst="rect">
            <a:avLst/>
          </a:prstGeom>
          <a:noFill/>
          <a:ln>
            <a:noFill/>
          </a:ln>
        </p:spPr>
        <p:txBody>
          <a:bodyPr anchorCtr="0" anchor="ctr" bIns="68575" lIns="68575" spcFirstLastPara="1" rIns="68575" wrap="square" tIns="68575">
            <a:noAutofit/>
          </a:bodyPr>
          <a:lstStyle>
            <a:lvl1pPr lvl="0" marR="0" rtl="0" algn="l">
              <a:lnSpc>
                <a:spcPct val="90000"/>
              </a:lnSpc>
              <a:spcBef>
                <a:spcPts val="0"/>
              </a:spcBef>
              <a:spcAft>
                <a:spcPts val="0"/>
              </a:spcAft>
              <a:buClr>
                <a:schemeClr val="dk1"/>
              </a:buClr>
              <a:buSzPts val="11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100"/>
              <a:buFont typeface="Arial"/>
              <a:buNone/>
              <a:defRPr sz="1400"/>
            </a:lvl2pPr>
            <a:lvl3pPr lvl="2" rtl="0">
              <a:spcBef>
                <a:spcPts val="0"/>
              </a:spcBef>
              <a:spcAft>
                <a:spcPts val="0"/>
              </a:spcAft>
              <a:buSzPts val="1100"/>
              <a:buFont typeface="Arial"/>
              <a:buNone/>
              <a:defRPr sz="1400"/>
            </a:lvl3pPr>
            <a:lvl4pPr lvl="3" rtl="0">
              <a:spcBef>
                <a:spcPts val="0"/>
              </a:spcBef>
              <a:spcAft>
                <a:spcPts val="0"/>
              </a:spcAft>
              <a:buSzPts val="1100"/>
              <a:buFont typeface="Arial"/>
              <a:buNone/>
              <a:defRPr sz="1400"/>
            </a:lvl4pPr>
            <a:lvl5pPr lvl="4" rtl="0">
              <a:spcBef>
                <a:spcPts val="0"/>
              </a:spcBef>
              <a:spcAft>
                <a:spcPts val="0"/>
              </a:spcAft>
              <a:buSzPts val="1100"/>
              <a:buFont typeface="Arial"/>
              <a:buNone/>
              <a:defRPr sz="1400"/>
            </a:lvl5pPr>
            <a:lvl6pPr lvl="5" rtl="0">
              <a:spcBef>
                <a:spcPts val="0"/>
              </a:spcBef>
              <a:spcAft>
                <a:spcPts val="0"/>
              </a:spcAft>
              <a:buSzPts val="1100"/>
              <a:buFont typeface="Arial"/>
              <a:buNone/>
              <a:defRPr sz="1400"/>
            </a:lvl6pPr>
            <a:lvl7pPr lvl="6" rtl="0">
              <a:spcBef>
                <a:spcPts val="0"/>
              </a:spcBef>
              <a:spcAft>
                <a:spcPts val="0"/>
              </a:spcAft>
              <a:buSzPts val="1100"/>
              <a:buFont typeface="Arial"/>
              <a:buNone/>
              <a:defRPr sz="1400"/>
            </a:lvl7pPr>
            <a:lvl8pPr lvl="7" rtl="0">
              <a:spcBef>
                <a:spcPts val="0"/>
              </a:spcBef>
              <a:spcAft>
                <a:spcPts val="0"/>
              </a:spcAft>
              <a:buSzPts val="1100"/>
              <a:buFont typeface="Arial"/>
              <a:buNone/>
              <a:defRPr sz="1400"/>
            </a:lvl8pPr>
            <a:lvl9pPr lvl="8" rtl="0">
              <a:spcBef>
                <a:spcPts val="0"/>
              </a:spcBef>
              <a:spcAft>
                <a:spcPts val="0"/>
              </a:spcAft>
              <a:buSzPts val="1100"/>
              <a:buFont typeface="Arial"/>
              <a:buNone/>
              <a:defRPr sz="1400"/>
            </a:lvl9pPr>
          </a:lstStyle>
          <a:p/>
        </p:txBody>
      </p:sp>
      <p:sp>
        <p:nvSpPr>
          <p:cNvPr id="383" name="Google Shape;383;p78"/>
          <p:cNvSpPr txBox="1"/>
          <p:nvPr>
            <p:ph idx="1" type="body"/>
          </p:nvPr>
        </p:nvSpPr>
        <p:spPr>
          <a:xfrm>
            <a:off x="628650" y="1369218"/>
            <a:ext cx="7886700" cy="3263400"/>
          </a:xfrm>
          <a:prstGeom prst="rect">
            <a:avLst/>
          </a:prstGeom>
          <a:noFill/>
          <a:ln>
            <a:noFill/>
          </a:ln>
        </p:spPr>
        <p:txBody>
          <a:bodyPr anchorCtr="0" anchor="t" bIns="68575" lIns="68575" spcFirstLastPara="1" rIns="68575" wrap="square" tIns="68575">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384" name="Google Shape;384;p78"/>
          <p:cNvSpPr txBox="1"/>
          <p:nvPr>
            <p:ph idx="10" type="dt"/>
          </p:nvPr>
        </p:nvSpPr>
        <p:spPr>
          <a:xfrm>
            <a:off x="628650" y="4767262"/>
            <a:ext cx="2057400" cy="273900"/>
          </a:xfrm>
          <a:prstGeom prst="rect">
            <a:avLst/>
          </a:prstGeom>
          <a:noFill/>
          <a:ln>
            <a:noFill/>
          </a:ln>
        </p:spPr>
        <p:txBody>
          <a:bodyPr anchorCtr="0" anchor="ctr" bIns="68575" lIns="68575" spcFirstLastPara="1" rIns="68575" wrap="square" tIns="68575">
            <a:noAutofit/>
          </a:bodyPr>
          <a:lstStyle>
            <a:lvl1pPr lvl="0" marR="0" rtl="0" algn="l">
              <a:lnSpc>
                <a:spcPct val="100000"/>
              </a:lnSpc>
              <a:spcBef>
                <a:spcPts val="0"/>
              </a:spcBef>
              <a:spcAft>
                <a:spcPts val="0"/>
              </a:spcAft>
              <a:buClr>
                <a:srgbClr val="888888"/>
              </a:buClr>
              <a:buSzPts val="1100"/>
              <a:buFont typeface="Calibri"/>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385" name="Google Shape;385;p78"/>
          <p:cNvSpPr txBox="1"/>
          <p:nvPr>
            <p:ph idx="11" type="ftr"/>
          </p:nvPr>
        </p:nvSpPr>
        <p:spPr>
          <a:xfrm>
            <a:off x="3028950" y="4767262"/>
            <a:ext cx="3086100" cy="273900"/>
          </a:xfrm>
          <a:prstGeom prst="rect">
            <a:avLst/>
          </a:prstGeom>
          <a:noFill/>
          <a:ln>
            <a:noFill/>
          </a:ln>
        </p:spPr>
        <p:txBody>
          <a:bodyPr anchorCtr="0" anchor="ctr" bIns="68575" lIns="68575" spcFirstLastPara="1" rIns="68575" wrap="square" tIns="68575">
            <a:noAutofit/>
          </a:bodyPr>
          <a:lstStyle>
            <a:lvl1pPr lvl="0" marR="0" rtl="0" algn="ctr">
              <a:lnSpc>
                <a:spcPct val="100000"/>
              </a:lnSpc>
              <a:spcBef>
                <a:spcPts val="0"/>
              </a:spcBef>
              <a:spcAft>
                <a:spcPts val="0"/>
              </a:spcAft>
              <a:buClr>
                <a:srgbClr val="888888"/>
              </a:buClr>
              <a:buSzPts val="1100"/>
              <a:buFont typeface="Calibri"/>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386" name="Google Shape;386;p78"/>
          <p:cNvSpPr txBox="1"/>
          <p:nvPr>
            <p:ph idx="12" type="sldNum"/>
          </p:nvPr>
        </p:nvSpPr>
        <p:spPr>
          <a:xfrm>
            <a:off x="6457950" y="4767262"/>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225"/>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lum">
    <p:bg>
      <p:bgPr>
        <a:solidFill>
          <a:schemeClr val="lt1"/>
        </a:solidFill>
      </p:bgPr>
    </p:bg>
    <p:spTree>
      <p:nvGrpSpPr>
        <p:cNvPr id="456" name="Shape 456"/>
        <p:cNvGrpSpPr/>
        <p:nvPr/>
      </p:nvGrpSpPr>
      <p:grpSpPr>
        <a:xfrm>
          <a:off x="0" y="0"/>
          <a:ext cx="0" cy="0"/>
          <a:chOff x="0" y="0"/>
          <a:chExt cx="0" cy="0"/>
        </a:xfrm>
      </p:grpSpPr>
      <p:sp>
        <p:nvSpPr>
          <p:cNvPr id="457" name="Google Shape;457;p90"/>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Open Sans"/>
              <a:buNone/>
              <a:defRPr b="1" sz="3000">
                <a:solidFill>
                  <a:schemeClr val="dk2"/>
                </a:solidFill>
                <a:latin typeface="Open Sans"/>
                <a:ea typeface="Open Sans"/>
                <a:cs typeface="Open Sans"/>
                <a:sym typeface="Open Sans"/>
              </a:defRPr>
            </a:lvl1pPr>
            <a:lvl2pPr lvl="1"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458" name="Google Shape;458;p9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lt2"/>
              </a:buClr>
              <a:buSzPts val="1800"/>
              <a:buFont typeface="Open Sans"/>
              <a:buChar char="●"/>
              <a:defRPr sz="1800">
                <a:solidFill>
                  <a:schemeClr val="lt2"/>
                </a:solidFill>
                <a:latin typeface="Open Sans"/>
                <a:ea typeface="Open Sans"/>
                <a:cs typeface="Open Sans"/>
                <a:sym typeface="Open Sans"/>
              </a:defRPr>
            </a:lvl1pPr>
            <a:lvl2pPr indent="-317500" lvl="1" marL="914400" rtl="0">
              <a:lnSpc>
                <a:spcPct val="115000"/>
              </a:lnSpc>
              <a:spcBef>
                <a:spcPts val="1600"/>
              </a:spcBef>
              <a:spcAft>
                <a:spcPts val="0"/>
              </a:spcAft>
              <a:buClr>
                <a:schemeClr val="lt2"/>
              </a:buClr>
              <a:buSzPts val="1400"/>
              <a:buFont typeface="Open Sans"/>
              <a:buChar char="○"/>
              <a:defRPr>
                <a:solidFill>
                  <a:schemeClr val="lt2"/>
                </a:solidFill>
                <a:latin typeface="Open Sans"/>
                <a:ea typeface="Open Sans"/>
                <a:cs typeface="Open Sans"/>
                <a:sym typeface="Open Sans"/>
              </a:defRPr>
            </a:lvl2pPr>
            <a:lvl3pPr indent="-317500" lvl="2" marL="1371600" rtl="0">
              <a:lnSpc>
                <a:spcPct val="115000"/>
              </a:lnSpc>
              <a:spcBef>
                <a:spcPts val="1600"/>
              </a:spcBef>
              <a:spcAft>
                <a:spcPts val="0"/>
              </a:spcAft>
              <a:buClr>
                <a:schemeClr val="lt2"/>
              </a:buClr>
              <a:buSzPts val="1400"/>
              <a:buFont typeface="Open Sans"/>
              <a:buChar char="■"/>
              <a:defRPr>
                <a:solidFill>
                  <a:schemeClr val="lt2"/>
                </a:solidFill>
                <a:latin typeface="Open Sans"/>
                <a:ea typeface="Open Sans"/>
                <a:cs typeface="Open Sans"/>
                <a:sym typeface="Open Sans"/>
              </a:defRPr>
            </a:lvl3pPr>
            <a:lvl4pPr indent="-317500" lvl="3" marL="1828800" rtl="0">
              <a:lnSpc>
                <a:spcPct val="115000"/>
              </a:lnSpc>
              <a:spcBef>
                <a:spcPts val="1600"/>
              </a:spcBef>
              <a:spcAft>
                <a:spcPts val="0"/>
              </a:spcAft>
              <a:buClr>
                <a:schemeClr val="lt2"/>
              </a:buClr>
              <a:buSzPts val="1400"/>
              <a:buFont typeface="Open Sans"/>
              <a:buChar char="●"/>
              <a:defRPr>
                <a:solidFill>
                  <a:schemeClr val="lt2"/>
                </a:solidFill>
                <a:latin typeface="Open Sans"/>
                <a:ea typeface="Open Sans"/>
                <a:cs typeface="Open Sans"/>
                <a:sym typeface="Open Sans"/>
              </a:defRPr>
            </a:lvl4pPr>
            <a:lvl5pPr indent="-317500" lvl="4" marL="2286000" rtl="0">
              <a:lnSpc>
                <a:spcPct val="115000"/>
              </a:lnSpc>
              <a:spcBef>
                <a:spcPts val="1600"/>
              </a:spcBef>
              <a:spcAft>
                <a:spcPts val="0"/>
              </a:spcAft>
              <a:buClr>
                <a:schemeClr val="lt2"/>
              </a:buClr>
              <a:buSzPts val="1400"/>
              <a:buFont typeface="Open Sans"/>
              <a:buChar char="○"/>
              <a:defRPr>
                <a:solidFill>
                  <a:schemeClr val="lt2"/>
                </a:solidFill>
                <a:latin typeface="Open Sans"/>
                <a:ea typeface="Open Sans"/>
                <a:cs typeface="Open Sans"/>
                <a:sym typeface="Open Sans"/>
              </a:defRPr>
            </a:lvl5pPr>
            <a:lvl6pPr indent="-317500" lvl="5" marL="2743200" rtl="0">
              <a:lnSpc>
                <a:spcPct val="115000"/>
              </a:lnSpc>
              <a:spcBef>
                <a:spcPts val="1600"/>
              </a:spcBef>
              <a:spcAft>
                <a:spcPts val="0"/>
              </a:spcAft>
              <a:buClr>
                <a:schemeClr val="lt2"/>
              </a:buClr>
              <a:buSzPts val="1400"/>
              <a:buFont typeface="Open Sans"/>
              <a:buChar char="■"/>
              <a:defRPr>
                <a:solidFill>
                  <a:schemeClr val="lt2"/>
                </a:solidFill>
                <a:latin typeface="Open Sans"/>
                <a:ea typeface="Open Sans"/>
                <a:cs typeface="Open Sans"/>
                <a:sym typeface="Open Sans"/>
              </a:defRPr>
            </a:lvl6pPr>
            <a:lvl7pPr indent="-317500" lvl="6" marL="3200400" rtl="0">
              <a:lnSpc>
                <a:spcPct val="115000"/>
              </a:lnSpc>
              <a:spcBef>
                <a:spcPts val="1600"/>
              </a:spcBef>
              <a:spcAft>
                <a:spcPts val="0"/>
              </a:spcAft>
              <a:buClr>
                <a:schemeClr val="lt2"/>
              </a:buClr>
              <a:buSzPts val="1400"/>
              <a:buFont typeface="Open Sans"/>
              <a:buChar char="●"/>
              <a:defRPr>
                <a:solidFill>
                  <a:schemeClr val="lt2"/>
                </a:solidFill>
                <a:latin typeface="Open Sans"/>
                <a:ea typeface="Open Sans"/>
                <a:cs typeface="Open Sans"/>
                <a:sym typeface="Open Sans"/>
              </a:defRPr>
            </a:lvl7pPr>
            <a:lvl8pPr indent="-317500" lvl="7" marL="3657600" rtl="0">
              <a:lnSpc>
                <a:spcPct val="115000"/>
              </a:lnSpc>
              <a:spcBef>
                <a:spcPts val="1600"/>
              </a:spcBef>
              <a:spcAft>
                <a:spcPts val="0"/>
              </a:spcAft>
              <a:buClr>
                <a:schemeClr val="lt2"/>
              </a:buClr>
              <a:buSzPts val="1400"/>
              <a:buFont typeface="Open Sans"/>
              <a:buChar char="○"/>
              <a:defRPr>
                <a:solidFill>
                  <a:schemeClr val="lt2"/>
                </a:solidFill>
                <a:latin typeface="Open Sans"/>
                <a:ea typeface="Open Sans"/>
                <a:cs typeface="Open Sans"/>
                <a:sym typeface="Open Sans"/>
              </a:defRPr>
            </a:lvl8pPr>
            <a:lvl9pPr indent="-317500" lvl="8" marL="4114800" rtl="0">
              <a:lnSpc>
                <a:spcPct val="115000"/>
              </a:lnSpc>
              <a:spcBef>
                <a:spcPts val="1600"/>
              </a:spcBef>
              <a:spcAft>
                <a:spcPts val="1600"/>
              </a:spcAft>
              <a:buClr>
                <a:schemeClr val="lt2"/>
              </a:buClr>
              <a:buSzPts val="1400"/>
              <a:buFont typeface="Open Sans"/>
              <a:buChar char="■"/>
              <a:defRPr>
                <a:solidFill>
                  <a:schemeClr val="lt2"/>
                </a:solidFill>
                <a:latin typeface="Open Sans"/>
                <a:ea typeface="Open Sans"/>
                <a:cs typeface="Open Sans"/>
                <a:sym typeface="Open Sans"/>
              </a:defRPr>
            </a:lvl9pPr>
          </a:lstStyle>
          <a:p/>
        </p:txBody>
      </p:sp>
      <p:sp>
        <p:nvSpPr>
          <p:cNvPr id="459" name="Google Shape;459;p90"/>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lt2"/>
                </a:solidFill>
                <a:latin typeface="Source Sans Pro"/>
                <a:ea typeface="Source Sans Pro"/>
                <a:cs typeface="Source Sans Pro"/>
                <a:sym typeface="Source Sans Pro"/>
              </a:defRPr>
            </a:lvl1pPr>
            <a:lvl2pPr lvl="1" rtl="0" algn="r">
              <a:buNone/>
              <a:defRPr sz="1000">
                <a:solidFill>
                  <a:schemeClr val="lt2"/>
                </a:solidFill>
                <a:latin typeface="Source Sans Pro"/>
                <a:ea typeface="Source Sans Pro"/>
                <a:cs typeface="Source Sans Pro"/>
                <a:sym typeface="Source Sans Pro"/>
              </a:defRPr>
            </a:lvl2pPr>
            <a:lvl3pPr lvl="2" rtl="0" algn="r">
              <a:buNone/>
              <a:defRPr sz="1000">
                <a:solidFill>
                  <a:schemeClr val="lt2"/>
                </a:solidFill>
                <a:latin typeface="Source Sans Pro"/>
                <a:ea typeface="Source Sans Pro"/>
                <a:cs typeface="Source Sans Pro"/>
                <a:sym typeface="Source Sans Pro"/>
              </a:defRPr>
            </a:lvl3pPr>
            <a:lvl4pPr lvl="3" rtl="0" algn="r">
              <a:buNone/>
              <a:defRPr sz="1000">
                <a:solidFill>
                  <a:schemeClr val="lt2"/>
                </a:solidFill>
                <a:latin typeface="Source Sans Pro"/>
                <a:ea typeface="Source Sans Pro"/>
                <a:cs typeface="Source Sans Pro"/>
                <a:sym typeface="Source Sans Pro"/>
              </a:defRPr>
            </a:lvl4pPr>
            <a:lvl5pPr lvl="4" rtl="0" algn="r">
              <a:buNone/>
              <a:defRPr sz="1000">
                <a:solidFill>
                  <a:schemeClr val="lt2"/>
                </a:solidFill>
                <a:latin typeface="Source Sans Pro"/>
                <a:ea typeface="Source Sans Pro"/>
                <a:cs typeface="Source Sans Pro"/>
                <a:sym typeface="Source Sans Pro"/>
              </a:defRPr>
            </a:lvl5pPr>
            <a:lvl6pPr lvl="5" rtl="0" algn="r">
              <a:buNone/>
              <a:defRPr sz="1000">
                <a:solidFill>
                  <a:schemeClr val="lt2"/>
                </a:solidFill>
                <a:latin typeface="Source Sans Pro"/>
                <a:ea typeface="Source Sans Pro"/>
                <a:cs typeface="Source Sans Pro"/>
                <a:sym typeface="Source Sans Pro"/>
              </a:defRPr>
            </a:lvl6pPr>
            <a:lvl7pPr lvl="6" rtl="0" algn="r">
              <a:buNone/>
              <a:defRPr sz="1000">
                <a:solidFill>
                  <a:schemeClr val="lt2"/>
                </a:solidFill>
                <a:latin typeface="Source Sans Pro"/>
                <a:ea typeface="Source Sans Pro"/>
                <a:cs typeface="Source Sans Pro"/>
                <a:sym typeface="Source Sans Pro"/>
              </a:defRPr>
            </a:lvl7pPr>
            <a:lvl8pPr lvl="7" rtl="0" algn="r">
              <a:buNone/>
              <a:defRPr sz="1000">
                <a:solidFill>
                  <a:schemeClr val="lt2"/>
                </a:solidFill>
                <a:latin typeface="Source Sans Pro"/>
                <a:ea typeface="Source Sans Pro"/>
                <a:cs typeface="Source Sans Pro"/>
                <a:sym typeface="Source Sans Pro"/>
              </a:defRPr>
            </a:lvl8pPr>
            <a:lvl9pPr lvl="8" rtl="0" algn="r">
              <a:buNone/>
              <a:defRPr sz="1000">
                <a:solidFill>
                  <a:schemeClr val="lt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5" name="Shape 505"/>
        <p:cNvGrpSpPr/>
        <p:nvPr/>
      </p:nvGrpSpPr>
      <p:grpSpPr>
        <a:xfrm>
          <a:off x="0" y="0"/>
          <a:ext cx="0" cy="0"/>
          <a:chOff x="0" y="0"/>
          <a:chExt cx="0" cy="0"/>
        </a:xfrm>
      </p:grpSpPr>
      <p:sp>
        <p:nvSpPr>
          <p:cNvPr id="506" name="Google Shape;506;p10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07" name="Google Shape;507;p10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508" name="Google Shape;508;p10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1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1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1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9.png"/><Relationship Id="rId6"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 Id="rId3" Type="http://schemas.openxmlformats.org/officeDocument/2006/relationships/image" Target="../media/image1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 Id="rId3" Type="http://schemas.openxmlformats.org/officeDocument/2006/relationships/image" Target="../media/image1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 Id="rId3" Type="http://schemas.openxmlformats.org/officeDocument/2006/relationships/image" Target="../media/image2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 Id="rId3" Type="http://schemas.openxmlformats.org/officeDocument/2006/relationships/image" Target="../media/image1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 Id="rId3" Type="http://schemas.openxmlformats.org/officeDocument/2006/relationships/image" Target="../media/image1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2.xml"/><Relationship Id="rId3" Type="http://schemas.openxmlformats.org/officeDocument/2006/relationships/image" Target="../media/image1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4.xml"/><Relationship Id="rId3" Type="http://schemas.openxmlformats.org/officeDocument/2006/relationships/image" Target="../media/image13.jpg"/><Relationship Id="rId4" Type="http://schemas.openxmlformats.org/officeDocument/2006/relationships/hyperlink" Target="http://www.youtube.com/watch?v=6mCOdHWw0qw" TargetMode="External"/><Relationship Id="rId5" Type="http://schemas.openxmlformats.org/officeDocument/2006/relationships/image" Target="../media/image17.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5.xml"/><Relationship Id="rId3" Type="http://schemas.openxmlformats.org/officeDocument/2006/relationships/image" Target="../media/image13.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9.xml"/><Relationship Id="rId3" Type="http://schemas.openxmlformats.org/officeDocument/2006/relationships/image" Target="../media/image28.jpg"/><Relationship Id="rId4" Type="http://schemas.openxmlformats.org/officeDocument/2006/relationships/hyperlink" Target="http://www.youtube.com/watch?v=jlBg4FA_cpM" TargetMode="External"/><Relationship Id="rId5" Type="http://schemas.openxmlformats.org/officeDocument/2006/relationships/image" Target="../media/image22.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0.xml"/><Relationship Id="rId3" Type="http://schemas.openxmlformats.org/officeDocument/2006/relationships/image" Target="../media/image13.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2.xml"/><Relationship Id="rId3" Type="http://schemas.openxmlformats.org/officeDocument/2006/relationships/image" Target="../media/image19.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5.xml"/><Relationship Id="rId2" Type="http://schemas.openxmlformats.org/officeDocument/2006/relationships/notesSlide" Target="../notesSlides/notesSlide45.xml"/><Relationship Id="rId3" Type="http://schemas.openxmlformats.org/officeDocument/2006/relationships/image" Target="../media/image28.jpg"/><Relationship Id="rId4" Type="http://schemas.openxmlformats.org/officeDocument/2006/relationships/image" Target="../media/image2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5.xml"/><Relationship Id="rId2" Type="http://schemas.openxmlformats.org/officeDocument/2006/relationships/notesSlide" Target="../notesSlides/notesSlide46.xml"/><Relationship Id="rId3" Type="http://schemas.openxmlformats.org/officeDocument/2006/relationships/image" Target="../media/image18.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5.xml"/><Relationship Id="rId2" Type="http://schemas.openxmlformats.org/officeDocument/2006/relationships/notesSlide" Target="../notesSlides/notesSlide47.xml"/><Relationship Id="rId3" Type="http://schemas.openxmlformats.org/officeDocument/2006/relationships/image" Target="../media/image3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5.xml"/><Relationship Id="rId2" Type="http://schemas.openxmlformats.org/officeDocument/2006/relationships/notesSlide" Target="../notesSlides/notesSlide48.xml"/><Relationship Id="rId3" Type="http://schemas.openxmlformats.org/officeDocument/2006/relationships/image" Target="../media/image3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5.xml"/><Relationship Id="rId2" Type="http://schemas.openxmlformats.org/officeDocument/2006/relationships/notesSlide" Target="../notesSlides/notesSlide49.xml"/><Relationship Id="rId3" Type="http://schemas.openxmlformats.org/officeDocument/2006/relationships/image" Target="../media/image5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5.xml"/><Relationship Id="rId2" Type="http://schemas.openxmlformats.org/officeDocument/2006/relationships/notesSlide" Target="../notesSlides/notesSlide50.xml"/><Relationship Id="rId3" Type="http://schemas.openxmlformats.org/officeDocument/2006/relationships/image" Target="../media/image5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5.xml"/><Relationship Id="rId2" Type="http://schemas.openxmlformats.org/officeDocument/2006/relationships/notesSlide" Target="../notesSlides/notesSlide51.xml"/><Relationship Id="rId3" Type="http://schemas.openxmlformats.org/officeDocument/2006/relationships/image" Target="../media/image4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5.xml"/><Relationship Id="rId2" Type="http://schemas.openxmlformats.org/officeDocument/2006/relationships/notesSlide" Target="../notesSlides/notesSlide52.xml"/><Relationship Id="rId3" Type="http://schemas.openxmlformats.org/officeDocument/2006/relationships/image" Target="../media/image13.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5.xml"/><Relationship Id="rId2" Type="http://schemas.openxmlformats.org/officeDocument/2006/relationships/notesSlide" Target="../notesSlides/notesSlide53.xml"/><Relationship Id="rId3" Type="http://schemas.openxmlformats.org/officeDocument/2006/relationships/image" Target="../media/image13.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5.xml"/><Relationship Id="rId2" Type="http://schemas.openxmlformats.org/officeDocument/2006/relationships/notesSlide" Target="../notesSlides/notesSlide54.xml"/><Relationship Id="rId3" Type="http://schemas.openxmlformats.org/officeDocument/2006/relationships/image" Target="../media/image3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5.xml"/><Relationship Id="rId2" Type="http://schemas.openxmlformats.org/officeDocument/2006/relationships/notesSlide" Target="../notesSlides/notesSlide55.xml"/><Relationship Id="rId3" Type="http://schemas.openxmlformats.org/officeDocument/2006/relationships/image" Target="../media/image23.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9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5.xml"/><Relationship Id="rId2" Type="http://schemas.openxmlformats.org/officeDocument/2006/relationships/notesSlide" Target="../notesSlides/notesSlide57.xml"/><Relationship Id="rId3" Type="http://schemas.openxmlformats.org/officeDocument/2006/relationships/image" Target="../media/image23.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95.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95.xml"/><Relationship Id="rId2" Type="http://schemas.openxmlformats.org/officeDocument/2006/relationships/notesSlide" Target="../notesSlides/notesSlide59.xml"/><Relationship Id="rId3" Type="http://schemas.openxmlformats.org/officeDocument/2006/relationships/image" Target="../media/image3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95.xml"/><Relationship Id="rId2" Type="http://schemas.openxmlformats.org/officeDocument/2006/relationships/notesSlide" Target="../notesSlides/notesSlide60.xml"/><Relationship Id="rId3" Type="http://schemas.openxmlformats.org/officeDocument/2006/relationships/image" Target="../media/image23.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1.xml"/><Relationship Id="rId3" Type="http://schemas.openxmlformats.org/officeDocument/2006/relationships/image" Target="../media/image27.gi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2.xml"/><Relationship Id="rId3" Type="http://schemas.openxmlformats.org/officeDocument/2006/relationships/image" Target="../media/image27.gi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3.xml"/><Relationship Id="rId3" Type="http://schemas.openxmlformats.org/officeDocument/2006/relationships/image" Target="../media/image27.gif"/></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4.xml"/><Relationship Id="rId3" Type="http://schemas.openxmlformats.org/officeDocument/2006/relationships/image" Target="../media/image35.gi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5.xml"/><Relationship Id="rId3" Type="http://schemas.openxmlformats.org/officeDocument/2006/relationships/image" Target="../media/image3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95.xml"/><Relationship Id="rId2" Type="http://schemas.openxmlformats.org/officeDocument/2006/relationships/notesSlide" Target="../notesSlides/notesSlide66.xml"/><Relationship Id="rId3" Type="http://schemas.openxmlformats.org/officeDocument/2006/relationships/image" Target="../media/image23.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7.xml"/><Relationship Id="rId3" Type="http://schemas.openxmlformats.org/officeDocument/2006/relationships/image" Target="../media/image27.gif"/></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8.xml"/><Relationship Id="rId3" Type="http://schemas.openxmlformats.org/officeDocument/2006/relationships/image" Target="../media/image27.gi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9.xml"/><Relationship Id="rId3" Type="http://schemas.openxmlformats.org/officeDocument/2006/relationships/image" Target="../media/image27.gif"/></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0.xml"/><Relationship Id="rId3" Type="http://schemas.openxmlformats.org/officeDocument/2006/relationships/image" Target="../media/image35.gif"/></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1.xml"/><Relationship Id="rId3" Type="http://schemas.openxmlformats.org/officeDocument/2006/relationships/image" Target="../media/image3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2.xml"/><Relationship Id="rId3" Type="http://schemas.openxmlformats.org/officeDocument/2006/relationships/image" Target="../media/image13.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5.xml"/><Relationship Id="rId3" Type="http://schemas.openxmlformats.org/officeDocument/2006/relationships/image" Target="../media/image13.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6.xml"/><Relationship Id="rId3" Type="http://schemas.openxmlformats.org/officeDocument/2006/relationships/image" Target="../media/image13.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3.xml"/><Relationship Id="rId3" Type="http://schemas.openxmlformats.org/officeDocument/2006/relationships/image" Target="../media/image44.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4.xml"/><Relationship Id="rId3" Type="http://schemas.openxmlformats.org/officeDocument/2006/relationships/image" Target="../media/image13.jp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3.xml"/><Relationship Id="rId3" Type="http://schemas.openxmlformats.org/officeDocument/2006/relationships/image" Target="../media/image13.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6.xml"/><Relationship Id="rId3" Type="http://schemas.openxmlformats.org/officeDocument/2006/relationships/image" Target="../media/image13.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7.xml"/><Relationship Id="rId3" Type="http://schemas.openxmlformats.org/officeDocument/2006/relationships/image" Target="../media/image37.png"/><Relationship Id="rId4" Type="http://schemas.openxmlformats.org/officeDocument/2006/relationships/image" Target="../media/image33.jp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8.xml"/><Relationship Id="rId3" Type="http://schemas.openxmlformats.org/officeDocument/2006/relationships/image" Target="../media/image4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100.xml"/><Relationship Id="rId3" Type="http://schemas.openxmlformats.org/officeDocument/2006/relationships/image" Target="../media/image44.jp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1.xml"/><Relationship Id="rId3" Type="http://schemas.openxmlformats.org/officeDocument/2006/relationships/image" Target="../media/image13.jpg"/><Relationship Id="rId4" Type="http://schemas.openxmlformats.org/officeDocument/2006/relationships/image" Target="../media/image3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2.xml"/><Relationship Id="rId3" Type="http://schemas.openxmlformats.org/officeDocument/2006/relationships/image" Target="../media/image28.jp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3.xml"/><Relationship Id="rId3" Type="http://schemas.openxmlformats.org/officeDocument/2006/relationships/image" Target="../media/image13.jpg"/><Relationship Id="rId4" Type="http://schemas.openxmlformats.org/officeDocument/2006/relationships/image" Target="../media/image38.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105.xml"/><Relationship Id="rId3" Type="http://schemas.openxmlformats.org/officeDocument/2006/relationships/image" Target="../media/image45.jp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09.xml"/><Relationship Id="rId3" Type="http://schemas.openxmlformats.org/officeDocument/2006/relationships/image" Target="../media/image48.png"/><Relationship Id="rId4" Type="http://schemas.openxmlformats.org/officeDocument/2006/relationships/image" Target="../media/image46.png"/><Relationship Id="rId5" Type="http://schemas.openxmlformats.org/officeDocument/2006/relationships/image" Target="../media/image50.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0.xml"/><Relationship Id="rId3" Type="http://schemas.openxmlformats.org/officeDocument/2006/relationships/image" Target="../media/image13.jpg"/><Relationship Id="rId4" Type="http://schemas.openxmlformats.org/officeDocument/2006/relationships/image" Target="../media/image38.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3.xml"/><Relationship Id="rId3" Type="http://schemas.openxmlformats.org/officeDocument/2006/relationships/image" Target="../media/image54.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14.xml"/><Relationship Id="rId3" Type="http://schemas.openxmlformats.org/officeDocument/2006/relationships/image" Target="../media/image28.jp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5.xml"/><Relationship Id="rId3" Type="http://schemas.openxmlformats.org/officeDocument/2006/relationships/image" Target="../media/image28.jpg"/><Relationship Id="rId4" Type="http://schemas.openxmlformats.org/officeDocument/2006/relationships/hyperlink" Target="http://www.youtube.com/watch?v=1483UwPI_zc" TargetMode="External"/><Relationship Id="rId5" Type="http://schemas.openxmlformats.org/officeDocument/2006/relationships/image" Target="../media/image53.jp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6.xml"/><Relationship Id="rId3" Type="http://schemas.openxmlformats.org/officeDocument/2006/relationships/image" Target="../media/image28.jpg"/><Relationship Id="rId4" Type="http://schemas.openxmlformats.org/officeDocument/2006/relationships/hyperlink" Target="http://www.youtube.com/watch?v=tek69fP18Gk" TargetMode="External"/><Relationship Id="rId5" Type="http://schemas.openxmlformats.org/officeDocument/2006/relationships/image" Target="../media/image47.jp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17.xml"/><Relationship Id="rId3" Type="http://schemas.openxmlformats.org/officeDocument/2006/relationships/image" Target="../media/image2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53" name="Shape 553"/>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57" name="Shape 557"/>
        <p:cNvGrpSpPr/>
        <p:nvPr/>
      </p:nvGrpSpPr>
      <p:grpSpPr>
        <a:xfrm>
          <a:off x="0" y="0"/>
          <a:ext cx="0" cy="0"/>
          <a:chOff x="0" y="0"/>
          <a:chExt cx="0" cy="0"/>
        </a:xfrm>
      </p:grpSpPr>
      <p:sp>
        <p:nvSpPr>
          <p:cNvPr id="558" name="Google Shape;558;p115"/>
          <p:cNvSpPr txBox="1"/>
          <p:nvPr>
            <p:ph idx="4294967295" type="title"/>
          </p:nvPr>
        </p:nvSpPr>
        <p:spPr>
          <a:xfrm>
            <a:off x="311700" y="1042550"/>
            <a:ext cx="8520600" cy="19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9600">
                <a:solidFill>
                  <a:srgbClr val="00B050"/>
                </a:solidFill>
              </a:rPr>
              <a:t>Bem vindos!</a:t>
            </a:r>
            <a:endParaRPr sz="9600">
              <a:solidFill>
                <a:srgbClr val="00B05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62" name="Shape 562"/>
        <p:cNvGrpSpPr/>
        <p:nvPr/>
      </p:nvGrpSpPr>
      <p:grpSpPr>
        <a:xfrm>
          <a:off x="0" y="0"/>
          <a:ext cx="0" cy="0"/>
          <a:chOff x="0" y="0"/>
          <a:chExt cx="0" cy="0"/>
        </a:xfrm>
      </p:grpSpPr>
      <p:sp>
        <p:nvSpPr>
          <p:cNvPr id="563" name="Google Shape;563;p116"/>
          <p:cNvSpPr txBox="1"/>
          <p:nvPr>
            <p:ph type="title"/>
          </p:nvPr>
        </p:nvSpPr>
        <p:spPr>
          <a:xfrm>
            <a:off x="829500" y="2038276"/>
            <a:ext cx="7485000" cy="139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pt-BR" sz="3500">
                <a:solidFill>
                  <a:srgbClr val="FFFFFF"/>
                </a:solidFill>
              </a:rPr>
              <a:t>Treinamento </a:t>
            </a:r>
            <a:endParaRPr sz="3500">
              <a:solidFill>
                <a:srgbClr val="FFFFFF"/>
              </a:solidFill>
            </a:endParaRPr>
          </a:p>
          <a:p>
            <a:pPr indent="0" lvl="0" marL="0" rtl="0" algn="ctr">
              <a:spcBef>
                <a:spcPts val="0"/>
              </a:spcBef>
              <a:spcAft>
                <a:spcPts val="0"/>
              </a:spcAft>
              <a:buNone/>
            </a:pPr>
            <a:r>
              <a:rPr lang="pt-BR" sz="3500">
                <a:solidFill>
                  <a:srgbClr val="FFFFFF"/>
                </a:solidFill>
              </a:rPr>
              <a:t>de ATENDIMENTO &amp; VENDAS</a:t>
            </a:r>
            <a:endParaRPr sz="3500">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B050"/>
        </a:solidFill>
      </p:bgPr>
    </p:bg>
    <p:spTree>
      <p:nvGrpSpPr>
        <p:cNvPr id="567" name="Shape 567"/>
        <p:cNvGrpSpPr/>
        <p:nvPr/>
      </p:nvGrpSpPr>
      <p:grpSpPr>
        <a:xfrm>
          <a:off x="0" y="0"/>
          <a:ext cx="0" cy="0"/>
          <a:chOff x="0" y="0"/>
          <a:chExt cx="0" cy="0"/>
        </a:xfrm>
      </p:grpSpPr>
      <p:sp>
        <p:nvSpPr>
          <p:cNvPr id="568" name="Google Shape;568;p117"/>
          <p:cNvSpPr txBox="1"/>
          <p:nvPr/>
        </p:nvSpPr>
        <p:spPr>
          <a:xfrm>
            <a:off x="0" y="1663809"/>
            <a:ext cx="9144000" cy="2123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pt-BR" sz="9600" u="none" cap="none" strike="noStrike">
                <a:solidFill>
                  <a:schemeClr val="lt1"/>
                </a:solidFill>
                <a:latin typeface="Quattrocento Sans"/>
                <a:ea typeface="Quattrocento Sans"/>
                <a:cs typeface="Quattrocento Sans"/>
                <a:sym typeface="Quattrocento Sans"/>
              </a:rPr>
              <a:t>+ 60% </a:t>
            </a:r>
            <a:endParaRPr/>
          </a:p>
          <a:p>
            <a:pPr indent="0" lvl="0" marL="0" marR="0" rtl="0" algn="ctr">
              <a:spcBef>
                <a:spcPts val="0"/>
              </a:spcBef>
              <a:spcAft>
                <a:spcPts val="0"/>
              </a:spcAft>
              <a:buNone/>
            </a:pPr>
            <a:r>
              <a:rPr b="0" i="0" lang="pt-BR" sz="2000" u="none" cap="none" strike="noStrike">
                <a:solidFill>
                  <a:schemeClr val="lt1"/>
                </a:solidFill>
                <a:latin typeface="Quattrocento Sans"/>
                <a:ea typeface="Quattrocento Sans"/>
                <a:cs typeface="Quattrocento Sans"/>
                <a:sym typeface="Quattrocento Sans"/>
              </a:rPr>
              <a:t>DAS </a:t>
            </a:r>
            <a:r>
              <a:rPr lang="pt-BR" sz="2000">
                <a:solidFill>
                  <a:schemeClr val="lt1"/>
                </a:solidFill>
                <a:latin typeface="Quattrocento Sans"/>
                <a:ea typeface="Quattrocento Sans"/>
                <a:cs typeface="Quattrocento Sans"/>
                <a:sym typeface="Quattrocento Sans"/>
              </a:rPr>
              <a:t>EMPRESAS </a:t>
            </a:r>
            <a:r>
              <a:rPr b="0" i="0" lang="pt-BR" sz="2000" u="none" cap="none" strike="noStrike">
                <a:solidFill>
                  <a:schemeClr val="lt1"/>
                </a:solidFill>
                <a:latin typeface="Quattrocento Sans"/>
                <a:ea typeface="Quattrocento Sans"/>
                <a:cs typeface="Quattrocento Sans"/>
                <a:sym typeface="Quattrocento Sans"/>
              </a:rPr>
              <a:t>DIGITAIS  </a:t>
            </a:r>
            <a:r>
              <a:rPr b="0" i="0" lang="pt-BR" sz="4000" u="none" cap="none" strike="noStrike">
                <a:solidFill>
                  <a:srgbClr val="85200C"/>
                </a:solidFill>
                <a:latin typeface="Quattrocento Sans"/>
                <a:ea typeface="Quattrocento Sans"/>
                <a:cs typeface="Quattrocento Sans"/>
                <a:sym typeface="Quattrocento Sans"/>
              </a:rPr>
              <a:t>NÃO </a:t>
            </a:r>
            <a:r>
              <a:rPr b="0" i="0" lang="pt-BR" sz="2000" u="none" cap="none" strike="noStrike">
                <a:solidFill>
                  <a:schemeClr val="lt1"/>
                </a:solidFill>
                <a:latin typeface="Quattrocento Sans"/>
                <a:ea typeface="Quattrocento Sans"/>
                <a:cs typeface="Quattrocento Sans"/>
                <a:sym typeface="Quattrocento Sans"/>
              </a:rPr>
              <a:t>TÊM UM BOM </a:t>
            </a:r>
            <a:r>
              <a:rPr lang="pt-BR" sz="2000">
                <a:solidFill>
                  <a:schemeClr val="lt1"/>
                </a:solidFill>
                <a:latin typeface="Quattrocento Sans"/>
                <a:ea typeface="Quattrocento Sans"/>
                <a:cs typeface="Quattrocento Sans"/>
                <a:sym typeface="Quattrocento Sans"/>
              </a:rPr>
              <a:t>ATENDIMENTO </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B050"/>
        </a:solidFill>
      </p:bgPr>
    </p:bg>
    <p:spTree>
      <p:nvGrpSpPr>
        <p:cNvPr id="572" name="Shape 572"/>
        <p:cNvGrpSpPr/>
        <p:nvPr/>
      </p:nvGrpSpPr>
      <p:grpSpPr>
        <a:xfrm>
          <a:off x="0" y="0"/>
          <a:ext cx="0" cy="0"/>
          <a:chOff x="0" y="0"/>
          <a:chExt cx="0" cy="0"/>
        </a:xfrm>
      </p:grpSpPr>
      <p:sp>
        <p:nvSpPr>
          <p:cNvPr id="573" name="Google Shape;573;p118"/>
          <p:cNvSpPr txBox="1"/>
          <p:nvPr/>
        </p:nvSpPr>
        <p:spPr>
          <a:xfrm>
            <a:off x="0" y="1988668"/>
            <a:ext cx="9144000" cy="12003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pt-BR" sz="7200" u="none" cap="none" strike="noStrike">
                <a:solidFill>
                  <a:schemeClr val="lt1"/>
                </a:solidFill>
                <a:latin typeface="Quattrocento Sans"/>
                <a:ea typeface="Quattrocento Sans"/>
                <a:cs typeface="Quattrocento Sans"/>
                <a:sym typeface="Quattrocento Sans"/>
              </a:rPr>
              <a:t>MAIS DA METADE </a:t>
            </a:r>
            <a:endParaRPr/>
          </a:p>
        </p:txBody>
      </p:sp>
      <p:sp>
        <p:nvSpPr>
          <p:cNvPr id="574" name="Google Shape;574;p118"/>
          <p:cNvSpPr/>
          <p:nvPr/>
        </p:nvSpPr>
        <p:spPr>
          <a:xfrm>
            <a:off x="3128218" y="1509920"/>
            <a:ext cx="2550600" cy="307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pt-BR" sz="1400" u="none" cap="none" strike="noStrike">
                <a:solidFill>
                  <a:schemeClr val="lt1"/>
                </a:solidFill>
                <a:latin typeface="Quattrocento Sans"/>
                <a:ea typeface="Quattrocento Sans"/>
                <a:cs typeface="Quattrocento Sans"/>
                <a:sym typeface="Quattrocento Sans"/>
              </a:rPr>
              <a:t>E  DAS </a:t>
            </a:r>
            <a:r>
              <a:rPr lang="pt-BR">
                <a:solidFill>
                  <a:schemeClr val="lt1"/>
                </a:solidFill>
                <a:latin typeface="Quattrocento Sans"/>
                <a:ea typeface="Quattrocento Sans"/>
                <a:cs typeface="Quattrocento Sans"/>
                <a:sym typeface="Quattrocento Sans"/>
              </a:rPr>
              <a:t>EMPRESAS </a:t>
            </a:r>
            <a:r>
              <a:rPr b="0" i="0" lang="pt-BR" sz="1400" u="none" cap="none" strike="noStrike">
                <a:solidFill>
                  <a:schemeClr val="lt1"/>
                </a:solidFill>
                <a:latin typeface="Quattrocento Sans"/>
                <a:ea typeface="Quattrocento Sans"/>
                <a:cs typeface="Quattrocento Sans"/>
                <a:sym typeface="Quattrocento Sans"/>
              </a:rPr>
              <a:t>QUE POSSUEM</a:t>
            </a:r>
            <a:endParaRPr/>
          </a:p>
        </p:txBody>
      </p:sp>
      <p:sp>
        <p:nvSpPr>
          <p:cNvPr id="575" name="Google Shape;575;p118"/>
          <p:cNvSpPr/>
          <p:nvPr/>
        </p:nvSpPr>
        <p:spPr>
          <a:xfrm>
            <a:off x="3155248" y="3188975"/>
            <a:ext cx="2833500" cy="1354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pt-BR" sz="5400" u="none" cap="none" strike="noStrike">
                <a:solidFill>
                  <a:srgbClr val="A61C00"/>
                </a:solidFill>
                <a:latin typeface="Quattrocento Sans"/>
                <a:ea typeface="Quattrocento Sans"/>
                <a:cs typeface="Quattrocento Sans"/>
                <a:sym typeface="Quattrocento Sans"/>
              </a:rPr>
              <a:t>NÃO</a:t>
            </a:r>
            <a:r>
              <a:rPr b="0" i="0" lang="pt-BR" sz="3200" u="none" cap="none" strike="noStrike">
                <a:solidFill>
                  <a:srgbClr val="A61C00"/>
                </a:solidFill>
                <a:latin typeface="Quattrocento Sans"/>
                <a:ea typeface="Quattrocento Sans"/>
                <a:cs typeface="Quattrocento Sans"/>
                <a:sym typeface="Quattrocento Sans"/>
              </a:rPr>
              <a:t> </a:t>
            </a:r>
            <a:endParaRPr>
              <a:solidFill>
                <a:srgbClr val="A61C00"/>
              </a:solidFill>
            </a:endParaRPr>
          </a:p>
          <a:p>
            <a:pPr indent="0" lvl="0" marL="0" marR="0" rtl="0" algn="ctr">
              <a:spcBef>
                <a:spcPts val="0"/>
              </a:spcBef>
              <a:spcAft>
                <a:spcPts val="0"/>
              </a:spcAft>
              <a:buNone/>
            </a:pPr>
            <a:r>
              <a:rPr b="0" i="0" lang="pt-BR" sz="1400" u="none" cap="none" strike="noStrike">
                <a:solidFill>
                  <a:schemeClr val="lt1"/>
                </a:solidFill>
                <a:latin typeface="Quattrocento Sans"/>
                <a:ea typeface="Quattrocento Sans"/>
                <a:cs typeface="Quattrocento Sans"/>
                <a:sym typeface="Quattrocento Sans"/>
              </a:rPr>
              <a:t>ATINGEM AS </a:t>
            </a:r>
            <a:r>
              <a:rPr lang="pt-BR">
                <a:solidFill>
                  <a:schemeClr val="lt1"/>
                </a:solidFill>
                <a:latin typeface="Quattrocento Sans"/>
                <a:ea typeface="Quattrocento Sans"/>
                <a:cs typeface="Quattrocento Sans"/>
                <a:sym typeface="Quattrocento Sans"/>
              </a:rPr>
              <a:t>EXPECTATIVAS DOS CLIENTES</a:t>
            </a:r>
            <a:endParaRPr/>
          </a:p>
          <a:p>
            <a:pPr indent="0" lvl="0" marL="0" marR="0" rtl="0" algn="ctr">
              <a:spcBef>
                <a:spcPts val="0"/>
              </a:spcBef>
              <a:spcAft>
                <a:spcPts val="0"/>
              </a:spcAft>
              <a:buNone/>
            </a:pPr>
            <a:r>
              <a:t/>
            </a:r>
            <a:endParaRPr b="0" i="0" sz="1400" u="none" cap="none" strike="noStrike">
              <a:solidFill>
                <a:schemeClr val="lt1"/>
              </a:solidFill>
              <a:latin typeface="Quattrocento Sans"/>
              <a:ea typeface="Quattrocento Sans"/>
              <a:cs typeface="Quattrocento Sans"/>
              <a:sym typeface="Quattrocento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79" name="Shape 579"/>
        <p:cNvGrpSpPr/>
        <p:nvPr/>
      </p:nvGrpSpPr>
      <p:grpSpPr>
        <a:xfrm>
          <a:off x="0" y="0"/>
          <a:ext cx="0" cy="0"/>
          <a:chOff x="0" y="0"/>
          <a:chExt cx="0" cy="0"/>
        </a:xfrm>
      </p:grpSpPr>
      <p:sp>
        <p:nvSpPr>
          <p:cNvPr id="580" name="Google Shape;580;p119"/>
          <p:cNvSpPr txBox="1"/>
          <p:nvPr/>
        </p:nvSpPr>
        <p:spPr>
          <a:xfrm>
            <a:off x="0" y="1786920"/>
            <a:ext cx="9144000" cy="1569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pt-BR" sz="9600" u="none" cap="none" strike="noStrike">
                <a:solidFill>
                  <a:schemeClr val="lt1"/>
                </a:solidFill>
                <a:latin typeface="Quattrocento Sans"/>
                <a:ea typeface="Quattrocento Sans"/>
                <a:cs typeface="Quattrocento Sans"/>
                <a:sym typeface="Quattrocento Sans"/>
              </a:rPr>
              <a:t>POR QUE???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B050"/>
        </a:solidFill>
      </p:bgPr>
    </p:bg>
    <p:spTree>
      <p:nvGrpSpPr>
        <p:cNvPr id="584" name="Shape 584"/>
        <p:cNvGrpSpPr/>
        <p:nvPr/>
      </p:nvGrpSpPr>
      <p:grpSpPr>
        <a:xfrm>
          <a:off x="0" y="0"/>
          <a:ext cx="0" cy="0"/>
          <a:chOff x="0" y="0"/>
          <a:chExt cx="0" cy="0"/>
        </a:xfrm>
      </p:grpSpPr>
      <p:pic>
        <p:nvPicPr>
          <p:cNvPr id="585" name="Google Shape;585;p120"/>
          <p:cNvPicPr preferRelativeResize="0"/>
          <p:nvPr/>
        </p:nvPicPr>
        <p:blipFill rotWithShape="1">
          <a:blip r:embed="rId3">
            <a:alphaModFix/>
          </a:blip>
          <a:srcRect b="0" l="0" r="0" t="0"/>
          <a:stretch/>
        </p:blipFill>
        <p:spPr>
          <a:xfrm>
            <a:off x="230151" y="1367000"/>
            <a:ext cx="4371149" cy="2803550"/>
          </a:xfrm>
          <a:prstGeom prst="rect">
            <a:avLst/>
          </a:prstGeom>
          <a:noFill/>
          <a:ln>
            <a:noFill/>
          </a:ln>
        </p:spPr>
      </p:pic>
      <p:sp>
        <p:nvSpPr>
          <p:cNvPr id="586" name="Google Shape;586;p120"/>
          <p:cNvSpPr txBox="1"/>
          <p:nvPr/>
        </p:nvSpPr>
        <p:spPr>
          <a:xfrm>
            <a:off x="4985083" y="3408289"/>
            <a:ext cx="4271700" cy="646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pt-BR" sz="3600" u="none" cap="none" strike="noStrike">
                <a:solidFill>
                  <a:schemeClr val="lt1"/>
                </a:solidFill>
                <a:latin typeface="Quattrocento Sans"/>
                <a:ea typeface="Quattrocento Sans"/>
                <a:cs typeface="Quattrocento Sans"/>
                <a:sym typeface="Quattrocento Sans"/>
              </a:rPr>
              <a:t>PROCESSOS</a:t>
            </a:r>
            <a:endParaRPr b="0" i="0" sz="3600" u="none" cap="none" strike="noStrike">
              <a:solidFill>
                <a:schemeClr val="lt1"/>
              </a:solidFill>
              <a:latin typeface="Quattrocento Sans"/>
              <a:ea typeface="Quattrocento Sans"/>
              <a:cs typeface="Quattrocento Sans"/>
              <a:sym typeface="Quattrocento Sans"/>
            </a:endParaRPr>
          </a:p>
          <a:p>
            <a:pPr indent="0" lvl="0" marL="0" rtl="0" algn="l">
              <a:spcBef>
                <a:spcPts val="0"/>
              </a:spcBef>
              <a:spcAft>
                <a:spcPts val="0"/>
              </a:spcAft>
              <a:buClr>
                <a:schemeClr val="dk1"/>
              </a:buClr>
              <a:buFont typeface="Arial"/>
              <a:buNone/>
            </a:pPr>
            <a:r>
              <a:rPr lang="pt-BR">
                <a:solidFill>
                  <a:schemeClr val="lt1"/>
                </a:solidFill>
                <a:latin typeface="Quattrocento Sans"/>
                <a:ea typeface="Quattrocento Sans"/>
                <a:cs typeface="Quattrocento Sans"/>
                <a:sym typeface="Quattrocento Sans"/>
              </a:rPr>
              <a:t>Padrão, não saber o que fazer, como resolver!</a:t>
            </a:r>
            <a:endParaRPr>
              <a:solidFill>
                <a:schemeClr val="lt1"/>
              </a:solidFill>
              <a:latin typeface="Quattrocento Sans"/>
              <a:ea typeface="Quattrocento Sans"/>
              <a:cs typeface="Quattrocento Sans"/>
              <a:sym typeface="Quattrocento Sans"/>
            </a:endParaRPr>
          </a:p>
          <a:p>
            <a:pPr indent="0" lvl="0" marL="0" marR="0" rtl="0" algn="l">
              <a:spcBef>
                <a:spcPts val="0"/>
              </a:spcBef>
              <a:spcAft>
                <a:spcPts val="0"/>
              </a:spcAft>
              <a:buNone/>
            </a:pPr>
            <a:r>
              <a:t/>
            </a:r>
            <a:endParaRPr sz="3600">
              <a:solidFill>
                <a:schemeClr val="lt1"/>
              </a:solidFill>
              <a:latin typeface="Quattrocento Sans"/>
              <a:ea typeface="Quattrocento Sans"/>
              <a:cs typeface="Quattrocento Sans"/>
              <a:sym typeface="Quattrocento Sans"/>
            </a:endParaRPr>
          </a:p>
        </p:txBody>
      </p:sp>
      <p:sp>
        <p:nvSpPr>
          <p:cNvPr id="587" name="Google Shape;587;p120"/>
          <p:cNvSpPr/>
          <p:nvPr/>
        </p:nvSpPr>
        <p:spPr>
          <a:xfrm>
            <a:off x="4985075" y="2353193"/>
            <a:ext cx="4572000" cy="1055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pt-BR" sz="3600">
                <a:solidFill>
                  <a:schemeClr val="lt1"/>
                </a:solidFill>
                <a:latin typeface="Quattrocento Sans"/>
                <a:ea typeface="Quattrocento Sans"/>
                <a:cs typeface="Quattrocento Sans"/>
                <a:sym typeface="Quattrocento Sans"/>
              </a:rPr>
              <a:t>PRODUTO</a:t>
            </a:r>
            <a:endParaRPr sz="3600">
              <a:solidFill>
                <a:schemeClr val="lt1"/>
              </a:solidFill>
              <a:latin typeface="Quattrocento Sans"/>
              <a:ea typeface="Quattrocento Sans"/>
              <a:cs typeface="Quattrocento Sans"/>
              <a:sym typeface="Quattrocento Sans"/>
            </a:endParaRPr>
          </a:p>
          <a:p>
            <a:pPr indent="0" lvl="0" marL="0" rtl="0" algn="l">
              <a:spcBef>
                <a:spcPts val="0"/>
              </a:spcBef>
              <a:spcAft>
                <a:spcPts val="0"/>
              </a:spcAft>
              <a:buClr>
                <a:schemeClr val="dk1"/>
              </a:buClr>
              <a:buFont typeface="Arial"/>
              <a:buNone/>
            </a:pPr>
            <a:r>
              <a:rPr lang="pt-BR">
                <a:solidFill>
                  <a:schemeClr val="lt1"/>
                </a:solidFill>
                <a:latin typeface="Quattrocento Sans"/>
                <a:ea typeface="Quattrocento Sans"/>
                <a:cs typeface="Quattrocento Sans"/>
                <a:sym typeface="Quattrocento Sans"/>
              </a:rPr>
              <a:t>Não gerando valor ao cliente</a:t>
            </a:r>
            <a:endParaRPr>
              <a:solidFill>
                <a:schemeClr val="lt1"/>
              </a:solidFill>
              <a:latin typeface="Quattrocento Sans"/>
              <a:ea typeface="Quattrocento Sans"/>
              <a:cs typeface="Quattrocento Sans"/>
              <a:sym typeface="Quattrocento Sans"/>
            </a:endParaRPr>
          </a:p>
          <a:p>
            <a:pPr indent="0" lvl="0" marL="0" marR="0" rtl="0" algn="l">
              <a:spcBef>
                <a:spcPts val="0"/>
              </a:spcBef>
              <a:spcAft>
                <a:spcPts val="0"/>
              </a:spcAft>
              <a:buNone/>
            </a:pPr>
            <a:r>
              <a:t/>
            </a:r>
            <a:endParaRPr sz="3600">
              <a:solidFill>
                <a:schemeClr val="lt1"/>
              </a:solidFill>
              <a:latin typeface="Quattrocento Sans"/>
              <a:ea typeface="Quattrocento Sans"/>
              <a:cs typeface="Quattrocento Sans"/>
              <a:sym typeface="Quattrocento Sans"/>
            </a:endParaRPr>
          </a:p>
        </p:txBody>
      </p:sp>
      <p:sp>
        <p:nvSpPr>
          <p:cNvPr id="588" name="Google Shape;588;p120"/>
          <p:cNvSpPr/>
          <p:nvPr/>
        </p:nvSpPr>
        <p:spPr>
          <a:xfrm>
            <a:off x="4985075" y="1233054"/>
            <a:ext cx="2100300" cy="900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pt-BR" sz="3600">
                <a:solidFill>
                  <a:schemeClr val="lt1"/>
                </a:solidFill>
                <a:latin typeface="Quattrocento Sans"/>
                <a:ea typeface="Quattrocento Sans"/>
                <a:cs typeface="Quattrocento Sans"/>
                <a:sym typeface="Quattrocento Sans"/>
              </a:rPr>
              <a:t>PESSOAS </a:t>
            </a:r>
            <a:endParaRPr sz="3600">
              <a:solidFill>
                <a:schemeClr val="lt1"/>
              </a:solidFill>
              <a:latin typeface="Quattrocento Sans"/>
              <a:ea typeface="Quattrocento Sans"/>
              <a:cs typeface="Quattrocento Sans"/>
              <a:sym typeface="Quattrocento Sans"/>
            </a:endParaRPr>
          </a:p>
          <a:p>
            <a:pPr indent="0" lvl="0" marL="0" marR="0" rtl="0" algn="l">
              <a:spcBef>
                <a:spcPts val="0"/>
              </a:spcBef>
              <a:spcAft>
                <a:spcPts val="0"/>
              </a:spcAft>
              <a:buNone/>
            </a:pPr>
            <a:r>
              <a:rPr lang="pt-BR">
                <a:solidFill>
                  <a:schemeClr val="lt1"/>
                </a:solidFill>
                <a:latin typeface="Quattrocento Sans"/>
                <a:ea typeface="Quattrocento Sans"/>
                <a:cs typeface="Quattrocento Sans"/>
                <a:sym typeface="Quattrocento Sans"/>
              </a:rPr>
              <a:t>  Certas no Lugar errado</a:t>
            </a:r>
            <a:endParaRPr>
              <a:solidFill>
                <a:schemeClr val="lt1"/>
              </a:solidFill>
              <a:latin typeface="Quattrocento Sans"/>
              <a:ea typeface="Quattrocento Sans"/>
              <a:cs typeface="Quattrocento Sans"/>
              <a:sym typeface="Quattrocento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8"/>
                                        </p:tgtEl>
                                        <p:attrNameLst>
                                          <p:attrName>style.visibility</p:attrName>
                                        </p:attrNameLst>
                                      </p:cBhvr>
                                      <p:to>
                                        <p:strVal val="visible"/>
                                      </p:to>
                                    </p:set>
                                    <p:animEffect filter="fade" transition="in">
                                      <p:cBhvr>
                                        <p:cTn dur="500"/>
                                        <p:tgtEl>
                                          <p:spTgt spid="5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6"/>
                                        </p:tgtEl>
                                        <p:attrNameLst>
                                          <p:attrName>style.visibility</p:attrName>
                                        </p:attrNameLst>
                                      </p:cBhvr>
                                      <p:to>
                                        <p:strVal val="visible"/>
                                      </p:to>
                                    </p:set>
                                    <p:animEffect filter="fade" transition="in">
                                      <p:cBhvr>
                                        <p:cTn dur="500"/>
                                        <p:tgtEl>
                                          <p:spTgt spid="5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7"/>
                                        </p:tgtEl>
                                        <p:attrNameLst>
                                          <p:attrName>style.visibility</p:attrName>
                                        </p:attrNameLst>
                                      </p:cBhvr>
                                      <p:to>
                                        <p:strVal val="visible"/>
                                      </p:to>
                                    </p:set>
                                    <p:animEffect filter="fade" transition="in">
                                      <p:cBhvr>
                                        <p:cTn dur="500"/>
                                        <p:tgtEl>
                                          <p:spTgt spid="5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B050"/>
        </a:solidFill>
      </p:bgPr>
    </p:bg>
    <p:spTree>
      <p:nvGrpSpPr>
        <p:cNvPr id="592" name="Shape 592"/>
        <p:cNvGrpSpPr/>
        <p:nvPr/>
      </p:nvGrpSpPr>
      <p:grpSpPr>
        <a:xfrm>
          <a:off x="0" y="0"/>
          <a:ext cx="0" cy="0"/>
          <a:chOff x="0" y="0"/>
          <a:chExt cx="0" cy="0"/>
        </a:xfrm>
      </p:grpSpPr>
      <p:pic>
        <p:nvPicPr>
          <p:cNvPr id="593" name="Google Shape;593;p121"/>
          <p:cNvPicPr preferRelativeResize="0"/>
          <p:nvPr/>
        </p:nvPicPr>
        <p:blipFill rotWithShape="1">
          <a:blip r:embed="rId3">
            <a:alphaModFix/>
          </a:blip>
          <a:srcRect b="0" l="0" r="0" t="0"/>
          <a:stretch/>
        </p:blipFill>
        <p:spPr>
          <a:xfrm>
            <a:off x="286115" y="1457156"/>
            <a:ext cx="4002878" cy="3002159"/>
          </a:xfrm>
          <a:prstGeom prst="rect">
            <a:avLst/>
          </a:prstGeom>
          <a:noFill/>
          <a:ln>
            <a:noFill/>
          </a:ln>
        </p:spPr>
      </p:pic>
      <p:sp>
        <p:nvSpPr>
          <p:cNvPr id="594" name="Google Shape;594;p121"/>
          <p:cNvSpPr txBox="1"/>
          <p:nvPr/>
        </p:nvSpPr>
        <p:spPr>
          <a:xfrm>
            <a:off x="4572000" y="2359545"/>
            <a:ext cx="4271700" cy="646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pt-BR" sz="3600">
                <a:solidFill>
                  <a:schemeClr val="lt1"/>
                </a:solidFill>
                <a:latin typeface="Quattrocento Sans"/>
                <a:ea typeface="Quattrocento Sans"/>
                <a:cs typeface="Quattrocento Sans"/>
                <a:sym typeface="Quattrocento Sans"/>
              </a:rPr>
              <a:t>FAZER O BÁSICO</a:t>
            </a:r>
            <a:endParaRPr sz="3600">
              <a:solidFill>
                <a:schemeClr val="lt1"/>
              </a:solidFill>
              <a:latin typeface="Quattrocento Sans"/>
              <a:ea typeface="Quattrocento Sans"/>
              <a:cs typeface="Quattrocento Sans"/>
              <a:sym typeface="Quattrocento Sans"/>
            </a:endParaRPr>
          </a:p>
          <a:p>
            <a:pPr indent="0" lvl="0" marL="0" rtl="0" algn="l">
              <a:spcBef>
                <a:spcPts val="0"/>
              </a:spcBef>
              <a:spcAft>
                <a:spcPts val="0"/>
              </a:spcAft>
              <a:buClr>
                <a:schemeClr val="dk1"/>
              </a:buClr>
              <a:buFont typeface="Arial"/>
              <a:buNone/>
            </a:pPr>
            <a:r>
              <a:rPr lang="pt-BR" sz="1300">
                <a:solidFill>
                  <a:schemeClr val="lt1"/>
                </a:solidFill>
                <a:latin typeface="Quattrocento Sans"/>
                <a:ea typeface="Quattrocento Sans"/>
                <a:cs typeface="Quattrocento Sans"/>
                <a:sym typeface="Quattrocento Sans"/>
              </a:rPr>
              <a:t>O famoso Arroz com feijão bem feito é o que muda tudo!</a:t>
            </a:r>
            <a:endParaRPr sz="1300">
              <a:solidFill>
                <a:schemeClr val="lt1"/>
              </a:solidFill>
              <a:latin typeface="Quattrocento Sans"/>
              <a:ea typeface="Quattrocento Sans"/>
              <a:cs typeface="Quattrocento Sans"/>
              <a:sym typeface="Quattrocento Sans"/>
            </a:endParaRPr>
          </a:p>
          <a:p>
            <a:pPr indent="457200" lvl="0" marL="914400" marR="0" rtl="0" algn="l">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595" name="Google Shape;595;p121"/>
          <p:cNvSpPr txBox="1"/>
          <p:nvPr/>
        </p:nvSpPr>
        <p:spPr>
          <a:xfrm>
            <a:off x="402700" y="298475"/>
            <a:ext cx="81039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3600">
                <a:solidFill>
                  <a:schemeClr val="lt1"/>
                </a:solidFill>
                <a:latin typeface="Quattrocento Sans"/>
                <a:ea typeface="Quattrocento Sans"/>
                <a:cs typeface="Quattrocento Sans"/>
                <a:sym typeface="Quattrocento Sans"/>
              </a:rPr>
              <a:t>Então como fazer o certo?</a:t>
            </a:r>
            <a:endParaRPr sz="3600">
              <a:solidFill>
                <a:schemeClr val="lt1"/>
              </a:solidFill>
              <a:latin typeface="Quattrocento Sans"/>
              <a:ea typeface="Quattrocento Sans"/>
              <a:cs typeface="Quattrocento Sans"/>
              <a:sym typeface="Quattrocento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4"/>
                                        </p:tgtEl>
                                        <p:attrNameLst>
                                          <p:attrName>style.visibility</p:attrName>
                                        </p:attrNameLst>
                                      </p:cBhvr>
                                      <p:to>
                                        <p:strVal val="visible"/>
                                      </p:to>
                                    </p:set>
                                    <p:animEffect filter="fade" transition="in">
                                      <p:cBhvr>
                                        <p:cTn dur="500"/>
                                        <p:tgtEl>
                                          <p:spTgt spid="5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9" name="Shape 599"/>
        <p:cNvGrpSpPr/>
        <p:nvPr/>
      </p:nvGrpSpPr>
      <p:grpSpPr>
        <a:xfrm>
          <a:off x="0" y="0"/>
          <a:ext cx="0" cy="0"/>
          <a:chOff x="0" y="0"/>
          <a:chExt cx="0" cy="0"/>
        </a:xfrm>
      </p:grpSpPr>
      <p:sp>
        <p:nvSpPr>
          <p:cNvPr id="600" name="Google Shape;600;p122"/>
          <p:cNvSpPr txBox="1"/>
          <p:nvPr/>
        </p:nvSpPr>
        <p:spPr>
          <a:xfrm>
            <a:off x="-120125" y="974305"/>
            <a:ext cx="9144000" cy="646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pt-BR" sz="3600">
                <a:solidFill>
                  <a:srgbClr val="04C5FD"/>
                </a:solidFill>
                <a:latin typeface="Quattrocento Sans"/>
                <a:ea typeface="Quattrocento Sans"/>
                <a:cs typeface="Quattrocento Sans"/>
                <a:sym typeface="Quattrocento Sans"/>
              </a:rPr>
              <a:t>Pixel’s</a:t>
            </a:r>
            <a:endParaRPr b="1">
              <a:solidFill>
                <a:srgbClr val="04C5FD"/>
              </a:solidFill>
            </a:endParaRPr>
          </a:p>
        </p:txBody>
      </p:sp>
      <p:sp>
        <p:nvSpPr>
          <p:cNvPr id="601" name="Google Shape;601;p122"/>
          <p:cNvSpPr txBox="1"/>
          <p:nvPr/>
        </p:nvSpPr>
        <p:spPr>
          <a:xfrm>
            <a:off x="56527" y="741428"/>
            <a:ext cx="9144000" cy="3693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pt-BR" sz="1800" u="none" cap="none" strike="noStrike">
                <a:solidFill>
                  <a:schemeClr val="lt2"/>
                </a:solidFill>
                <a:latin typeface="Quattrocento Sans"/>
                <a:ea typeface="Quattrocento Sans"/>
                <a:cs typeface="Quattrocento Sans"/>
                <a:sym typeface="Quattrocento Sans"/>
              </a:rPr>
              <a:t>A ESSÊNCIA DOS</a:t>
            </a:r>
            <a:endParaRPr>
              <a:solidFill>
                <a:schemeClr val="lt2"/>
              </a:solidFill>
            </a:endParaRPr>
          </a:p>
        </p:txBody>
      </p:sp>
      <p:sp>
        <p:nvSpPr>
          <p:cNvPr id="602" name="Google Shape;602;p122"/>
          <p:cNvSpPr/>
          <p:nvPr/>
        </p:nvSpPr>
        <p:spPr>
          <a:xfrm>
            <a:off x="609793" y="1651246"/>
            <a:ext cx="7825500" cy="2123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pt-BR" sz="2200" u="none" cap="none" strike="noStrike">
                <a:solidFill>
                  <a:schemeClr val="lt1"/>
                </a:solidFill>
                <a:latin typeface="Open Sans"/>
                <a:ea typeface="Open Sans"/>
                <a:cs typeface="Open Sans"/>
                <a:sym typeface="Open Sans"/>
              </a:rPr>
              <a:t>Quem somos: </a:t>
            </a:r>
            <a:endParaRPr>
              <a:solidFill>
                <a:schemeClr val="lt1"/>
              </a:solidFill>
              <a:latin typeface="Open Sans"/>
              <a:ea typeface="Open Sans"/>
              <a:cs typeface="Open Sans"/>
              <a:sym typeface="Open Sans"/>
            </a:endParaRPr>
          </a:p>
          <a:p>
            <a:pPr indent="0" lvl="0" marL="0" marR="0" rtl="0" algn="ctr">
              <a:spcBef>
                <a:spcPts val="0"/>
              </a:spcBef>
              <a:spcAft>
                <a:spcPts val="0"/>
              </a:spcAft>
              <a:buNone/>
            </a:pPr>
            <a:r>
              <a:t/>
            </a:r>
            <a:endParaRPr b="1" sz="2200">
              <a:solidFill>
                <a:schemeClr val="lt1"/>
              </a:solidFill>
              <a:latin typeface="Open Sans"/>
              <a:ea typeface="Open Sans"/>
              <a:cs typeface="Open Sans"/>
              <a:sym typeface="Open Sans"/>
            </a:endParaRPr>
          </a:p>
          <a:p>
            <a:pPr indent="0" lvl="0" marL="0" marR="0" rtl="0" algn="ctr">
              <a:spcBef>
                <a:spcPts val="0"/>
              </a:spcBef>
              <a:spcAft>
                <a:spcPts val="0"/>
              </a:spcAft>
              <a:buNone/>
            </a:pPr>
            <a:r>
              <a:rPr b="1" i="0" lang="pt-BR" sz="1800" u="none" cap="none" strike="noStrike">
                <a:solidFill>
                  <a:schemeClr val="lt1"/>
                </a:solidFill>
                <a:latin typeface="Open Sans"/>
                <a:ea typeface="Open Sans"/>
                <a:cs typeface="Open Sans"/>
                <a:sym typeface="Open Sans"/>
              </a:rPr>
              <a:t>Consultores, influenciadores, mentores e sócios não monetários dos nossos parceiros com o objetivo de ajudá-los a desenvolver a </a:t>
            </a:r>
            <a:r>
              <a:rPr b="1" lang="pt-BR" sz="1800">
                <a:solidFill>
                  <a:schemeClr val="lt1"/>
                </a:solidFill>
                <a:latin typeface="Open Sans"/>
                <a:ea typeface="Open Sans"/>
                <a:cs typeface="Open Sans"/>
                <a:sym typeface="Open Sans"/>
              </a:rPr>
              <a:t>sua empresa </a:t>
            </a:r>
            <a:r>
              <a:rPr b="1" i="0" lang="pt-BR" sz="1800" u="none" cap="none" strike="noStrike">
                <a:solidFill>
                  <a:schemeClr val="lt1"/>
                </a:solidFill>
                <a:latin typeface="Open Sans"/>
                <a:ea typeface="Open Sans"/>
                <a:cs typeface="Open Sans"/>
                <a:sym typeface="Open Sans"/>
              </a:rPr>
              <a:t>e ajudar a fortalecer suas habilidades como empreendedores. Resultado final:</a:t>
            </a:r>
            <a:endParaRPr b="1" i="0" sz="1800" u="none" cap="none" strike="noStrike">
              <a:solidFill>
                <a:schemeClr val="lt1"/>
              </a:solidFill>
              <a:latin typeface="Open Sans"/>
              <a:ea typeface="Open Sans"/>
              <a:cs typeface="Open Sans"/>
              <a:sym typeface="Open Sans"/>
            </a:endParaRPr>
          </a:p>
          <a:p>
            <a:pPr indent="0" lvl="0" marL="0" marR="0" rtl="0" algn="ctr">
              <a:spcBef>
                <a:spcPts val="0"/>
              </a:spcBef>
              <a:spcAft>
                <a:spcPts val="0"/>
              </a:spcAft>
              <a:buNone/>
            </a:pPr>
            <a:r>
              <a:t/>
            </a:r>
            <a:endParaRPr b="1" sz="2200">
              <a:solidFill>
                <a:srgbClr val="222222"/>
              </a:solidFill>
              <a:latin typeface="Open Sans"/>
              <a:ea typeface="Open Sans"/>
              <a:cs typeface="Open Sans"/>
              <a:sym typeface="Open Sans"/>
            </a:endParaRPr>
          </a:p>
          <a:p>
            <a:pPr indent="0" lvl="0" marL="0" marR="0" rtl="0" algn="ctr">
              <a:spcBef>
                <a:spcPts val="0"/>
              </a:spcBef>
              <a:spcAft>
                <a:spcPts val="0"/>
              </a:spcAft>
              <a:buNone/>
            </a:pPr>
            <a:r>
              <a:rPr b="1" i="0" lang="pt-BR" sz="1700" u="none" cap="none" strike="noStrike">
                <a:solidFill>
                  <a:schemeClr val="lt1"/>
                </a:solidFill>
                <a:latin typeface="Open Sans"/>
                <a:ea typeface="Open Sans"/>
                <a:cs typeface="Open Sans"/>
                <a:sym typeface="Open Sans"/>
              </a:rPr>
              <a:t> </a:t>
            </a:r>
            <a:r>
              <a:rPr b="1" lang="pt-BR" sz="1700">
                <a:solidFill>
                  <a:schemeClr val="lt1"/>
                </a:solidFill>
                <a:latin typeface="Open Sans"/>
                <a:ea typeface="Open Sans"/>
                <a:cs typeface="Open Sans"/>
                <a:sym typeface="Open Sans"/>
              </a:rPr>
              <a:t>Crescimento Exponencial da empresa, agregando valor e consequentemente cliente extremamente satisfeitos!</a:t>
            </a:r>
            <a:endParaRPr b="1" i="0" sz="1700" u="none" cap="none" strike="noStrike">
              <a:solidFill>
                <a:schemeClr val="lt1"/>
              </a:solidFill>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pic>
        <p:nvPicPr>
          <p:cNvPr id="607" name="Google Shape;607;p123"/>
          <p:cNvPicPr preferRelativeResize="0"/>
          <p:nvPr/>
        </p:nvPicPr>
        <p:blipFill rotWithShape="1">
          <a:blip r:embed="rId3">
            <a:alphaModFix/>
          </a:blip>
          <a:srcRect b="0" l="0" r="0" t="0"/>
          <a:stretch/>
        </p:blipFill>
        <p:spPr>
          <a:xfrm>
            <a:off x="465559" y="311686"/>
            <a:ext cx="642907" cy="642907"/>
          </a:xfrm>
          <a:prstGeom prst="rect">
            <a:avLst/>
          </a:prstGeom>
          <a:noFill/>
          <a:ln>
            <a:noFill/>
          </a:ln>
        </p:spPr>
      </p:pic>
      <p:pic>
        <p:nvPicPr>
          <p:cNvPr id="608" name="Google Shape;608;p123"/>
          <p:cNvPicPr preferRelativeResize="0"/>
          <p:nvPr/>
        </p:nvPicPr>
        <p:blipFill rotWithShape="1">
          <a:blip r:embed="rId4">
            <a:alphaModFix/>
          </a:blip>
          <a:srcRect b="0" l="0" r="0" t="0"/>
          <a:stretch/>
        </p:blipFill>
        <p:spPr>
          <a:xfrm>
            <a:off x="4783680" y="206031"/>
            <a:ext cx="965258" cy="965258"/>
          </a:xfrm>
          <a:prstGeom prst="rect">
            <a:avLst/>
          </a:prstGeom>
          <a:noFill/>
          <a:ln>
            <a:noFill/>
          </a:ln>
        </p:spPr>
      </p:pic>
      <p:cxnSp>
        <p:nvCxnSpPr>
          <p:cNvPr id="609" name="Google Shape;609;p123"/>
          <p:cNvCxnSpPr/>
          <p:nvPr/>
        </p:nvCxnSpPr>
        <p:spPr>
          <a:xfrm>
            <a:off x="4483100" y="660400"/>
            <a:ext cx="0" cy="3987900"/>
          </a:xfrm>
          <a:prstGeom prst="straightConnector1">
            <a:avLst/>
          </a:prstGeom>
          <a:noFill/>
          <a:ln cap="flat" cmpd="sng" w="19050">
            <a:solidFill>
              <a:srgbClr val="0C487B"/>
            </a:solidFill>
            <a:prstDash val="dash"/>
            <a:miter lim="800000"/>
            <a:headEnd len="sm" w="sm" type="none"/>
            <a:tailEnd len="sm" w="sm" type="none"/>
          </a:ln>
        </p:spPr>
      </p:cxnSp>
      <p:cxnSp>
        <p:nvCxnSpPr>
          <p:cNvPr id="610" name="Google Shape;610;p123"/>
          <p:cNvCxnSpPr/>
          <p:nvPr/>
        </p:nvCxnSpPr>
        <p:spPr>
          <a:xfrm rot="10800000">
            <a:off x="1212800" y="2692400"/>
            <a:ext cx="6318300" cy="0"/>
          </a:xfrm>
          <a:prstGeom prst="straightConnector1">
            <a:avLst/>
          </a:prstGeom>
          <a:noFill/>
          <a:ln cap="flat" cmpd="sng" w="19050">
            <a:solidFill>
              <a:srgbClr val="0C487B"/>
            </a:solidFill>
            <a:prstDash val="dash"/>
            <a:miter lim="800000"/>
            <a:headEnd len="sm" w="sm" type="none"/>
            <a:tailEnd len="sm" w="sm" type="none"/>
          </a:ln>
        </p:spPr>
      </p:cxnSp>
      <p:sp>
        <p:nvSpPr>
          <p:cNvPr id="611" name="Google Shape;611;p123"/>
          <p:cNvSpPr/>
          <p:nvPr/>
        </p:nvSpPr>
        <p:spPr>
          <a:xfrm>
            <a:off x="1841148" y="479955"/>
            <a:ext cx="4572000" cy="101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pt-BR" sz="2000">
                <a:solidFill>
                  <a:srgbClr val="293D69"/>
                </a:solidFill>
                <a:latin typeface="Open Sans"/>
                <a:ea typeface="Open Sans"/>
                <a:cs typeface="Open Sans"/>
                <a:sym typeface="Open Sans"/>
              </a:rPr>
              <a:t>Receita</a:t>
            </a:r>
            <a:endParaRPr sz="2000">
              <a:solidFill>
                <a:schemeClr val="dk1"/>
              </a:solidFill>
              <a:latin typeface="Open Sans"/>
              <a:ea typeface="Open Sans"/>
              <a:cs typeface="Open Sans"/>
              <a:sym typeface="Open Sans"/>
            </a:endParaRPr>
          </a:p>
          <a:p>
            <a:pPr indent="0" lvl="0" marL="0" marR="0" rtl="0" algn="l">
              <a:spcBef>
                <a:spcPts val="0"/>
              </a:spcBef>
              <a:spcAft>
                <a:spcPts val="0"/>
              </a:spcAft>
              <a:buNone/>
            </a:pPr>
            <a:br>
              <a:rPr lang="pt-BR" sz="2000">
                <a:solidFill>
                  <a:schemeClr val="dk1"/>
                </a:solidFill>
                <a:latin typeface="Open Sans"/>
                <a:ea typeface="Open Sans"/>
                <a:cs typeface="Open Sans"/>
                <a:sym typeface="Open Sans"/>
              </a:rPr>
            </a:br>
            <a:endParaRPr sz="2000">
              <a:solidFill>
                <a:schemeClr val="dk1"/>
              </a:solidFill>
              <a:latin typeface="Open Sans"/>
              <a:ea typeface="Open Sans"/>
              <a:cs typeface="Open Sans"/>
              <a:sym typeface="Open Sans"/>
            </a:endParaRPr>
          </a:p>
        </p:txBody>
      </p:sp>
      <p:sp>
        <p:nvSpPr>
          <p:cNvPr id="612" name="Google Shape;612;p123"/>
          <p:cNvSpPr/>
          <p:nvPr/>
        </p:nvSpPr>
        <p:spPr>
          <a:xfrm>
            <a:off x="6306703" y="432809"/>
            <a:ext cx="2261100" cy="101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pt-BR" sz="2000">
                <a:solidFill>
                  <a:srgbClr val="293D69"/>
                </a:solidFill>
                <a:latin typeface="Open Sans"/>
                <a:ea typeface="Open Sans"/>
                <a:cs typeface="Open Sans"/>
                <a:sym typeface="Open Sans"/>
              </a:rPr>
              <a:t>Vendas</a:t>
            </a:r>
            <a:endParaRPr sz="2000">
              <a:solidFill>
                <a:schemeClr val="dk1"/>
              </a:solidFill>
              <a:latin typeface="Open Sans"/>
              <a:ea typeface="Open Sans"/>
              <a:cs typeface="Open Sans"/>
              <a:sym typeface="Open Sans"/>
            </a:endParaRPr>
          </a:p>
          <a:p>
            <a:pPr indent="0" lvl="0" marL="0" marR="0" rtl="0" algn="l">
              <a:spcBef>
                <a:spcPts val="0"/>
              </a:spcBef>
              <a:spcAft>
                <a:spcPts val="0"/>
              </a:spcAft>
              <a:buNone/>
            </a:pPr>
            <a:br>
              <a:rPr lang="pt-BR" sz="2000">
                <a:solidFill>
                  <a:schemeClr val="dk1"/>
                </a:solidFill>
                <a:latin typeface="Open Sans"/>
                <a:ea typeface="Open Sans"/>
                <a:cs typeface="Open Sans"/>
                <a:sym typeface="Open Sans"/>
              </a:rPr>
            </a:br>
            <a:endParaRPr sz="2000">
              <a:solidFill>
                <a:schemeClr val="dk1"/>
              </a:solidFill>
              <a:latin typeface="Open Sans"/>
              <a:ea typeface="Open Sans"/>
              <a:cs typeface="Open Sans"/>
              <a:sym typeface="Open Sans"/>
            </a:endParaRPr>
          </a:p>
        </p:txBody>
      </p:sp>
      <p:sp>
        <p:nvSpPr>
          <p:cNvPr id="613" name="Google Shape;613;p123"/>
          <p:cNvSpPr/>
          <p:nvPr/>
        </p:nvSpPr>
        <p:spPr>
          <a:xfrm>
            <a:off x="1406295" y="2867629"/>
            <a:ext cx="4572000" cy="101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pt-BR" sz="2000">
                <a:solidFill>
                  <a:srgbClr val="293D69"/>
                </a:solidFill>
                <a:latin typeface="Open Sans"/>
                <a:ea typeface="Open Sans"/>
                <a:cs typeface="Open Sans"/>
                <a:sym typeface="Open Sans"/>
              </a:rPr>
              <a:t>Conhecimento</a:t>
            </a:r>
            <a:endParaRPr sz="2000">
              <a:solidFill>
                <a:schemeClr val="dk1"/>
              </a:solidFill>
              <a:latin typeface="Open Sans"/>
              <a:ea typeface="Open Sans"/>
              <a:cs typeface="Open Sans"/>
              <a:sym typeface="Open Sans"/>
            </a:endParaRPr>
          </a:p>
          <a:p>
            <a:pPr indent="0" lvl="0" marL="0" marR="0" rtl="0" algn="l">
              <a:spcBef>
                <a:spcPts val="0"/>
              </a:spcBef>
              <a:spcAft>
                <a:spcPts val="0"/>
              </a:spcAft>
              <a:buNone/>
            </a:pPr>
            <a:br>
              <a:rPr lang="pt-BR" sz="2000">
                <a:solidFill>
                  <a:schemeClr val="dk1"/>
                </a:solidFill>
                <a:latin typeface="Open Sans"/>
                <a:ea typeface="Open Sans"/>
                <a:cs typeface="Open Sans"/>
                <a:sym typeface="Open Sans"/>
              </a:rPr>
            </a:br>
            <a:endParaRPr sz="2000">
              <a:solidFill>
                <a:schemeClr val="dk1"/>
              </a:solidFill>
              <a:latin typeface="Open Sans"/>
              <a:ea typeface="Open Sans"/>
              <a:cs typeface="Open Sans"/>
              <a:sym typeface="Open Sans"/>
            </a:endParaRPr>
          </a:p>
        </p:txBody>
      </p:sp>
      <p:pic>
        <p:nvPicPr>
          <p:cNvPr id="614" name="Google Shape;614;p123"/>
          <p:cNvPicPr preferRelativeResize="0"/>
          <p:nvPr/>
        </p:nvPicPr>
        <p:blipFill rotWithShape="1">
          <a:blip r:embed="rId5">
            <a:alphaModFix/>
          </a:blip>
          <a:srcRect b="0" l="0" r="0" t="0"/>
          <a:stretch/>
        </p:blipFill>
        <p:spPr>
          <a:xfrm>
            <a:off x="380911" y="2867790"/>
            <a:ext cx="687450" cy="687450"/>
          </a:xfrm>
          <a:prstGeom prst="rect">
            <a:avLst/>
          </a:prstGeom>
          <a:noFill/>
          <a:ln>
            <a:noFill/>
          </a:ln>
        </p:spPr>
      </p:pic>
      <p:pic>
        <p:nvPicPr>
          <p:cNvPr id="615" name="Google Shape;615;p123"/>
          <p:cNvPicPr preferRelativeResize="0"/>
          <p:nvPr/>
        </p:nvPicPr>
        <p:blipFill rotWithShape="1">
          <a:blip r:embed="rId6">
            <a:alphaModFix/>
          </a:blip>
          <a:srcRect b="0" l="0" r="0" t="0"/>
          <a:stretch/>
        </p:blipFill>
        <p:spPr>
          <a:xfrm>
            <a:off x="4783680" y="2864623"/>
            <a:ext cx="677321" cy="677321"/>
          </a:xfrm>
          <a:prstGeom prst="rect">
            <a:avLst/>
          </a:prstGeom>
          <a:noFill/>
          <a:ln>
            <a:noFill/>
          </a:ln>
        </p:spPr>
      </p:pic>
      <p:sp>
        <p:nvSpPr>
          <p:cNvPr id="616" name="Google Shape;616;p123"/>
          <p:cNvSpPr/>
          <p:nvPr/>
        </p:nvSpPr>
        <p:spPr>
          <a:xfrm>
            <a:off x="5978295" y="2916496"/>
            <a:ext cx="1993500" cy="101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pt-BR" sz="2000">
                <a:solidFill>
                  <a:srgbClr val="293D69"/>
                </a:solidFill>
                <a:latin typeface="Open Sans"/>
                <a:ea typeface="Open Sans"/>
                <a:cs typeface="Open Sans"/>
                <a:sym typeface="Open Sans"/>
              </a:rPr>
              <a:t>Planejamento </a:t>
            </a:r>
            <a:endParaRPr sz="2000">
              <a:solidFill>
                <a:schemeClr val="dk1"/>
              </a:solidFill>
              <a:latin typeface="Open Sans"/>
              <a:ea typeface="Open Sans"/>
              <a:cs typeface="Open Sans"/>
              <a:sym typeface="Open Sans"/>
            </a:endParaRPr>
          </a:p>
          <a:p>
            <a:pPr indent="0" lvl="0" marL="0" marR="0" rtl="0" algn="l">
              <a:spcBef>
                <a:spcPts val="0"/>
              </a:spcBef>
              <a:spcAft>
                <a:spcPts val="0"/>
              </a:spcAft>
              <a:buNone/>
            </a:pPr>
            <a:br>
              <a:rPr lang="pt-BR" sz="2000">
                <a:solidFill>
                  <a:schemeClr val="dk1"/>
                </a:solidFill>
                <a:latin typeface="Open Sans"/>
                <a:ea typeface="Open Sans"/>
                <a:cs typeface="Open Sans"/>
                <a:sym typeface="Open Sans"/>
              </a:rPr>
            </a:br>
            <a:endParaRPr sz="2000">
              <a:solidFill>
                <a:schemeClr val="dk1"/>
              </a:solidFill>
              <a:latin typeface="Open Sans"/>
              <a:ea typeface="Open Sans"/>
              <a:cs typeface="Open Sans"/>
              <a:sym typeface="Open Sans"/>
            </a:endParaRPr>
          </a:p>
        </p:txBody>
      </p:sp>
      <p:sp>
        <p:nvSpPr>
          <p:cNvPr id="617" name="Google Shape;617;p123"/>
          <p:cNvSpPr txBox="1"/>
          <p:nvPr/>
        </p:nvSpPr>
        <p:spPr>
          <a:xfrm>
            <a:off x="819254" y="1175611"/>
            <a:ext cx="3192000" cy="1169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pt-BR" sz="1250">
                <a:solidFill>
                  <a:srgbClr val="7F7F7F"/>
                </a:solidFill>
                <a:latin typeface="Open Sans"/>
                <a:ea typeface="Open Sans"/>
                <a:cs typeface="Open Sans"/>
                <a:sym typeface="Open Sans"/>
              </a:rPr>
              <a:t>E</a:t>
            </a:r>
            <a:r>
              <a:rPr lang="pt-BR" sz="1250">
                <a:solidFill>
                  <a:srgbClr val="7F7F7F"/>
                </a:solidFill>
                <a:latin typeface="Open Sans"/>
                <a:ea typeface="Open Sans"/>
                <a:cs typeface="Open Sans"/>
                <a:sym typeface="Open Sans"/>
              </a:rPr>
              <a:t>ntender o modelo atual de dos nossos clientes e ajudar seu negócio nas dificuldades e dores. Para solucionar através das nossas soluções e fazendo-os enxergar como melhorar seu faturamento.. </a:t>
            </a:r>
            <a:endParaRPr sz="1300"/>
          </a:p>
        </p:txBody>
      </p:sp>
      <p:sp>
        <p:nvSpPr>
          <p:cNvPr id="618" name="Google Shape;618;p123"/>
          <p:cNvSpPr txBox="1"/>
          <p:nvPr/>
        </p:nvSpPr>
        <p:spPr>
          <a:xfrm>
            <a:off x="5269168" y="1175611"/>
            <a:ext cx="3192000" cy="1169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pt-BR" sz="1350">
                <a:solidFill>
                  <a:srgbClr val="7F7F7F"/>
                </a:solidFill>
                <a:latin typeface="Open Sans"/>
                <a:ea typeface="Open Sans"/>
                <a:cs typeface="Open Sans"/>
                <a:sym typeface="Open Sans"/>
              </a:rPr>
              <a:t>Entender os processos, ferramentas, conhecimento em atendimento e identificar possíveis melhorias no negócio dos nossos parceiros. </a:t>
            </a:r>
            <a:endParaRPr/>
          </a:p>
        </p:txBody>
      </p:sp>
      <p:sp>
        <p:nvSpPr>
          <p:cNvPr id="619" name="Google Shape;619;p123"/>
          <p:cNvSpPr txBox="1"/>
          <p:nvPr/>
        </p:nvSpPr>
        <p:spPr>
          <a:xfrm>
            <a:off x="819254" y="3555239"/>
            <a:ext cx="3192000" cy="954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pt-BR" sz="1350">
                <a:solidFill>
                  <a:srgbClr val="7F7F7F"/>
                </a:solidFill>
                <a:latin typeface="Open Sans"/>
                <a:ea typeface="Open Sans"/>
                <a:cs typeface="Open Sans"/>
                <a:sym typeface="Open Sans"/>
              </a:rPr>
              <a:t>Transferir meu conhecimento e experiências no Ecossistema para desenvolver o seu negócio e atingir os resultados esperados.  </a:t>
            </a:r>
            <a:endParaRPr/>
          </a:p>
        </p:txBody>
      </p:sp>
      <p:sp>
        <p:nvSpPr>
          <p:cNvPr id="620" name="Google Shape;620;p123"/>
          <p:cNvSpPr txBox="1"/>
          <p:nvPr/>
        </p:nvSpPr>
        <p:spPr>
          <a:xfrm>
            <a:off x="5294076" y="3448371"/>
            <a:ext cx="3273600" cy="954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pt-BR" sz="1350">
                <a:solidFill>
                  <a:srgbClr val="7F7F7F"/>
                </a:solidFill>
                <a:latin typeface="Open Sans"/>
                <a:ea typeface="Open Sans"/>
                <a:cs typeface="Open Sans"/>
                <a:sym typeface="Open Sans"/>
              </a:rPr>
              <a:t>Juntos vamos traçar uma rota e um plano de ação visando sempre o seu crescimento, melhorias e ideias para o desenvolvimento do negócio.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124"/>
          <p:cNvSpPr txBox="1"/>
          <p:nvPr>
            <p:ph idx="1" type="subTitle"/>
          </p:nvPr>
        </p:nvSpPr>
        <p:spPr>
          <a:xfrm>
            <a:off x="265500" y="1239625"/>
            <a:ext cx="4045200" cy="258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1300">
                <a:latin typeface="Montserrat Medium"/>
                <a:ea typeface="Montserrat Medium"/>
                <a:cs typeface="Montserrat Medium"/>
                <a:sym typeface="Montserrat Medium"/>
              </a:rPr>
              <a:t>Diretor Comercial &amp;</a:t>
            </a:r>
            <a:r>
              <a:rPr lang="pt-BR" sz="1300">
                <a:latin typeface="Montserrat Medium"/>
                <a:ea typeface="Montserrat Medium"/>
                <a:cs typeface="Montserrat Medium"/>
                <a:sym typeface="Montserrat Medium"/>
              </a:rPr>
              <a:t> Coord. Partners </a:t>
            </a:r>
            <a:r>
              <a:rPr b="1" lang="pt-BR" sz="1300">
                <a:latin typeface="Montserrat"/>
                <a:ea typeface="Montserrat"/>
                <a:cs typeface="Montserrat"/>
                <a:sym typeface="Montserrat"/>
              </a:rPr>
              <a:t>Grupo Four Pixel</a:t>
            </a:r>
            <a:endParaRPr b="1" sz="1300">
              <a:latin typeface="Montserrat"/>
              <a:ea typeface="Montserrat"/>
              <a:cs typeface="Montserrat"/>
              <a:sym typeface="Montserrat"/>
            </a:endParaRPr>
          </a:p>
          <a:p>
            <a:pPr indent="0" lvl="0" marL="0" rtl="0" algn="l">
              <a:spcBef>
                <a:spcPts val="0"/>
              </a:spcBef>
              <a:spcAft>
                <a:spcPts val="0"/>
              </a:spcAft>
              <a:buNone/>
            </a:pPr>
            <a:r>
              <a:rPr lang="pt-BR" sz="1300">
                <a:latin typeface="Montserrat Medium"/>
                <a:ea typeface="Montserrat Medium"/>
                <a:cs typeface="Montserrat Medium"/>
                <a:sym typeface="Montserrat Medium"/>
              </a:rPr>
              <a:t>Sócio da </a:t>
            </a:r>
            <a:r>
              <a:rPr b="1" lang="pt-BR" sz="1300">
                <a:latin typeface="Montserrat"/>
                <a:ea typeface="Montserrat"/>
                <a:cs typeface="Montserrat"/>
                <a:sym typeface="Montserrat"/>
              </a:rPr>
              <a:t>Agência Digital</a:t>
            </a:r>
            <a:endParaRPr b="1" sz="1300">
              <a:latin typeface="Montserrat"/>
              <a:ea typeface="Montserrat"/>
              <a:cs typeface="Montserrat"/>
              <a:sym typeface="Montserrat"/>
            </a:endParaRPr>
          </a:p>
          <a:p>
            <a:pPr indent="0" lvl="0" marL="0" rtl="0" algn="l">
              <a:spcBef>
                <a:spcPts val="0"/>
              </a:spcBef>
              <a:spcAft>
                <a:spcPts val="0"/>
              </a:spcAft>
              <a:buNone/>
            </a:pPr>
            <a:r>
              <a:rPr lang="pt-BR" sz="800">
                <a:latin typeface="Montserrat Medium"/>
                <a:ea typeface="Montserrat Medium"/>
                <a:cs typeface="Montserrat Medium"/>
                <a:sym typeface="Montserrat Medium"/>
              </a:rPr>
              <a:t>Ex </a:t>
            </a:r>
            <a:r>
              <a:rPr b="1" lang="pt-BR" sz="800">
                <a:latin typeface="Montserrat"/>
                <a:ea typeface="Montserrat"/>
                <a:cs typeface="Montserrat"/>
                <a:sym typeface="Montserrat"/>
              </a:rPr>
              <a:t>Sales Executive</a:t>
            </a:r>
            <a:r>
              <a:rPr lang="pt-BR" sz="800">
                <a:latin typeface="Montserrat Medium"/>
                <a:ea typeface="Montserrat Medium"/>
                <a:cs typeface="Montserrat Medium"/>
                <a:sym typeface="Montserrat Medium"/>
              </a:rPr>
              <a:t> na </a:t>
            </a:r>
            <a:r>
              <a:rPr b="1" lang="pt-BR" sz="800">
                <a:latin typeface="Montserrat"/>
                <a:ea typeface="Montserrat"/>
                <a:cs typeface="Montserrat"/>
                <a:sym typeface="Montserrat"/>
              </a:rPr>
              <a:t>Maior Agência de Inbound Commerce do país</a:t>
            </a:r>
            <a:endParaRPr b="1" sz="800">
              <a:latin typeface="Montserrat"/>
              <a:ea typeface="Montserrat"/>
              <a:cs typeface="Montserrat"/>
              <a:sym typeface="Montserrat"/>
            </a:endParaRPr>
          </a:p>
          <a:p>
            <a:pPr indent="0" lvl="0" marL="0" rtl="0" algn="l">
              <a:spcBef>
                <a:spcPts val="0"/>
              </a:spcBef>
              <a:spcAft>
                <a:spcPts val="0"/>
              </a:spcAft>
              <a:buNone/>
            </a:pPr>
            <a:r>
              <a:t/>
            </a:r>
            <a:endParaRPr sz="800">
              <a:latin typeface="Montserrat Medium"/>
              <a:ea typeface="Montserrat Medium"/>
              <a:cs typeface="Montserrat Medium"/>
              <a:sym typeface="Montserrat Medium"/>
            </a:endParaRPr>
          </a:p>
          <a:p>
            <a:pPr indent="-330200" lvl="0" marL="457200" rtl="0" algn="l">
              <a:spcBef>
                <a:spcPts val="0"/>
              </a:spcBef>
              <a:spcAft>
                <a:spcPts val="0"/>
              </a:spcAft>
              <a:buSzPts val="1600"/>
              <a:buChar char="+"/>
            </a:pPr>
            <a:r>
              <a:rPr lang="pt-BR" sz="1600"/>
              <a:t>5.000 Lojistas de moda atendidos</a:t>
            </a:r>
            <a:endParaRPr b="1" sz="1600"/>
          </a:p>
          <a:p>
            <a:pPr indent="-330200" lvl="0" marL="457200" rtl="0" algn="l">
              <a:spcBef>
                <a:spcPts val="0"/>
              </a:spcBef>
              <a:spcAft>
                <a:spcPts val="0"/>
              </a:spcAft>
              <a:buSzPts val="1600"/>
              <a:buChar char="+"/>
            </a:pPr>
            <a:r>
              <a:rPr lang="pt-BR" sz="1600"/>
              <a:t>1 ano e meio de </a:t>
            </a:r>
            <a:r>
              <a:rPr b="1" lang="pt-BR" sz="1600"/>
              <a:t>Four Pixel</a:t>
            </a:r>
            <a:endParaRPr b="1" sz="1600"/>
          </a:p>
          <a:p>
            <a:pPr indent="-330200" lvl="0" marL="457200" rtl="0" algn="l">
              <a:spcBef>
                <a:spcPts val="0"/>
              </a:spcBef>
              <a:spcAft>
                <a:spcPts val="0"/>
              </a:spcAft>
              <a:buSzPts val="1600"/>
              <a:buChar char="+"/>
            </a:pPr>
            <a:r>
              <a:rPr lang="pt-BR" sz="1600"/>
              <a:t>7</a:t>
            </a:r>
            <a:r>
              <a:rPr lang="pt-BR" sz="1600"/>
              <a:t> anos em Marketing</a:t>
            </a:r>
            <a:endParaRPr sz="1600"/>
          </a:p>
          <a:p>
            <a:pPr indent="-330200" lvl="0" marL="457200" rtl="0" algn="l">
              <a:spcBef>
                <a:spcPts val="0"/>
              </a:spcBef>
              <a:spcAft>
                <a:spcPts val="0"/>
              </a:spcAft>
              <a:buSzPts val="1600"/>
              <a:buChar char="+"/>
            </a:pPr>
            <a:r>
              <a:rPr lang="pt-BR" sz="1600"/>
              <a:t>5 anos em Vendas</a:t>
            </a:r>
            <a:endParaRPr sz="1600"/>
          </a:p>
        </p:txBody>
      </p:sp>
      <p:sp>
        <p:nvSpPr>
          <p:cNvPr id="626" name="Google Shape;626;p124"/>
          <p:cNvSpPr txBox="1"/>
          <p:nvPr>
            <p:ph type="title"/>
          </p:nvPr>
        </p:nvSpPr>
        <p:spPr>
          <a:xfrm>
            <a:off x="152812" y="-211371"/>
            <a:ext cx="36438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a:solidFill>
                  <a:srgbClr val="00B050"/>
                </a:solidFill>
              </a:rPr>
              <a:t>Higor Plens</a:t>
            </a:r>
            <a:endParaRPr>
              <a:solidFill>
                <a:srgbClr val="00B050"/>
              </a:solidFill>
            </a:endParaRPr>
          </a:p>
        </p:txBody>
      </p:sp>
      <p:pic>
        <p:nvPicPr>
          <p:cNvPr id="627" name="Google Shape;627;p124"/>
          <p:cNvPicPr preferRelativeResize="0"/>
          <p:nvPr/>
        </p:nvPicPr>
        <p:blipFill rotWithShape="1">
          <a:blip r:embed="rId3">
            <a:alphaModFix/>
          </a:blip>
          <a:srcRect b="12367" l="0" r="0" t="12360"/>
          <a:stretch/>
        </p:blipFill>
        <p:spPr>
          <a:xfrm>
            <a:off x="4572525" y="-12600"/>
            <a:ext cx="5164125" cy="5164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31" name="Shape 631"/>
        <p:cNvGrpSpPr/>
        <p:nvPr/>
      </p:nvGrpSpPr>
      <p:grpSpPr>
        <a:xfrm>
          <a:off x="0" y="0"/>
          <a:ext cx="0" cy="0"/>
          <a:chOff x="0" y="0"/>
          <a:chExt cx="0" cy="0"/>
        </a:xfrm>
      </p:grpSpPr>
      <p:sp>
        <p:nvSpPr>
          <p:cNvPr id="632" name="Google Shape;632;p125"/>
          <p:cNvSpPr txBox="1"/>
          <p:nvPr>
            <p:ph type="title"/>
          </p:nvPr>
        </p:nvSpPr>
        <p:spPr>
          <a:xfrm>
            <a:off x="504475" y="1946700"/>
            <a:ext cx="8084700" cy="1319700"/>
          </a:xfrm>
          <a:prstGeom prst="rect">
            <a:avLst/>
          </a:prstGeom>
        </p:spPr>
        <p:txBody>
          <a:bodyPr anchorCtr="0" anchor="ctr" bIns="45700" lIns="91425" spcFirstLastPara="1" rIns="91425" wrap="square" tIns="45700">
            <a:noAutofit/>
          </a:bodyPr>
          <a:lstStyle/>
          <a:p>
            <a:pPr indent="-431800" lvl="0" marL="457200" rtl="0" algn="ctr">
              <a:lnSpc>
                <a:spcPct val="115000"/>
              </a:lnSpc>
              <a:spcBef>
                <a:spcPts val="0"/>
              </a:spcBef>
              <a:spcAft>
                <a:spcPts val="0"/>
              </a:spcAft>
              <a:buClr>
                <a:schemeClr val="lt1"/>
              </a:buClr>
              <a:buSzPts val="3200"/>
              <a:buFont typeface="Montserrat ExtraBold"/>
              <a:buAutoNum type="arabicPeriod"/>
            </a:pPr>
            <a:r>
              <a:rPr lang="pt-BR" sz="3200">
                <a:solidFill>
                  <a:schemeClr val="lt1"/>
                </a:solidFill>
                <a:latin typeface="Montserrat ExtraBold"/>
                <a:ea typeface="Montserrat ExtraBold"/>
                <a:cs typeface="Montserrat ExtraBold"/>
                <a:sym typeface="Montserrat ExtraBold"/>
              </a:rPr>
              <a:t>O inconsciente</a:t>
            </a:r>
            <a:endParaRPr sz="3200">
              <a:solidFill>
                <a:schemeClr val="lt1"/>
              </a:solidFill>
              <a:latin typeface="Montserrat ExtraBold"/>
              <a:ea typeface="Montserrat ExtraBold"/>
              <a:cs typeface="Montserrat ExtraBold"/>
              <a:sym typeface="Montserrat ExtraBo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36" name="Shape 636"/>
        <p:cNvGrpSpPr/>
        <p:nvPr/>
      </p:nvGrpSpPr>
      <p:grpSpPr>
        <a:xfrm>
          <a:off x="0" y="0"/>
          <a:ext cx="0" cy="0"/>
          <a:chOff x="0" y="0"/>
          <a:chExt cx="0" cy="0"/>
        </a:xfrm>
      </p:grpSpPr>
      <p:sp>
        <p:nvSpPr>
          <p:cNvPr id="637" name="Google Shape;637;p126"/>
          <p:cNvSpPr txBox="1"/>
          <p:nvPr>
            <p:ph type="title"/>
          </p:nvPr>
        </p:nvSpPr>
        <p:spPr>
          <a:xfrm>
            <a:off x="2000025" y="-39275"/>
            <a:ext cx="8463600" cy="572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lang="pt-BR" sz="2000">
                <a:solidFill>
                  <a:srgbClr val="00B050"/>
                </a:solidFill>
              </a:rPr>
              <a:t>NOSSO CÉREBRO TEM 3 PRINCIPAIS REGIÕES</a:t>
            </a:r>
            <a:endParaRPr sz="2000">
              <a:solidFill>
                <a:srgbClr val="00B05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41" name="Shape 641"/>
        <p:cNvGrpSpPr/>
        <p:nvPr/>
      </p:nvGrpSpPr>
      <p:grpSpPr>
        <a:xfrm>
          <a:off x="0" y="0"/>
          <a:ext cx="0" cy="0"/>
          <a:chOff x="0" y="0"/>
          <a:chExt cx="0" cy="0"/>
        </a:xfrm>
      </p:grpSpPr>
      <p:sp>
        <p:nvSpPr>
          <p:cNvPr id="642" name="Google Shape;642;p127"/>
          <p:cNvSpPr txBox="1"/>
          <p:nvPr>
            <p:ph type="title"/>
          </p:nvPr>
        </p:nvSpPr>
        <p:spPr>
          <a:xfrm>
            <a:off x="267525" y="-44175"/>
            <a:ext cx="8463600" cy="572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lang="pt-BR" sz="2000">
                <a:solidFill>
                  <a:srgbClr val="00B050"/>
                </a:solidFill>
              </a:rPr>
              <a:t>Que são </a:t>
            </a:r>
            <a:r>
              <a:rPr lang="pt-BR" sz="2000">
                <a:solidFill>
                  <a:srgbClr val="00B050"/>
                </a:solidFill>
              </a:rPr>
              <a:t>distribuídos</a:t>
            </a:r>
            <a:r>
              <a:rPr lang="pt-BR" sz="2000">
                <a:solidFill>
                  <a:srgbClr val="00B050"/>
                </a:solidFill>
              </a:rPr>
              <a:t> da seguinte forma… </a:t>
            </a:r>
            <a:endParaRPr sz="2000">
              <a:solidFill>
                <a:srgbClr val="00B050"/>
              </a:solidFill>
            </a:endParaRPr>
          </a:p>
        </p:txBody>
      </p:sp>
      <p:sp>
        <p:nvSpPr>
          <p:cNvPr id="643" name="Google Shape;643;p127"/>
          <p:cNvSpPr txBox="1"/>
          <p:nvPr/>
        </p:nvSpPr>
        <p:spPr>
          <a:xfrm>
            <a:off x="399500" y="1747975"/>
            <a:ext cx="8432700" cy="4440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t/>
            </a:r>
            <a:endParaRPr sz="1800">
              <a:solidFill>
                <a:srgbClr val="0C487B"/>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3">
                                            <p:txEl>
                                              <p:pRg end="0" st="0"/>
                                            </p:txEl>
                                          </p:spTgt>
                                        </p:tgtEl>
                                        <p:attrNameLst>
                                          <p:attrName>style.visibility</p:attrName>
                                        </p:attrNameLst>
                                      </p:cBhvr>
                                      <p:to>
                                        <p:strVal val="visible"/>
                                      </p:to>
                                    </p:set>
                                    <p:animEffect filter="fade" transition="in">
                                      <p:cBhvr>
                                        <p:cTn dur="1000"/>
                                        <p:tgtEl>
                                          <p:spTgt spid="6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3"/>
                                        </p:tgtEl>
                                        <p:attrNameLst>
                                          <p:attrName>style.visibility</p:attrName>
                                        </p:attrNameLst>
                                      </p:cBhvr>
                                      <p:to>
                                        <p:strVal val="visible"/>
                                      </p:to>
                                    </p:set>
                                    <p:animEffect filter="fade" transition="in">
                                      <p:cBhvr>
                                        <p:cTn dur="1000"/>
                                        <p:tgtEl>
                                          <p:spTgt spid="6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47" name="Shape 647"/>
        <p:cNvGrpSpPr/>
        <p:nvPr/>
      </p:nvGrpSpPr>
      <p:grpSpPr>
        <a:xfrm>
          <a:off x="0" y="0"/>
          <a:ext cx="0" cy="0"/>
          <a:chOff x="0" y="0"/>
          <a:chExt cx="0" cy="0"/>
        </a:xfrm>
      </p:grpSpPr>
      <p:sp>
        <p:nvSpPr>
          <p:cNvPr id="648" name="Google Shape;648;p128"/>
          <p:cNvSpPr txBox="1"/>
          <p:nvPr>
            <p:ph type="title"/>
          </p:nvPr>
        </p:nvSpPr>
        <p:spPr>
          <a:xfrm>
            <a:off x="252800" y="215950"/>
            <a:ext cx="8463600" cy="5727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000000"/>
              </a:buClr>
              <a:buSzPts val="1100"/>
              <a:buFont typeface="Arial"/>
              <a:buNone/>
            </a:pPr>
            <a:r>
              <a:rPr lang="pt-BR" sz="2000">
                <a:solidFill>
                  <a:srgbClr val="00B050"/>
                </a:solidFill>
              </a:rPr>
              <a:t>SABE QUAL É O RESPONSÁVEL PELA DECISÃO?</a:t>
            </a:r>
            <a:endParaRPr sz="2000">
              <a:solidFill>
                <a:srgbClr val="00B050"/>
              </a:solidFill>
            </a:endParaRPr>
          </a:p>
        </p:txBody>
      </p:sp>
      <p:sp>
        <p:nvSpPr>
          <p:cNvPr id="649" name="Google Shape;649;p128"/>
          <p:cNvSpPr txBox="1"/>
          <p:nvPr/>
        </p:nvSpPr>
        <p:spPr>
          <a:xfrm>
            <a:off x="399500" y="1747975"/>
            <a:ext cx="8432700" cy="4440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t/>
            </a:r>
            <a:endParaRPr sz="1800">
              <a:solidFill>
                <a:srgbClr val="0C487B"/>
              </a:solidFill>
              <a:latin typeface="Open Sans"/>
              <a:ea typeface="Open Sans"/>
              <a:cs typeface="Open Sans"/>
              <a:sym typeface="Open Sans"/>
            </a:endParaRPr>
          </a:p>
        </p:txBody>
      </p:sp>
      <p:sp>
        <p:nvSpPr>
          <p:cNvPr id="650" name="Google Shape;650;p128"/>
          <p:cNvSpPr txBox="1"/>
          <p:nvPr>
            <p:ph type="title"/>
          </p:nvPr>
        </p:nvSpPr>
        <p:spPr>
          <a:xfrm>
            <a:off x="384050" y="788650"/>
            <a:ext cx="8463600" cy="5727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000000"/>
              </a:buClr>
              <a:buSzPts val="1100"/>
              <a:buFont typeface="Arial"/>
              <a:buNone/>
            </a:pPr>
            <a:r>
              <a:rPr lang="pt-BR" sz="1600">
                <a:solidFill>
                  <a:srgbClr val="00B050"/>
                </a:solidFill>
              </a:rPr>
              <a:t>Nós vivemos para conquistar o máximo possível dessas 5 sensações e cada uma responsável por nos manter vivos. </a:t>
            </a:r>
            <a:endParaRPr sz="1600">
              <a:solidFill>
                <a:srgbClr val="00B050"/>
              </a:solidFill>
            </a:endParaRPr>
          </a:p>
          <a:p>
            <a:pPr indent="0" lvl="0" marL="0" rtl="0" algn="ctr">
              <a:lnSpc>
                <a:spcPct val="100000"/>
              </a:lnSpc>
              <a:spcBef>
                <a:spcPts val="0"/>
              </a:spcBef>
              <a:spcAft>
                <a:spcPts val="0"/>
              </a:spcAft>
              <a:buClr>
                <a:srgbClr val="000000"/>
              </a:buClr>
              <a:buSzPts val="1100"/>
              <a:buFont typeface="Arial"/>
              <a:buNone/>
            </a:pPr>
            <a:r>
              <a:t/>
            </a:r>
            <a:endParaRPr sz="1600">
              <a:solidFill>
                <a:srgbClr val="00B050"/>
              </a:solidFill>
            </a:endParaRPr>
          </a:p>
          <a:p>
            <a:pPr indent="0" lvl="0" marL="0" rtl="0" algn="l">
              <a:lnSpc>
                <a:spcPct val="100000"/>
              </a:lnSpc>
              <a:spcBef>
                <a:spcPts val="0"/>
              </a:spcBef>
              <a:spcAft>
                <a:spcPts val="0"/>
              </a:spcAft>
              <a:buClr>
                <a:srgbClr val="000000"/>
              </a:buClr>
              <a:buSzPts val="1100"/>
              <a:buFont typeface="Arial"/>
              <a:buNone/>
            </a:pPr>
            <a:r>
              <a:t/>
            </a:r>
            <a:endParaRPr sz="1500">
              <a:solidFill>
                <a:srgbClr val="7F7F7F"/>
              </a:solidFill>
            </a:endParaRPr>
          </a:p>
          <a:p>
            <a:pPr indent="0" lvl="0" marL="0" rtl="0" algn="l">
              <a:lnSpc>
                <a:spcPct val="100000"/>
              </a:lnSpc>
              <a:spcBef>
                <a:spcPts val="0"/>
              </a:spcBef>
              <a:spcAft>
                <a:spcPts val="0"/>
              </a:spcAft>
              <a:buClr>
                <a:srgbClr val="000000"/>
              </a:buClr>
              <a:buSzPts val="1100"/>
              <a:buFont typeface="Arial"/>
              <a:buNone/>
            </a:pPr>
            <a:r>
              <a:rPr lang="pt-BR" sz="1500">
                <a:solidFill>
                  <a:srgbClr val="7F7F7F"/>
                </a:solidFill>
              </a:rPr>
              <a:t>Quanto mais conseguirmos economizar tempo melhor, pois conseguimos dormir mais, ter mais prazer, comer melhor, matar a nossa sede, melhorar nossa segurança, sentir menos medo e viver melhor</a:t>
            </a:r>
            <a:endParaRPr sz="1500">
              <a:solidFill>
                <a:srgbClr val="7F7F7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9">
                                            <p:txEl>
                                              <p:pRg end="0" st="0"/>
                                            </p:txEl>
                                          </p:spTgt>
                                        </p:tgtEl>
                                        <p:attrNameLst>
                                          <p:attrName>style.visibility</p:attrName>
                                        </p:attrNameLst>
                                      </p:cBhvr>
                                      <p:to>
                                        <p:strVal val="visible"/>
                                      </p:to>
                                    </p:set>
                                    <p:animEffect filter="fade" transition="in">
                                      <p:cBhvr>
                                        <p:cTn dur="1000"/>
                                        <p:tgtEl>
                                          <p:spTgt spid="64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9"/>
                                        </p:tgtEl>
                                        <p:attrNameLst>
                                          <p:attrName>style.visibility</p:attrName>
                                        </p:attrNameLst>
                                      </p:cBhvr>
                                      <p:to>
                                        <p:strVal val="visible"/>
                                      </p:to>
                                    </p:set>
                                    <p:animEffect filter="fade" transition="in">
                                      <p:cBhvr>
                                        <p:cTn dur="1000"/>
                                        <p:tgtEl>
                                          <p:spTgt spid="6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129"/>
          <p:cNvSpPr txBox="1"/>
          <p:nvPr>
            <p:ph type="title"/>
          </p:nvPr>
        </p:nvSpPr>
        <p:spPr>
          <a:xfrm>
            <a:off x="518600" y="539875"/>
            <a:ext cx="8202600" cy="572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lang="pt-BR" sz="2300">
                <a:solidFill>
                  <a:srgbClr val="00B050"/>
                </a:solidFill>
              </a:rPr>
              <a:t>NO FUNDO SÓ QUEREMOS SOBREVIVER, NOS ESFORÇAR MINIMAMENTE PARA TERMOS MAIS DESSAS 5 COISAS NA VIDA.</a:t>
            </a:r>
            <a:endParaRPr sz="2300">
              <a:solidFill>
                <a:srgbClr val="00B050"/>
              </a:solidFill>
            </a:endParaRPr>
          </a:p>
        </p:txBody>
      </p:sp>
      <p:sp>
        <p:nvSpPr>
          <p:cNvPr id="656" name="Google Shape;656;p129"/>
          <p:cNvSpPr txBox="1"/>
          <p:nvPr>
            <p:ph type="title"/>
          </p:nvPr>
        </p:nvSpPr>
        <p:spPr>
          <a:xfrm>
            <a:off x="388100" y="1821600"/>
            <a:ext cx="8463600" cy="5727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000000"/>
              </a:buClr>
              <a:buSzPts val="1100"/>
              <a:buFont typeface="Arial"/>
              <a:buNone/>
            </a:pPr>
            <a:r>
              <a:rPr lang="pt-BR" sz="1300">
                <a:solidFill>
                  <a:srgbClr val="7F7F7F"/>
                </a:solidFill>
              </a:rPr>
              <a:t>Para vendermos um produto, uma ideia, nossa imagem ou para encantar e conquistar pessoas nós temos que fazer ele IMAGINAR “</a:t>
            </a:r>
            <a:r>
              <a:rPr lang="pt-BR" sz="1300">
                <a:solidFill>
                  <a:srgbClr val="00B050"/>
                </a:solidFill>
              </a:rPr>
              <a:t>COMO PODE SE ESFORÇAR MENOS E TER MAIS</a:t>
            </a:r>
            <a:r>
              <a:rPr lang="pt-BR" sz="1300">
                <a:solidFill>
                  <a:srgbClr val="7F7F7F"/>
                </a:solidFill>
              </a:rPr>
              <a:t>”</a:t>
            </a:r>
            <a:endParaRPr sz="1300">
              <a:solidFill>
                <a:srgbClr val="7F7F7F"/>
              </a:solidFill>
            </a:endParaRPr>
          </a:p>
          <a:p>
            <a:pPr indent="0" lvl="0" marL="0" rtl="0" algn="ctr">
              <a:lnSpc>
                <a:spcPct val="100000"/>
              </a:lnSpc>
              <a:spcBef>
                <a:spcPts val="0"/>
              </a:spcBef>
              <a:spcAft>
                <a:spcPts val="0"/>
              </a:spcAft>
              <a:buClr>
                <a:srgbClr val="000000"/>
              </a:buClr>
              <a:buSzPts val="1100"/>
              <a:buFont typeface="Arial"/>
              <a:buNone/>
            </a:pPr>
            <a:r>
              <a:t/>
            </a:r>
            <a:endParaRPr sz="1600">
              <a:solidFill>
                <a:srgbClr val="00B050"/>
              </a:solidFill>
            </a:endParaRPr>
          </a:p>
          <a:p>
            <a:pPr indent="0" lvl="0" marL="0" rtl="0" algn="l">
              <a:lnSpc>
                <a:spcPct val="100000"/>
              </a:lnSpc>
              <a:spcBef>
                <a:spcPts val="0"/>
              </a:spcBef>
              <a:spcAft>
                <a:spcPts val="0"/>
              </a:spcAft>
              <a:buClr>
                <a:srgbClr val="000000"/>
              </a:buClr>
              <a:buSzPts val="1100"/>
              <a:buFont typeface="Arial"/>
              <a:buNone/>
            </a:pPr>
            <a:r>
              <a:t/>
            </a:r>
            <a:endParaRPr sz="1500">
              <a:solidFill>
                <a:srgbClr val="7F7F7F"/>
              </a:solidFill>
            </a:endParaRPr>
          </a:p>
          <a:p>
            <a:pPr indent="0" lvl="0" marL="0" rtl="0" algn="l">
              <a:lnSpc>
                <a:spcPct val="100000"/>
              </a:lnSpc>
              <a:spcBef>
                <a:spcPts val="0"/>
              </a:spcBef>
              <a:spcAft>
                <a:spcPts val="0"/>
              </a:spcAft>
              <a:buClr>
                <a:srgbClr val="000000"/>
              </a:buClr>
              <a:buSzPts val="1100"/>
              <a:buFont typeface="Arial"/>
              <a:buNone/>
            </a:pPr>
            <a:r>
              <a:t/>
            </a:r>
            <a:endParaRPr sz="1500">
              <a:solidFill>
                <a:srgbClr val="7F7F7F"/>
              </a:solidFill>
            </a:endParaRPr>
          </a:p>
        </p:txBody>
      </p:sp>
      <p:sp>
        <p:nvSpPr>
          <p:cNvPr id="657" name="Google Shape;657;p129"/>
          <p:cNvSpPr txBox="1"/>
          <p:nvPr/>
        </p:nvSpPr>
        <p:spPr>
          <a:xfrm>
            <a:off x="556400" y="2567100"/>
            <a:ext cx="8127000" cy="2786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1300">
                <a:solidFill>
                  <a:srgbClr val="7F7F7F"/>
                </a:solidFill>
                <a:latin typeface="Open Sans"/>
                <a:ea typeface="Open Sans"/>
                <a:cs typeface="Open Sans"/>
                <a:sym typeface="Open Sans"/>
              </a:rPr>
              <a:t>Vamos de exemplo: </a:t>
            </a:r>
            <a:endParaRPr b="1" sz="1300">
              <a:solidFill>
                <a:srgbClr val="7F7F7F"/>
              </a:solidFill>
              <a:latin typeface="Open Sans"/>
              <a:ea typeface="Open Sans"/>
              <a:cs typeface="Open Sans"/>
              <a:sym typeface="Open Sans"/>
            </a:endParaRPr>
          </a:p>
          <a:p>
            <a:pPr indent="0" lvl="0" marL="0" rtl="0" algn="ctr">
              <a:spcBef>
                <a:spcPts val="0"/>
              </a:spcBef>
              <a:spcAft>
                <a:spcPts val="0"/>
              </a:spcAft>
              <a:buNone/>
            </a:pPr>
            <a:r>
              <a:t/>
            </a:r>
            <a:endParaRPr b="1" sz="1300">
              <a:solidFill>
                <a:srgbClr val="7F7F7F"/>
              </a:solidFill>
              <a:latin typeface="Open Sans"/>
              <a:ea typeface="Open Sans"/>
              <a:cs typeface="Open Sans"/>
              <a:sym typeface="Open Sans"/>
            </a:endParaRPr>
          </a:p>
          <a:p>
            <a:pPr indent="0" lvl="0" marL="0" rtl="0" algn="ctr">
              <a:spcBef>
                <a:spcPts val="0"/>
              </a:spcBef>
              <a:spcAft>
                <a:spcPts val="0"/>
              </a:spcAft>
              <a:buNone/>
            </a:pPr>
            <a:r>
              <a:rPr b="1" lang="pt-BR" sz="1300">
                <a:solidFill>
                  <a:srgbClr val="7F7F7F"/>
                </a:solidFill>
                <a:latin typeface="Open Sans"/>
                <a:ea typeface="Open Sans"/>
                <a:cs typeface="Open Sans"/>
                <a:sym typeface="Open Sans"/>
              </a:rPr>
              <a:t>“Imagina só que bacana se você não precisar mais se preocupar com cliente mal atendido ou respondido, por que tem isso na mão a qualquer momento”. Você não está vendendo um produto, está mostrando como ele pode ter mais tempo para:</a:t>
            </a:r>
            <a:endParaRPr b="1" sz="1300">
              <a:solidFill>
                <a:srgbClr val="7F7F7F"/>
              </a:solidFill>
              <a:latin typeface="Open Sans"/>
              <a:ea typeface="Open Sans"/>
              <a:cs typeface="Open Sans"/>
              <a:sym typeface="Open Sans"/>
            </a:endParaRPr>
          </a:p>
          <a:p>
            <a:pPr indent="0" lvl="0" marL="0" rtl="0" algn="ctr">
              <a:spcBef>
                <a:spcPts val="0"/>
              </a:spcBef>
              <a:spcAft>
                <a:spcPts val="0"/>
              </a:spcAft>
              <a:buNone/>
            </a:pPr>
            <a:r>
              <a:t/>
            </a:r>
            <a:endParaRPr b="1" sz="1300">
              <a:solidFill>
                <a:srgbClr val="7F7F7F"/>
              </a:solidFill>
              <a:latin typeface="Open Sans"/>
              <a:ea typeface="Open Sans"/>
              <a:cs typeface="Open Sans"/>
              <a:sym typeface="Open Sans"/>
            </a:endParaRPr>
          </a:p>
          <a:p>
            <a:pPr indent="-311150" lvl="0" marL="457200" rtl="0" algn="l">
              <a:spcBef>
                <a:spcPts val="0"/>
              </a:spcBef>
              <a:spcAft>
                <a:spcPts val="0"/>
              </a:spcAft>
              <a:buClr>
                <a:srgbClr val="00B050"/>
              </a:buClr>
              <a:buSzPts val="1300"/>
              <a:buFont typeface="Open Sans"/>
              <a:buChar char="-"/>
            </a:pPr>
            <a:r>
              <a:rPr b="1" lang="pt-BR" sz="1300">
                <a:solidFill>
                  <a:srgbClr val="00B050"/>
                </a:solidFill>
                <a:latin typeface="Open Sans"/>
                <a:ea typeface="Open Sans"/>
                <a:cs typeface="Open Sans"/>
                <a:sym typeface="Open Sans"/>
              </a:rPr>
              <a:t>Dormir mais</a:t>
            </a:r>
            <a:endParaRPr b="1" sz="1300">
              <a:solidFill>
                <a:srgbClr val="00B050"/>
              </a:solidFill>
              <a:latin typeface="Open Sans"/>
              <a:ea typeface="Open Sans"/>
              <a:cs typeface="Open Sans"/>
              <a:sym typeface="Open Sans"/>
            </a:endParaRPr>
          </a:p>
          <a:p>
            <a:pPr indent="-311150" lvl="0" marL="457200" rtl="0" algn="l">
              <a:spcBef>
                <a:spcPts val="0"/>
              </a:spcBef>
              <a:spcAft>
                <a:spcPts val="0"/>
              </a:spcAft>
              <a:buClr>
                <a:srgbClr val="00B050"/>
              </a:buClr>
              <a:buSzPts val="1300"/>
              <a:buFont typeface="Open Sans"/>
              <a:buChar char="-"/>
            </a:pPr>
            <a:r>
              <a:rPr b="1" lang="pt-BR" sz="1300">
                <a:solidFill>
                  <a:srgbClr val="00B050"/>
                </a:solidFill>
                <a:latin typeface="Open Sans"/>
                <a:ea typeface="Open Sans"/>
                <a:cs typeface="Open Sans"/>
                <a:sym typeface="Open Sans"/>
              </a:rPr>
              <a:t>Comer mais</a:t>
            </a:r>
            <a:endParaRPr b="1" sz="1300">
              <a:solidFill>
                <a:srgbClr val="00B050"/>
              </a:solidFill>
              <a:latin typeface="Open Sans"/>
              <a:ea typeface="Open Sans"/>
              <a:cs typeface="Open Sans"/>
              <a:sym typeface="Open Sans"/>
            </a:endParaRPr>
          </a:p>
          <a:p>
            <a:pPr indent="-311150" lvl="0" marL="457200" rtl="0" algn="l">
              <a:spcBef>
                <a:spcPts val="0"/>
              </a:spcBef>
              <a:spcAft>
                <a:spcPts val="0"/>
              </a:spcAft>
              <a:buClr>
                <a:srgbClr val="00B050"/>
              </a:buClr>
              <a:buSzPts val="1300"/>
              <a:buFont typeface="Open Sans"/>
              <a:buChar char="-"/>
            </a:pPr>
            <a:r>
              <a:rPr b="1" lang="pt-BR" sz="1300">
                <a:solidFill>
                  <a:srgbClr val="00B050"/>
                </a:solidFill>
                <a:latin typeface="Open Sans"/>
                <a:ea typeface="Open Sans"/>
                <a:cs typeface="Open Sans"/>
                <a:sym typeface="Open Sans"/>
              </a:rPr>
              <a:t>Ter mais prazer</a:t>
            </a:r>
            <a:endParaRPr b="1" sz="1300">
              <a:solidFill>
                <a:srgbClr val="00B050"/>
              </a:solidFill>
              <a:latin typeface="Open Sans"/>
              <a:ea typeface="Open Sans"/>
              <a:cs typeface="Open Sans"/>
              <a:sym typeface="Open Sans"/>
            </a:endParaRPr>
          </a:p>
          <a:p>
            <a:pPr indent="-311150" lvl="0" marL="457200" rtl="0" algn="l">
              <a:spcBef>
                <a:spcPts val="0"/>
              </a:spcBef>
              <a:spcAft>
                <a:spcPts val="0"/>
              </a:spcAft>
              <a:buClr>
                <a:srgbClr val="00B050"/>
              </a:buClr>
              <a:buSzPts val="1300"/>
              <a:buFont typeface="Open Sans"/>
              <a:buChar char="-"/>
            </a:pPr>
            <a:r>
              <a:rPr b="1" lang="pt-BR" sz="1300">
                <a:solidFill>
                  <a:srgbClr val="00B050"/>
                </a:solidFill>
                <a:latin typeface="Open Sans"/>
                <a:ea typeface="Open Sans"/>
                <a:cs typeface="Open Sans"/>
                <a:sym typeface="Open Sans"/>
              </a:rPr>
              <a:t>Sentir menos medo</a:t>
            </a:r>
            <a:endParaRPr b="1" sz="1300">
              <a:solidFill>
                <a:srgbClr val="00B050"/>
              </a:solidFill>
              <a:latin typeface="Open Sans"/>
              <a:ea typeface="Open Sans"/>
              <a:cs typeface="Open Sans"/>
              <a:sym typeface="Open Sans"/>
            </a:endParaRPr>
          </a:p>
          <a:p>
            <a:pPr indent="-311150" lvl="0" marL="457200" rtl="0" algn="l">
              <a:spcBef>
                <a:spcPts val="0"/>
              </a:spcBef>
              <a:spcAft>
                <a:spcPts val="0"/>
              </a:spcAft>
              <a:buClr>
                <a:srgbClr val="00B050"/>
              </a:buClr>
              <a:buSzPts val="1300"/>
              <a:buFont typeface="Open Sans"/>
              <a:buChar char="-"/>
            </a:pPr>
            <a:r>
              <a:rPr b="1" lang="pt-BR" sz="1300">
                <a:solidFill>
                  <a:srgbClr val="00B050"/>
                </a:solidFill>
                <a:latin typeface="Open Sans"/>
                <a:ea typeface="Open Sans"/>
                <a:cs typeface="Open Sans"/>
                <a:sym typeface="Open Sans"/>
              </a:rPr>
              <a:t>Beber mais / Matar mais a sede </a:t>
            </a:r>
            <a:endParaRPr b="1" sz="1300">
              <a:solidFill>
                <a:srgbClr val="00B050"/>
              </a:solidFill>
              <a:latin typeface="Open Sans"/>
              <a:ea typeface="Open Sans"/>
              <a:cs typeface="Open Sans"/>
              <a:sym typeface="Open Sans"/>
            </a:endParaRPr>
          </a:p>
          <a:p>
            <a:pPr indent="0" lvl="0" marL="0" rtl="0" algn="ctr">
              <a:spcBef>
                <a:spcPts val="0"/>
              </a:spcBef>
              <a:spcAft>
                <a:spcPts val="0"/>
              </a:spcAft>
              <a:buNone/>
            </a:pPr>
            <a:r>
              <a:t/>
            </a:r>
            <a:endParaRPr b="1" sz="1300">
              <a:solidFill>
                <a:srgbClr val="7F7F7F"/>
              </a:solidFill>
              <a:latin typeface="Open Sans"/>
              <a:ea typeface="Open Sans"/>
              <a:cs typeface="Open Sans"/>
              <a:sym typeface="Open Sans"/>
            </a:endParaRPr>
          </a:p>
          <a:p>
            <a:pPr indent="0" lvl="0" marL="0" rtl="0" algn="l">
              <a:spcBef>
                <a:spcPts val="0"/>
              </a:spcBef>
              <a:spcAft>
                <a:spcPts val="0"/>
              </a:spcAft>
              <a:buNone/>
            </a:pPr>
            <a:r>
              <a:t/>
            </a:r>
            <a:endParaRPr b="1" sz="1300">
              <a:solidFill>
                <a:srgbClr val="7F7F7F"/>
              </a:solidFill>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61" name="Shape 661"/>
        <p:cNvGrpSpPr/>
        <p:nvPr/>
      </p:nvGrpSpPr>
      <p:grpSpPr>
        <a:xfrm>
          <a:off x="0" y="0"/>
          <a:ext cx="0" cy="0"/>
          <a:chOff x="0" y="0"/>
          <a:chExt cx="0" cy="0"/>
        </a:xfrm>
      </p:grpSpPr>
      <p:sp>
        <p:nvSpPr>
          <p:cNvPr id="662" name="Google Shape;662;p130"/>
          <p:cNvSpPr txBox="1"/>
          <p:nvPr>
            <p:ph type="title"/>
          </p:nvPr>
        </p:nvSpPr>
        <p:spPr>
          <a:xfrm>
            <a:off x="504475" y="1946700"/>
            <a:ext cx="8084700" cy="1319700"/>
          </a:xfrm>
          <a:prstGeom prst="rect">
            <a:avLst/>
          </a:prstGeom>
        </p:spPr>
        <p:txBody>
          <a:bodyPr anchorCtr="0" anchor="ctr" bIns="45700" lIns="91425" spcFirstLastPara="1" rIns="91425" wrap="square" tIns="45700">
            <a:noAutofit/>
          </a:bodyPr>
          <a:lstStyle/>
          <a:p>
            <a:pPr indent="0" lvl="0" marL="0" rtl="0" algn="ctr">
              <a:lnSpc>
                <a:spcPct val="115000"/>
              </a:lnSpc>
              <a:spcBef>
                <a:spcPts val="0"/>
              </a:spcBef>
              <a:spcAft>
                <a:spcPts val="0"/>
              </a:spcAft>
              <a:buNone/>
            </a:pPr>
            <a:r>
              <a:rPr lang="pt-BR">
                <a:solidFill>
                  <a:schemeClr val="lt1"/>
                </a:solidFill>
                <a:latin typeface="Montserrat ExtraBold"/>
                <a:ea typeface="Montserrat ExtraBold"/>
                <a:cs typeface="Montserrat ExtraBold"/>
                <a:sym typeface="Montserrat ExtraBold"/>
              </a:rPr>
              <a:t>2. </a:t>
            </a:r>
            <a:r>
              <a:rPr lang="pt-BR">
                <a:solidFill>
                  <a:schemeClr val="lt1"/>
                </a:solidFill>
                <a:latin typeface="Montserrat ExtraBold"/>
                <a:ea typeface="Montserrat ExtraBold"/>
                <a:cs typeface="Montserrat ExtraBold"/>
                <a:sym typeface="Montserrat ExtraBold"/>
              </a:rPr>
              <a:t>A percepção</a:t>
            </a:r>
            <a:endParaRPr>
              <a:solidFill>
                <a:schemeClr val="lt1"/>
              </a:solidFill>
              <a:latin typeface="Montserrat ExtraBold"/>
              <a:ea typeface="Montserrat ExtraBold"/>
              <a:cs typeface="Montserrat ExtraBold"/>
              <a:sym typeface="Montserrat ExtraBo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131"/>
          <p:cNvSpPr txBox="1"/>
          <p:nvPr>
            <p:ph type="title"/>
          </p:nvPr>
        </p:nvSpPr>
        <p:spPr>
          <a:xfrm>
            <a:off x="311700" y="445025"/>
            <a:ext cx="8463600" cy="5727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000000"/>
              </a:buClr>
              <a:buSzPts val="1100"/>
              <a:buFont typeface="Arial"/>
              <a:buNone/>
            </a:pPr>
            <a:r>
              <a:rPr b="0" lang="pt-BR">
                <a:solidFill>
                  <a:srgbClr val="404040"/>
                </a:solidFill>
                <a:latin typeface="Montserrat ExtraBold"/>
                <a:ea typeface="Montserrat ExtraBold"/>
                <a:cs typeface="Montserrat ExtraBold"/>
                <a:sym typeface="Montserrat ExtraBold"/>
              </a:rPr>
              <a:t>O QUE NÓS PRECISAMOS ENTENDER SOBRE A PERCEPÇÃO DO CLIENTE: </a:t>
            </a:r>
            <a:endParaRPr b="0">
              <a:solidFill>
                <a:srgbClr val="404040"/>
              </a:solidFill>
              <a:latin typeface="Montserrat ExtraBold"/>
              <a:ea typeface="Montserrat ExtraBold"/>
              <a:cs typeface="Montserrat ExtraBold"/>
              <a:sym typeface="Montserrat ExtraBold"/>
            </a:endParaRPr>
          </a:p>
        </p:txBody>
      </p:sp>
      <p:sp>
        <p:nvSpPr>
          <p:cNvPr id="668" name="Google Shape;668;p131"/>
          <p:cNvSpPr txBox="1"/>
          <p:nvPr/>
        </p:nvSpPr>
        <p:spPr>
          <a:xfrm>
            <a:off x="399500" y="1747975"/>
            <a:ext cx="8432700" cy="4440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t/>
            </a:r>
            <a:endParaRPr sz="1800">
              <a:solidFill>
                <a:srgbClr val="0C487B"/>
              </a:solidFill>
              <a:latin typeface="Open Sans"/>
              <a:ea typeface="Open Sans"/>
              <a:cs typeface="Open Sans"/>
              <a:sym typeface="Open Sans"/>
            </a:endParaRPr>
          </a:p>
        </p:txBody>
      </p:sp>
      <p:sp>
        <p:nvSpPr>
          <p:cNvPr id="669" name="Google Shape;669;p131"/>
          <p:cNvSpPr txBox="1"/>
          <p:nvPr>
            <p:ph type="title"/>
          </p:nvPr>
        </p:nvSpPr>
        <p:spPr>
          <a:xfrm>
            <a:off x="384050" y="1747975"/>
            <a:ext cx="8463600" cy="572700"/>
          </a:xfrm>
          <a:prstGeom prst="rect">
            <a:avLst/>
          </a:prstGeom>
        </p:spPr>
        <p:txBody>
          <a:bodyPr anchorCtr="0" anchor="t" bIns="91425" lIns="91425" spcFirstLastPara="1" rIns="91425" wrap="square" tIns="91425">
            <a:noAutofit/>
          </a:bodyPr>
          <a:lstStyle/>
          <a:p>
            <a:pPr indent="-406400" lvl="0" marL="457200" rtl="0" algn="l">
              <a:spcBef>
                <a:spcPts val="0"/>
              </a:spcBef>
              <a:spcAft>
                <a:spcPts val="0"/>
              </a:spcAft>
              <a:buClr>
                <a:srgbClr val="00B050"/>
              </a:buClr>
              <a:buSzPts val="2800"/>
              <a:buFont typeface="Montserrat"/>
              <a:buChar char="-"/>
            </a:pPr>
            <a:r>
              <a:rPr lang="pt-BR">
                <a:solidFill>
                  <a:srgbClr val="00B050"/>
                </a:solidFill>
                <a:latin typeface="Montserrat"/>
                <a:ea typeface="Montserrat"/>
                <a:cs typeface="Montserrat"/>
                <a:sym typeface="Montserrat"/>
              </a:rPr>
              <a:t>Ele não nos conhece</a:t>
            </a:r>
            <a:endParaRPr>
              <a:solidFill>
                <a:srgbClr val="00B050"/>
              </a:solidFill>
              <a:latin typeface="Montserrat"/>
              <a:ea typeface="Montserrat"/>
              <a:cs typeface="Montserrat"/>
              <a:sym typeface="Montserrat"/>
            </a:endParaRPr>
          </a:p>
          <a:p>
            <a:pPr indent="-406400" lvl="0" marL="457200" rtl="0" algn="l">
              <a:spcBef>
                <a:spcPts val="0"/>
              </a:spcBef>
              <a:spcAft>
                <a:spcPts val="0"/>
              </a:spcAft>
              <a:buClr>
                <a:srgbClr val="00B050"/>
              </a:buClr>
              <a:buSzPts val="2800"/>
              <a:buFont typeface="Montserrat"/>
              <a:buChar char="-"/>
            </a:pPr>
            <a:r>
              <a:rPr lang="pt-BR">
                <a:solidFill>
                  <a:srgbClr val="00B050"/>
                </a:solidFill>
                <a:latin typeface="Montserrat"/>
                <a:ea typeface="Montserrat"/>
                <a:cs typeface="Montserrat"/>
                <a:sym typeface="Montserrat"/>
              </a:rPr>
              <a:t>Não confia na empresa</a:t>
            </a:r>
            <a:endParaRPr>
              <a:solidFill>
                <a:srgbClr val="00B050"/>
              </a:solidFill>
              <a:latin typeface="Montserrat"/>
              <a:ea typeface="Montserrat"/>
              <a:cs typeface="Montserrat"/>
              <a:sym typeface="Montserrat"/>
            </a:endParaRPr>
          </a:p>
          <a:p>
            <a:pPr indent="-406400" lvl="0" marL="457200" rtl="0" algn="l">
              <a:spcBef>
                <a:spcPts val="0"/>
              </a:spcBef>
              <a:spcAft>
                <a:spcPts val="0"/>
              </a:spcAft>
              <a:buClr>
                <a:srgbClr val="00B050"/>
              </a:buClr>
              <a:buSzPts val="2800"/>
              <a:buFont typeface="Montserrat"/>
              <a:buChar char="-"/>
            </a:pPr>
            <a:r>
              <a:rPr lang="pt-BR">
                <a:solidFill>
                  <a:srgbClr val="00B050"/>
                </a:solidFill>
                <a:latin typeface="Montserrat"/>
                <a:ea typeface="Montserrat"/>
                <a:cs typeface="Montserrat"/>
                <a:sym typeface="Montserrat"/>
              </a:rPr>
              <a:t>Não confia em você</a:t>
            </a:r>
            <a:endParaRPr>
              <a:solidFill>
                <a:srgbClr val="00B050"/>
              </a:solidFill>
              <a:latin typeface="Montserrat"/>
              <a:ea typeface="Montserrat"/>
              <a:cs typeface="Montserrat"/>
              <a:sym typeface="Montserrat"/>
            </a:endParaRPr>
          </a:p>
          <a:p>
            <a:pPr indent="-406400" lvl="0" marL="457200" rtl="0" algn="l">
              <a:spcBef>
                <a:spcPts val="0"/>
              </a:spcBef>
              <a:spcAft>
                <a:spcPts val="0"/>
              </a:spcAft>
              <a:buClr>
                <a:srgbClr val="00B050"/>
              </a:buClr>
              <a:buSzPts val="2800"/>
              <a:buFont typeface="Montserrat"/>
              <a:buChar char="-"/>
            </a:pPr>
            <a:r>
              <a:rPr lang="pt-BR">
                <a:solidFill>
                  <a:srgbClr val="00B050"/>
                </a:solidFill>
                <a:latin typeface="Montserrat"/>
                <a:ea typeface="Montserrat"/>
                <a:cs typeface="Montserrat"/>
                <a:sym typeface="Montserrat"/>
              </a:rPr>
              <a:t>Não sabe o que você faz</a:t>
            </a:r>
            <a:endParaRPr>
              <a:solidFill>
                <a:srgbClr val="00B050"/>
              </a:solidFill>
              <a:latin typeface="Montserrat"/>
              <a:ea typeface="Montserrat"/>
              <a:cs typeface="Montserrat"/>
              <a:sym typeface="Montserrat"/>
            </a:endParaRPr>
          </a:p>
          <a:p>
            <a:pPr indent="-406400" lvl="0" marL="457200" rtl="0" algn="l">
              <a:spcBef>
                <a:spcPts val="0"/>
              </a:spcBef>
              <a:spcAft>
                <a:spcPts val="0"/>
              </a:spcAft>
              <a:buClr>
                <a:srgbClr val="00B050"/>
              </a:buClr>
              <a:buSzPts val="2800"/>
              <a:buFont typeface="Montserrat"/>
              <a:buChar char="-"/>
            </a:pPr>
            <a:r>
              <a:rPr lang="pt-BR">
                <a:solidFill>
                  <a:srgbClr val="00B050"/>
                </a:solidFill>
                <a:latin typeface="Montserrat"/>
                <a:ea typeface="Montserrat"/>
                <a:cs typeface="Montserrat"/>
                <a:sym typeface="Montserrat"/>
              </a:rPr>
              <a:t>Não sabe se realmente existimos</a:t>
            </a:r>
            <a:endParaRPr>
              <a:solidFill>
                <a:srgbClr val="00B050"/>
              </a:solidFill>
              <a:latin typeface="Montserrat"/>
              <a:ea typeface="Montserrat"/>
              <a:cs typeface="Montserrat"/>
              <a:sym typeface="Montserrat"/>
            </a:endParaRPr>
          </a:p>
          <a:p>
            <a:pPr indent="-406400" lvl="0" marL="457200" rtl="0" algn="l">
              <a:spcBef>
                <a:spcPts val="0"/>
              </a:spcBef>
              <a:spcAft>
                <a:spcPts val="0"/>
              </a:spcAft>
              <a:buClr>
                <a:srgbClr val="00B050"/>
              </a:buClr>
              <a:buSzPts val="2800"/>
              <a:buFont typeface="Montserrat"/>
              <a:buChar char="-"/>
            </a:pPr>
            <a:r>
              <a:rPr lang="pt-BR">
                <a:solidFill>
                  <a:srgbClr val="00B050"/>
                </a:solidFill>
                <a:latin typeface="Montserrat"/>
                <a:ea typeface="Montserrat"/>
                <a:cs typeface="Montserrat"/>
                <a:sym typeface="Montserrat"/>
              </a:rPr>
              <a:t>Vai questionar e duvidar de tudo!</a:t>
            </a:r>
            <a:endParaRPr>
              <a:solidFill>
                <a:srgbClr val="00B050"/>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8">
                                            <p:txEl>
                                              <p:pRg end="0" st="0"/>
                                            </p:txEl>
                                          </p:spTgt>
                                        </p:tgtEl>
                                        <p:attrNameLst>
                                          <p:attrName>style.visibility</p:attrName>
                                        </p:attrNameLst>
                                      </p:cBhvr>
                                      <p:to>
                                        <p:strVal val="visible"/>
                                      </p:to>
                                    </p:set>
                                    <p:animEffect filter="fade" transition="in">
                                      <p:cBhvr>
                                        <p:cTn dur="1000"/>
                                        <p:tgtEl>
                                          <p:spTgt spid="66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8"/>
                                        </p:tgtEl>
                                        <p:attrNameLst>
                                          <p:attrName>style.visibility</p:attrName>
                                        </p:attrNameLst>
                                      </p:cBhvr>
                                      <p:to>
                                        <p:strVal val="visible"/>
                                      </p:to>
                                    </p:set>
                                    <p:animEffect filter="fade" transition="in">
                                      <p:cBhvr>
                                        <p:cTn dur="1000"/>
                                        <p:tgtEl>
                                          <p:spTgt spid="6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132"/>
          <p:cNvSpPr txBox="1"/>
          <p:nvPr>
            <p:ph type="title"/>
          </p:nvPr>
        </p:nvSpPr>
        <p:spPr>
          <a:xfrm>
            <a:off x="311700" y="445025"/>
            <a:ext cx="8463600" cy="5727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000000"/>
              </a:buClr>
              <a:buSzPts val="1100"/>
              <a:buFont typeface="Arial"/>
              <a:buNone/>
            </a:pPr>
            <a:r>
              <a:rPr lang="pt-BR">
                <a:solidFill>
                  <a:srgbClr val="666666"/>
                </a:solidFill>
                <a:latin typeface="Montserrat"/>
                <a:ea typeface="Montserrat"/>
                <a:cs typeface="Montserrat"/>
                <a:sym typeface="Montserrat"/>
              </a:rPr>
              <a:t>ATÉ QUE… O </a:t>
            </a:r>
            <a:r>
              <a:rPr lang="pt-BR">
                <a:solidFill>
                  <a:srgbClr val="00B050"/>
                </a:solidFill>
                <a:latin typeface="Montserrat"/>
                <a:ea typeface="Montserrat"/>
                <a:cs typeface="Montserrat"/>
                <a:sym typeface="Montserrat"/>
              </a:rPr>
              <a:t>PADRÃO MENTAL SEJA QUEBRADO</a:t>
            </a:r>
            <a:endParaRPr>
              <a:solidFill>
                <a:srgbClr val="00B050"/>
              </a:solidFill>
              <a:latin typeface="Montserrat"/>
              <a:ea typeface="Montserrat"/>
              <a:cs typeface="Montserrat"/>
              <a:sym typeface="Montserrat"/>
            </a:endParaRPr>
          </a:p>
        </p:txBody>
      </p:sp>
      <p:sp>
        <p:nvSpPr>
          <p:cNvPr id="675" name="Google Shape;675;p132"/>
          <p:cNvSpPr txBox="1"/>
          <p:nvPr/>
        </p:nvSpPr>
        <p:spPr>
          <a:xfrm>
            <a:off x="399500" y="1747975"/>
            <a:ext cx="8432700" cy="4440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t/>
            </a:r>
            <a:endParaRPr sz="1800">
              <a:solidFill>
                <a:srgbClr val="0C487B"/>
              </a:solidFill>
              <a:latin typeface="Open Sans"/>
              <a:ea typeface="Open Sans"/>
              <a:cs typeface="Open Sans"/>
              <a:sym typeface="Open Sans"/>
            </a:endParaRPr>
          </a:p>
        </p:txBody>
      </p:sp>
      <p:sp>
        <p:nvSpPr>
          <p:cNvPr id="676" name="Google Shape;676;p132"/>
          <p:cNvSpPr txBox="1"/>
          <p:nvPr>
            <p:ph type="title"/>
          </p:nvPr>
        </p:nvSpPr>
        <p:spPr>
          <a:xfrm>
            <a:off x="384050" y="2030585"/>
            <a:ext cx="8463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0" lang="pt-BR">
                <a:solidFill>
                  <a:srgbClr val="00B050"/>
                </a:solidFill>
                <a:latin typeface="Montserrat ExtraBold"/>
                <a:ea typeface="Montserrat ExtraBold"/>
                <a:cs typeface="Montserrat ExtraBold"/>
                <a:sym typeface="Montserrat ExtraBold"/>
              </a:rPr>
              <a:t>“Pessoas se conectam com pessoas”.</a:t>
            </a:r>
            <a:endParaRPr b="0">
              <a:solidFill>
                <a:srgbClr val="00B050"/>
              </a:solidFill>
              <a:latin typeface="Montserrat ExtraBold"/>
              <a:ea typeface="Montserrat ExtraBold"/>
              <a:cs typeface="Montserrat ExtraBold"/>
              <a:sym typeface="Montserrat ExtraBold"/>
            </a:endParaRPr>
          </a:p>
          <a:p>
            <a:pPr indent="0" lvl="0" marL="0" rtl="0" algn="ctr">
              <a:spcBef>
                <a:spcPts val="0"/>
              </a:spcBef>
              <a:spcAft>
                <a:spcPts val="0"/>
              </a:spcAft>
              <a:buClr>
                <a:srgbClr val="000000"/>
              </a:buClr>
              <a:buSzPts val="1100"/>
              <a:buFont typeface="Arial"/>
              <a:buNone/>
            </a:pPr>
            <a:r>
              <a:t/>
            </a:r>
            <a:endParaRPr b="0">
              <a:solidFill>
                <a:srgbClr val="666666"/>
              </a:solidFill>
              <a:latin typeface="Montserrat ExtraBold"/>
              <a:ea typeface="Montserrat ExtraBold"/>
              <a:cs typeface="Montserrat ExtraBold"/>
              <a:sym typeface="Montserrat ExtraBold"/>
            </a:endParaRPr>
          </a:p>
          <a:p>
            <a:pPr indent="0" lvl="0" marL="0" rtl="0" algn="ctr">
              <a:spcBef>
                <a:spcPts val="0"/>
              </a:spcBef>
              <a:spcAft>
                <a:spcPts val="0"/>
              </a:spcAft>
              <a:buClr>
                <a:srgbClr val="000000"/>
              </a:buClr>
              <a:buSzPts val="1100"/>
              <a:buFont typeface="Arial"/>
              <a:buNone/>
            </a:pPr>
            <a:r>
              <a:rPr b="0" lang="pt-BR">
                <a:solidFill>
                  <a:srgbClr val="666666"/>
                </a:solidFill>
                <a:latin typeface="Montserrat ExtraBold"/>
                <a:ea typeface="Montserrat ExtraBold"/>
                <a:cs typeface="Montserrat ExtraBold"/>
                <a:sym typeface="Montserrat ExtraBold"/>
              </a:rPr>
              <a:t>Por isso que…</a:t>
            </a:r>
            <a:endParaRPr b="0">
              <a:solidFill>
                <a:srgbClr val="666666"/>
              </a:solidFill>
              <a:latin typeface="Montserrat ExtraBold"/>
              <a:ea typeface="Montserrat ExtraBold"/>
              <a:cs typeface="Montserrat ExtraBold"/>
              <a:sym typeface="Montserrat ExtraBo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5">
                                            <p:txEl>
                                              <p:pRg end="0" st="0"/>
                                            </p:txEl>
                                          </p:spTgt>
                                        </p:tgtEl>
                                        <p:attrNameLst>
                                          <p:attrName>style.visibility</p:attrName>
                                        </p:attrNameLst>
                                      </p:cBhvr>
                                      <p:to>
                                        <p:strVal val="visible"/>
                                      </p:to>
                                    </p:set>
                                    <p:animEffect filter="fade" transition="in">
                                      <p:cBhvr>
                                        <p:cTn dur="1000"/>
                                        <p:tgtEl>
                                          <p:spTgt spid="67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5"/>
                                        </p:tgtEl>
                                        <p:attrNameLst>
                                          <p:attrName>style.visibility</p:attrName>
                                        </p:attrNameLst>
                                      </p:cBhvr>
                                      <p:to>
                                        <p:strVal val="visible"/>
                                      </p:to>
                                    </p:set>
                                    <p:animEffect filter="fade" transition="in">
                                      <p:cBhvr>
                                        <p:cTn dur="1000"/>
                                        <p:tgtEl>
                                          <p:spTgt spid="6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133"/>
          <p:cNvSpPr txBox="1"/>
          <p:nvPr>
            <p:ph type="title"/>
          </p:nvPr>
        </p:nvSpPr>
        <p:spPr>
          <a:xfrm>
            <a:off x="340200" y="565175"/>
            <a:ext cx="8463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pt-BR" sz="2300">
                <a:solidFill>
                  <a:srgbClr val="00B050"/>
                </a:solidFill>
                <a:latin typeface="Montserrat"/>
                <a:ea typeface="Montserrat"/>
                <a:cs typeface="Montserrat"/>
                <a:sym typeface="Montserrat"/>
              </a:rPr>
              <a:t>“As pessoas precisam de uma justificativa para o próprio cérebro para tomarem uma decisão inconsciente”. </a:t>
            </a:r>
            <a:endParaRPr sz="2300">
              <a:solidFill>
                <a:srgbClr val="00B050"/>
              </a:solidFill>
              <a:latin typeface="Montserrat"/>
              <a:ea typeface="Montserrat"/>
              <a:cs typeface="Montserrat"/>
              <a:sym typeface="Montserrat"/>
            </a:endParaRPr>
          </a:p>
          <a:p>
            <a:pPr indent="0" lvl="0" marL="0" rtl="0" algn="l">
              <a:spcBef>
                <a:spcPts val="0"/>
              </a:spcBef>
              <a:spcAft>
                <a:spcPts val="0"/>
              </a:spcAft>
              <a:buClr>
                <a:srgbClr val="000000"/>
              </a:buClr>
              <a:buSzPts val="1100"/>
              <a:buFont typeface="Arial"/>
              <a:buNone/>
            </a:pPr>
            <a:r>
              <a:t/>
            </a:r>
            <a:endParaRPr sz="2300">
              <a:latin typeface="Montserrat"/>
              <a:ea typeface="Montserrat"/>
              <a:cs typeface="Montserrat"/>
              <a:sym typeface="Montserrat"/>
            </a:endParaRPr>
          </a:p>
          <a:p>
            <a:pPr indent="0" lvl="0" marL="0" rtl="0" algn="l">
              <a:spcBef>
                <a:spcPts val="0"/>
              </a:spcBef>
              <a:spcAft>
                <a:spcPts val="0"/>
              </a:spcAft>
              <a:buClr>
                <a:srgbClr val="000000"/>
              </a:buClr>
              <a:buSzPts val="1100"/>
              <a:buFont typeface="Arial"/>
              <a:buNone/>
            </a:pPr>
            <a:r>
              <a:t/>
            </a:r>
            <a:endParaRPr sz="2300">
              <a:latin typeface="Montserrat"/>
              <a:ea typeface="Montserrat"/>
              <a:cs typeface="Montserrat"/>
              <a:sym typeface="Montserrat"/>
            </a:endParaRPr>
          </a:p>
          <a:p>
            <a:pPr indent="0" lvl="0" marL="0" rtl="0" algn="ctr">
              <a:spcBef>
                <a:spcPts val="0"/>
              </a:spcBef>
              <a:spcAft>
                <a:spcPts val="0"/>
              </a:spcAft>
              <a:buClr>
                <a:srgbClr val="000000"/>
              </a:buClr>
              <a:buSzPts val="1100"/>
              <a:buFont typeface="Arial"/>
              <a:buNone/>
            </a:pPr>
            <a:r>
              <a:rPr lang="pt-BR" sz="2300">
                <a:solidFill>
                  <a:srgbClr val="666666"/>
                </a:solidFill>
                <a:latin typeface="Montserrat"/>
                <a:ea typeface="Montserrat"/>
                <a:cs typeface="Montserrat"/>
                <a:sym typeface="Montserrat"/>
              </a:rPr>
              <a:t>Portanto, tudo só é possível tendo:</a:t>
            </a:r>
            <a:endParaRPr sz="2300">
              <a:solidFill>
                <a:srgbClr val="666666"/>
              </a:solidFill>
              <a:latin typeface="Montserrat"/>
              <a:ea typeface="Montserrat"/>
              <a:cs typeface="Montserrat"/>
              <a:sym typeface="Montserrat"/>
            </a:endParaRPr>
          </a:p>
          <a:p>
            <a:pPr indent="0" lvl="0" marL="0" rtl="0" algn="ctr">
              <a:spcBef>
                <a:spcPts val="0"/>
              </a:spcBef>
              <a:spcAft>
                <a:spcPts val="0"/>
              </a:spcAft>
              <a:buClr>
                <a:srgbClr val="000000"/>
              </a:buClr>
              <a:buSzPts val="1100"/>
              <a:buFont typeface="Arial"/>
              <a:buNone/>
            </a:pPr>
            <a:r>
              <a:t/>
            </a:r>
            <a:endParaRPr sz="2300">
              <a:solidFill>
                <a:srgbClr val="666666"/>
              </a:solidFill>
              <a:latin typeface="Montserrat"/>
              <a:ea typeface="Montserrat"/>
              <a:cs typeface="Montserrat"/>
              <a:sym typeface="Montserrat"/>
            </a:endParaRPr>
          </a:p>
          <a:p>
            <a:pPr indent="0" lvl="0" marL="0" rtl="0" algn="ctr">
              <a:spcBef>
                <a:spcPts val="0"/>
              </a:spcBef>
              <a:spcAft>
                <a:spcPts val="0"/>
              </a:spcAft>
              <a:buClr>
                <a:srgbClr val="000000"/>
              </a:buClr>
              <a:buSzPts val="1100"/>
              <a:buFont typeface="Arial"/>
              <a:buNone/>
            </a:pPr>
            <a:r>
              <a:rPr lang="pt-BR" sz="2300">
                <a:solidFill>
                  <a:srgbClr val="666666"/>
                </a:solidFill>
                <a:latin typeface="Montserrat"/>
                <a:ea typeface="Montserrat"/>
                <a:cs typeface="Montserrat"/>
                <a:sym typeface="Montserrat"/>
              </a:rPr>
              <a:t>Credibilidade, atenção, interesse, gerando valor</a:t>
            </a:r>
            <a:r>
              <a:rPr lang="pt-BR" sz="2300">
                <a:solidFill>
                  <a:srgbClr val="666666"/>
                </a:solidFill>
                <a:latin typeface="Montserrat"/>
                <a:ea typeface="Montserrat"/>
                <a:cs typeface="Montserrat"/>
                <a:sym typeface="Montserrat"/>
              </a:rPr>
              <a:t> e personalidade</a:t>
            </a:r>
            <a:r>
              <a:rPr lang="pt-BR" sz="2300">
                <a:solidFill>
                  <a:srgbClr val="666666"/>
                </a:solidFill>
                <a:latin typeface="Montserrat"/>
                <a:ea typeface="Montserrat"/>
                <a:cs typeface="Montserrat"/>
                <a:sym typeface="Montserrat"/>
              </a:rPr>
              <a:t>. O resultado disso é uma AÇÃO do nosso cliente.</a:t>
            </a:r>
            <a:endParaRPr sz="2300">
              <a:solidFill>
                <a:srgbClr val="666666"/>
              </a:solidFill>
              <a:latin typeface="Montserrat"/>
              <a:ea typeface="Montserrat"/>
              <a:cs typeface="Montserrat"/>
              <a:sym typeface="Montserrat"/>
            </a:endParaRPr>
          </a:p>
        </p:txBody>
      </p:sp>
      <p:sp>
        <p:nvSpPr>
          <p:cNvPr id="682" name="Google Shape;682;p133"/>
          <p:cNvSpPr txBox="1"/>
          <p:nvPr/>
        </p:nvSpPr>
        <p:spPr>
          <a:xfrm>
            <a:off x="399500" y="1747975"/>
            <a:ext cx="8432700" cy="4440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t/>
            </a:r>
            <a:endParaRPr sz="1800">
              <a:solidFill>
                <a:srgbClr val="0C487B"/>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2">
                                            <p:txEl>
                                              <p:pRg end="0" st="0"/>
                                            </p:txEl>
                                          </p:spTgt>
                                        </p:tgtEl>
                                        <p:attrNameLst>
                                          <p:attrName>style.visibility</p:attrName>
                                        </p:attrNameLst>
                                      </p:cBhvr>
                                      <p:to>
                                        <p:strVal val="visible"/>
                                      </p:to>
                                    </p:set>
                                    <p:animEffect filter="fade" transition="in">
                                      <p:cBhvr>
                                        <p:cTn dur="1000"/>
                                        <p:tgtEl>
                                          <p:spTgt spid="68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2"/>
                                        </p:tgtEl>
                                        <p:attrNameLst>
                                          <p:attrName>style.visibility</p:attrName>
                                        </p:attrNameLst>
                                      </p:cBhvr>
                                      <p:to>
                                        <p:strVal val="visible"/>
                                      </p:to>
                                    </p:set>
                                    <p:animEffect filter="fade" transition="in">
                                      <p:cBhvr>
                                        <p:cTn dur="1000"/>
                                        <p:tgtEl>
                                          <p:spTgt spid="6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134"/>
          <p:cNvSpPr txBox="1"/>
          <p:nvPr>
            <p:ph type="title"/>
          </p:nvPr>
        </p:nvSpPr>
        <p:spPr>
          <a:xfrm>
            <a:off x="340200" y="565175"/>
            <a:ext cx="8463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pt-BR" sz="2300">
                <a:solidFill>
                  <a:srgbClr val="00B050"/>
                </a:solidFill>
              </a:rPr>
              <a:t>Imagina-Ação…</a:t>
            </a:r>
            <a:endParaRPr sz="2300">
              <a:solidFill>
                <a:srgbClr val="00B050"/>
              </a:solidFill>
            </a:endParaRPr>
          </a:p>
          <a:p>
            <a:pPr indent="0" lvl="0" marL="0" rtl="0" algn="l">
              <a:spcBef>
                <a:spcPts val="0"/>
              </a:spcBef>
              <a:spcAft>
                <a:spcPts val="0"/>
              </a:spcAft>
              <a:buClr>
                <a:srgbClr val="000000"/>
              </a:buClr>
              <a:buSzPts val="1100"/>
              <a:buFont typeface="Arial"/>
              <a:buNone/>
            </a:pPr>
            <a:r>
              <a:t/>
            </a:r>
            <a:endParaRPr sz="2300"/>
          </a:p>
          <a:p>
            <a:pPr indent="0" lvl="0" marL="0" rtl="0" algn="l">
              <a:spcBef>
                <a:spcPts val="0"/>
              </a:spcBef>
              <a:spcAft>
                <a:spcPts val="0"/>
              </a:spcAft>
              <a:buClr>
                <a:srgbClr val="000000"/>
              </a:buClr>
              <a:buSzPts val="1100"/>
              <a:buFont typeface="Arial"/>
              <a:buNone/>
            </a:pPr>
            <a:r>
              <a:t/>
            </a:r>
            <a:endParaRPr sz="2300"/>
          </a:p>
          <a:p>
            <a:pPr indent="0" lvl="0" marL="0" rtl="0" algn="ctr">
              <a:spcBef>
                <a:spcPts val="0"/>
              </a:spcBef>
              <a:spcAft>
                <a:spcPts val="0"/>
              </a:spcAft>
              <a:buClr>
                <a:srgbClr val="000000"/>
              </a:buClr>
              <a:buSzPts val="1100"/>
              <a:buFont typeface="Arial"/>
              <a:buNone/>
            </a:pPr>
            <a:r>
              <a:rPr b="0" lang="pt-BR" sz="1700">
                <a:solidFill>
                  <a:srgbClr val="434343"/>
                </a:solidFill>
                <a:latin typeface="Montserrat Medium"/>
                <a:ea typeface="Montserrat Medium"/>
                <a:cs typeface="Montserrat Medium"/>
                <a:sym typeface="Montserrat Medium"/>
              </a:rPr>
              <a:t>Quando </a:t>
            </a:r>
            <a:r>
              <a:rPr lang="pt-BR" sz="1700">
                <a:solidFill>
                  <a:srgbClr val="00B050"/>
                </a:solidFill>
                <a:latin typeface="Montserrat"/>
                <a:ea typeface="Montserrat"/>
                <a:cs typeface="Montserrat"/>
                <a:sym typeface="Montserrat"/>
              </a:rPr>
              <a:t>surpreendemos </a:t>
            </a:r>
            <a:r>
              <a:rPr b="0" lang="pt-BR" sz="1700">
                <a:solidFill>
                  <a:srgbClr val="434343"/>
                </a:solidFill>
                <a:latin typeface="Montserrat Medium"/>
                <a:ea typeface="Montserrat Medium"/>
                <a:cs typeface="Montserrat Medium"/>
                <a:sym typeface="Montserrat Medium"/>
              </a:rPr>
              <a:t>positivamente ele se imagina tomando uma ação sobre isso.</a:t>
            </a:r>
            <a:endParaRPr b="0" sz="1700">
              <a:solidFill>
                <a:srgbClr val="434343"/>
              </a:solidFill>
              <a:latin typeface="Montserrat Medium"/>
              <a:ea typeface="Montserrat Medium"/>
              <a:cs typeface="Montserrat Medium"/>
              <a:sym typeface="Montserrat Medium"/>
            </a:endParaRPr>
          </a:p>
          <a:p>
            <a:pPr indent="0" lvl="0" marL="0" rtl="0" algn="ctr">
              <a:spcBef>
                <a:spcPts val="0"/>
              </a:spcBef>
              <a:spcAft>
                <a:spcPts val="0"/>
              </a:spcAft>
              <a:buClr>
                <a:srgbClr val="000000"/>
              </a:buClr>
              <a:buSzPts val="1100"/>
              <a:buFont typeface="Arial"/>
              <a:buNone/>
            </a:pPr>
            <a:r>
              <a:t/>
            </a:r>
            <a:endParaRPr b="0" sz="1700">
              <a:solidFill>
                <a:srgbClr val="434343"/>
              </a:solidFill>
              <a:latin typeface="Montserrat Medium"/>
              <a:ea typeface="Montserrat Medium"/>
              <a:cs typeface="Montserrat Medium"/>
              <a:sym typeface="Montserrat Medium"/>
            </a:endParaRPr>
          </a:p>
          <a:p>
            <a:pPr indent="0" lvl="0" marL="0" rtl="0" algn="ctr">
              <a:spcBef>
                <a:spcPts val="0"/>
              </a:spcBef>
              <a:spcAft>
                <a:spcPts val="0"/>
              </a:spcAft>
              <a:buClr>
                <a:srgbClr val="000000"/>
              </a:buClr>
              <a:buSzPts val="1100"/>
              <a:buFont typeface="Arial"/>
              <a:buNone/>
            </a:pPr>
            <a:r>
              <a:rPr b="0" lang="pt-BR" sz="1700">
                <a:solidFill>
                  <a:srgbClr val="434343"/>
                </a:solidFill>
                <a:latin typeface="Montserrat Medium"/>
                <a:ea typeface="Montserrat Medium"/>
                <a:cs typeface="Montserrat Medium"/>
                <a:sym typeface="Montserrat Medium"/>
              </a:rPr>
              <a:t>E </a:t>
            </a:r>
            <a:r>
              <a:rPr lang="pt-BR" sz="1700">
                <a:solidFill>
                  <a:srgbClr val="00B050"/>
                </a:solidFill>
                <a:latin typeface="Montserrat"/>
                <a:ea typeface="Montserrat"/>
                <a:cs typeface="Montserrat"/>
                <a:sym typeface="Montserrat"/>
              </a:rPr>
              <a:t>pode ser</a:t>
            </a:r>
            <a:r>
              <a:rPr b="0" lang="pt-BR" sz="1700">
                <a:solidFill>
                  <a:srgbClr val="434343"/>
                </a:solidFill>
                <a:latin typeface="Montserrat Medium"/>
                <a:ea typeface="Montserrat Medium"/>
                <a:cs typeface="Montserrat Medium"/>
                <a:sym typeface="Montserrat Medium"/>
              </a:rPr>
              <a:t>: Comprando algo nosso, se tornando cliente, indicando a gente para mais alguém, avaliando o atendimento, satisfação, realização por resolver o problema em que tinha entre outros.</a:t>
            </a:r>
            <a:endParaRPr b="0" sz="1700">
              <a:solidFill>
                <a:srgbClr val="434343"/>
              </a:solidFill>
              <a:latin typeface="Montserrat Medium"/>
              <a:ea typeface="Montserrat Medium"/>
              <a:cs typeface="Montserrat Medium"/>
              <a:sym typeface="Montserrat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91" name="Shape 691"/>
        <p:cNvGrpSpPr/>
        <p:nvPr/>
      </p:nvGrpSpPr>
      <p:grpSpPr>
        <a:xfrm>
          <a:off x="0" y="0"/>
          <a:ext cx="0" cy="0"/>
          <a:chOff x="0" y="0"/>
          <a:chExt cx="0" cy="0"/>
        </a:xfrm>
      </p:grpSpPr>
      <p:sp>
        <p:nvSpPr>
          <p:cNvPr id="692" name="Google Shape;692;p135"/>
          <p:cNvSpPr txBox="1"/>
          <p:nvPr>
            <p:ph type="title"/>
          </p:nvPr>
        </p:nvSpPr>
        <p:spPr>
          <a:xfrm>
            <a:off x="504475" y="1946700"/>
            <a:ext cx="8084700" cy="1319700"/>
          </a:xfrm>
          <a:prstGeom prst="rect">
            <a:avLst/>
          </a:prstGeom>
        </p:spPr>
        <p:txBody>
          <a:bodyPr anchorCtr="0" anchor="ctr" bIns="45700" lIns="91425" spcFirstLastPara="1" rIns="91425" wrap="square" tIns="45700">
            <a:noAutofit/>
          </a:bodyPr>
          <a:lstStyle/>
          <a:p>
            <a:pPr indent="0" lvl="0" marL="457200" rtl="0" algn="ctr">
              <a:lnSpc>
                <a:spcPct val="100000"/>
              </a:lnSpc>
              <a:spcBef>
                <a:spcPts val="0"/>
              </a:spcBef>
              <a:spcAft>
                <a:spcPts val="0"/>
              </a:spcAft>
              <a:buNone/>
            </a:pPr>
            <a:r>
              <a:rPr b="1" lang="pt-BR" sz="3000">
                <a:solidFill>
                  <a:schemeClr val="lt1"/>
                </a:solidFill>
                <a:latin typeface="Montserrat"/>
                <a:ea typeface="Montserrat"/>
                <a:cs typeface="Montserrat"/>
                <a:sym typeface="Montserrat"/>
              </a:rPr>
              <a:t>3. Como gerar conexão</a:t>
            </a:r>
            <a:endParaRPr b="1" sz="3000">
              <a:solidFill>
                <a:schemeClr val="lt1"/>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136"/>
          <p:cNvSpPr txBox="1"/>
          <p:nvPr>
            <p:ph type="title"/>
          </p:nvPr>
        </p:nvSpPr>
        <p:spPr>
          <a:xfrm>
            <a:off x="340200" y="565175"/>
            <a:ext cx="8463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pt-BR" sz="2100">
                <a:solidFill>
                  <a:srgbClr val="00B050"/>
                </a:solidFill>
                <a:latin typeface="Montserrat"/>
                <a:ea typeface="Montserrat"/>
                <a:cs typeface="Montserrat"/>
                <a:sym typeface="Montserrat"/>
              </a:rPr>
              <a:t>Quem é você? O que você faz? Como pode me ajudar? Como funciona? Isso é para mim? Funcionou para quem? Quanto custa? Como eu tenho?</a:t>
            </a:r>
            <a:endParaRPr sz="2100">
              <a:solidFill>
                <a:srgbClr val="00B050"/>
              </a:solidFill>
              <a:latin typeface="Montserrat"/>
              <a:ea typeface="Montserrat"/>
              <a:cs typeface="Montserrat"/>
              <a:sym typeface="Montserrat"/>
            </a:endParaRPr>
          </a:p>
          <a:p>
            <a:pPr indent="0" lvl="0" marL="0" rtl="0" algn="l">
              <a:spcBef>
                <a:spcPts val="0"/>
              </a:spcBef>
              <a:spcAft>
                <a:spcPts val="0"/>
              </a:spcAft>
              <a:buClr>
                <a:srgbClr val="000000"/>
              </a:buClr>
              <a:buSzPts val="1100"/>
              <a:buFont typeface="Arial"/>
              <a:buNone/>
            </a:pPr>
            <a:r>
              <a:t/>
            </a:r>
            <a:endParaRPr b="0" sz="1800">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t/>
            </a:r>
            <a:endParaRPr b="0" sz="1800">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b="0" lang="pt-BR" sz="1500">
                <a:solidFill>
                  <a:srgbClr val="666666"/>
                </a:solidFill>
                <a:latin typeface="Montserrat Medium"/>
                <a:ea typeface="Montserrat Medium"/>
                <a:cs typeface="Montserrat Medium"/>
                <a:sym typeface="Montserrat Medium"/>
              </a:rPr>
              <a:t>Essas perguntas que temos que responder para conquistar e encantar um cliente. Seja para vendas ou para atendimento. O que você precisa responder para um cliente?</a:t>
            </a:r>
            <a:endParaRPr b="0" sz="15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t/>
            </a:r>
            <a:endParaRPr b="0" sz="1500">
              <a:solidFill>
                <a:srgbClr val="666666"/>
              </a:solidFill>
              <a:latin typeface="Montserrat Medium"/>
              <a:ea typeface="Montserrat Medium"/>
              <a:cs typeface="Montserrat Medium"/>
              <a:sym typeface="Montserrat Medium"/>
            </a:endParaRPr>
          </a:p>
          <a:p>
            <a:pPr indent="0" lvl="0" marL="0" rtl="0" algn="ctr">
              <a:spcBef>
                <a:spcPts val="0"/>
              </a:spcBef>
              <a:spcAft>
                <a:spcPts val="0"/>
              </a:spcAft>
              <a:buClr>
                <a:srgbClr val="000000"/>
              </a:buClr>
              <a:buSzPts val="1100"/>
              <a:buFont typeface="Arial"/>
              <a:buNone/>
            </a:pPr>
            <a:r>
              <a:rPr lang="pt-BR" sz="1500">
                <a:solidFill>
                  <a:srgbClr val="666666"/>
                </a:solidFill>
                <a:latin typeface="Montserrat"/>
                <a:ea typeface="Montserrat"/>
                <a:cs typeface="Montserrat"/>
                <a:sym typeface="Montserrat"/>
              </a:rPr>
              <a:t>Quem sou, Funciona? É para Mim? Para quem?</a:t>
            </a:r>
            <a:r>
              <a:rPr b="0" lang="pt-BR" sz="1500">
                <a:solidFill>
                  <a:srgbClr val="666666"/>
                </a:solidFill>
                <a:latin typeface="Montserrat Medium"/>
                <a:ea typeface="Montserrat Medium"/>
                <a:cs typeface="Montserrat Medium"/>
                <a:sym typeface="Montserrat Medium"/>
              </a:rPr>
              <a:t> </a:t>
            </a:r>
            <a:endParaRPr b="0" sz="1500">
              <a:solidFill>
                <a:srgbClr val="666666"/>
              </a:solidFill>
              <a:latin typeface="Montserrat Medium"/>
              <a:ea typeface="Montserrat Medium"/>
              <a:cs typeface="Montserrat Medium"/>
              <a:sym typeface="Montserrat Medium"/>
            </a:endParaRPr>
          </a:p>
          <a:p>
            <a:pPr indent="0" lvl="0" marL="0" rtl="0" algn="ctr">
              <a:spcBef>
                <a:spcPts val="0"/>
              </a:spcBef>
              <a:spcAft>
                <a:spcPts val="0"/>
              </a:spcAft>
              <a:buClr>
                <a:schemeClr val="dk1"/>
              </a:buClr>
              <a:buSzPts val="1100"/>
              <a:buFont typeface="Arial"/>
              <a:buNone/>
            </a:pPr>
            <a:r>
              <a:t/>
            </a:r>
            <a:endParaRPr b="0" sz="1500">
              <a:solidFill>
                <a:srgbClr val="666666"/>
              </a:solidFill>
              <a:latin typeface="Montserrat Medium"/>
              <a:ea typeface="Montserrat Medium"/>
              <a:cs typeface="Montserrat Medium"/>
              <a:sym typeface="Montserrat Medium"/>
            </a:endParaRPr>
          </a:p>
          <a:p>
            <a:pPr indent="0" lvl="0" marL="0" rtl="0" algn="ctr">
              <a:spcBef>
                <a:spcPts val="0"/>
              </a:spcBef>
              <a:spcAft>
                <a:spcPts val="0"/>
              </a:spcAft>
              <a:buClr>
                <a:schemeClr val="dk1"/>
              </a:buClr>
              <a:buSzPts val="1100"/>
              <a:buFont typeface="Arial"/>
              <a:buNone/>
            </a:pPr>
            <a:r>
              <a:rPr b="0" lang="pt-BR" sz="1500">
                <a:solidFill>
                  <a:srgbClr val="666666"/>
                </a:solidFill>
                <a:latin typeface="Montserrat Medium"/>
                <a:ea typeface="Montserrat Medium"/>
                <a:cs typeface="Montserrat Medium"/>
                <a:sym typeface="Montserrat Medium"/>
              </a:rPr>
              <a:t>Vamos aos próximos tópicos:</a:t>
            </a:r>
            <a:endParaRPr b="0" sz="1500">
              <a:solidFill>
                <a:srgbClr val="666666"/>
              </a:solidFill>
              <a:latin typeface="Montserrat Medium"/>
              <a:ea typeface="Montserrat Medium"/>
              <a:cs typeface="Montserrat Medium"/>
              <a:sym typeface="Montserrat Medium"/>
            </a:endParaRPr>
          </a:p>
          <a:p>
            <a:pPr indent="0" lvl="0" marL="0" rtl="0" algn="ctr">
              <a:spcBef>
                <a:spcPts val="0"/>
              </a:spcBef>
              <a:spcAft>
                <a:spcPts val="0"/>
              </a:spcAft>
              <a:buClr>
                <a:schemeClr val="dk1"/>
              </a:buClr>
              <a:buSzPts val="1100"/>
              <a:buFont typeface="Arial"/>
              <a:buNone/>
            </a:pPr>
            <a:r>
              <a:t/>
            </a:r>
            <a:endParaRPr b="0" sz="1500">
              <a:solidFill>
                <a:srgbClr val="666666"/>
              </a:solidFill>
              <a:latin typeface="Montserrat Medium"/>
              <a:ea typeface="Montserrat Medium"/>
              <a:cs typeface="Montserrat Medium"/>
              <a:sym typeface="Montserrat Medium"/>
            </a:endParaRPr>
          </a:p>
          <a:p>
            <a:pPr indent="0" lvl="0" marL="0" rtl="0" algn="ctr">
              <a:spcBef>
                <a:spcPts val="0"/>
              </a:spcBef>
              <a:spcAft>
                <a:spcPts val="0"/>
              </a:spcAft>
              <a:buClr>
                <a:schemeClr val="dk1"/>
              </a:buClr>
              <a:buSzPts val="1100"/>
              <a:buFont typeface="Arial"/>
              <a:buNone/>
            </a:pPr>
            <a:r>
              <a:rPr lang="pt-BR" sz="1500">
                <a:solidFill>
                  <a:srgbClr val="00B050"/>
                </a:solidFill>
                <a:latin typeface="Montserrat"/>
                <a:ea typeface="Montserrat"/>
                <a:cs typeface="Montserrat"/>
                <a:sym typeface="Montserrat"/>
              </a:rPr>
              <a:t>A.I.D.A - C.C.P </a:t>
            </a:r>
            <a:endParaRPr sz="1500">
              <a:solidFill>
                <a:srgbClr val="00B050"/>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t/>
            </a:r>
            <a:endParaRPr b="0" sz="1400">
              <a:latin typeface="Montserrat Medium"/>
              <a:ea typeface="Montserrat Medium"/>
              <a:cs typeface="Montserrat Medium"/>
              <a:sym typeface="Montserrat Medium"/>
            </a:endParaRPr>
          </a:p>
          <a:p>
            <a:pPr indent="0" lvl="0" marL="0" rtl="0" algn="ctr">
              <a:spcBef>
                <a:spcPts val="0"/>
              </a:spcBef>
              <a:spcAft>
                <a:spcPts val="0"/>
              </a:spcAft>
              <a:buClr>
                <a:srgbClr val="000000"/>
              </a:buClr>
              <a:buSzPts val="1100"/>
              <a:buFont typeface="Arial"/>
              <a:buNone/>
            </a:pPr>
            <a:r>
              <a:t/>
            </a:r>
            <a:endParaRPr b="0" sz="1400">
              <a:latin typeface="Montserrat Medium"/>
              <a:ea typeface="Montserrat Medium"/>
              <a:cs typeface="Montserrat Medium"/>
              <a:sym typeface="Montserrat Medium"/>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137"/>
          <p:cNvSpPr txBox="1"/>
          <p:nvPr>
            <p:ph type="title"/>
          </p:nvPr>
        </p:nvSpPr>
        <p:spPr>
          <a:xfrm>
            <a:off x="340200" y="565175"/>
            <a:ext cx="8463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pt-BR" sz="3200">
                <a:solidFill>
                  <a:srgbClr val="00B050"/>
                </a:solidFill>
                <a:latin typeface="Montserrat"/>
                <a:ea typeface="Montserrat"/>
                <a:cs typeface="Montserrat"/>
                <a:sym typeface="Montserrat"/>
              </a:rPr>
              <a:t>A.I.D.A</a:t>
            </a:r>
            <a:endParaRPr sz="3200">
              <a:solidFill>
                <a:srgbClr val="00B050"/>
              </a:solidFill>
              <a:latin typeface="Montserrat"/>
              <a:ea typeface="Montserrat"/>
              <a:cs typeface="Montserrat"/>
              <a:sym typeface="Montserrat"/>
            </a:endParaRPr>
          </a:p>
          <a:p>
            <a:pPr indent="0" lvl="0" marL="0" rtl="0" algn="l">
              <a:spcBef>
                <a:spcPts val="0"/>
              </a:spcBef>
              <a:spcAft>
                <a:spcPts val="0"/>
              </a:spcAft>
              <a:buClr>
                <a:srgbClr val="000000"/>
              </a:buClr>
              <a:buSzPts val="1100"/>
              <a:buFont typeface="Arial"/>
              <a:buNone/>
            </a:pPr>
            <a:r>
              <a:t/>
            </a:r>
            <a:endParaRPr b="0" sz="2100">
              <a:solidFill>
                <a:srgbClr val="434343"/>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lang="pt-BR" sz="2100">
                <a:solidFill>
                  <a:srgbClr val="00B050"/>
                </a:solidFill>
                <a:latin typeface="Montserrat"/>
                <a:ea typeface="Montserrat"/>
                <a:cs typeface="Montserrat"/>
                <a:sym typeface="Montserrat"/>
              </a:rPr>
              <a:t>ATENÇÃO </a:t>
            </a:r>
            <a:r>
              <a:rPr b="0" lang="pt-BR" sz="2100">
                <a:solidFill>
                  <a:srgbClr val="434343"/>
                </a:solidFill>
                <a:latin typeface="Montserrat Medium"/>
                <a:ea typeface="Montserrat Medium"/>
                <a:cs typeface="Montserrat Medium"/>
                <a:sym typeface="Montserrat Medium"/>
              </a:rPr>
              <a:t>- Como conseguir a atenção do cliente</a:t>
            </a:r>
            <a:endParaRPr b="0" sz="2100">
              <a:solidFill>
                <a:srgbClr val="434343"/>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lang="pt-BR" sz="2100">
                <a:solidFill>
                  <a:srgbClr val="00B050"/>
                </a:solidFill>
                <a:latin typeface="Montserrat"/>
                <a:ea typeface="Montserrat"/>
                <a:cs typeface="Montserrat"/>
                <a:sym typeface="Montserrat"/>
              </a:rPr>
              <a:t>INTERESSE </a:t>
            </a:r>
            <a:r>
              <a:rPr b="0" lang="pt-BR" sz="2100">
                <a:solidFill>
                  <a:srgbClr val="434343"/>
                </a:solidFill>
                <a:latin typeface="Montserrat Medium"/>
                <a:ea typeface="Montserrat Medium"/>
                <a:cs typeface="Montserrat Medium"/>
                <a:sym typeface="Montserrat Medium"/>
              </a:rPr>
              <a:t>- Despertar o interesse de nos ouvir</a:t>
            </a:r>
            <a:endParaRPr b="0" sz="2100">
              <a:solidFill>
                <a:srgbClr val="434343"/>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lang="pt-BR" sz="2100">
                <a:solidFill>
                  <a:srgbClr val="00B050"/>
                </a:solidFill>
                <a:latin typeface="Montserrat"/>
                <a:ea typeface="Montserrat"/>
                <a:cs typeface="Montserrat"/>
                <a:sym typeface="Montserrat"/>
              </a:rPr>
              <a:t>DESEJO </a:t>
            </a:r>
            <a:r>
              <a:rPr b="0" lang="pt-BR" sz="2100">
                <a:solidFill>
                  <a:srgbClr val="434343"/>
                </a:solidFill>
                <a:latin typeface="Montserrat Medium"/>
                <a:ea typeface="Montserrat Medium"/>
                <a:cs typeface="Montserrat Medium"/>
                <a:sym typeface="Montserrat Medium"/>
              </a:rPr>
              <a:t>- Desejo de tomar uma decisão</a:t>
            </a:r>
            <a:endParaRPr b="0" sz="2100">
              <a:solidFill>
                <a:srgbClr val="434343"/>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lang="pt-BR" sz="2100">
                <a:solidFill>
                  <a:srgbClr val="00B050"/>
                </a:solidFill>
                <a:latin typeface="Montserrat"/>
                <a:ea typeface="Montserrat"/>
                <a:cs typeface="Montserrat"/>
                <a:sym typeface="Montserrat"/>
              </a:rPr>
              <a:t>AÇÃOO</a:t>
            </a:r>
            <a:r>
              <a:rPr b="0" lang="pt-BR" sz="2100">
                <a:solidFill>
                  <a:srgbClr val="00B050"/>
                </a:solidFill>
                <a:latin typeface="Montserrat Medium"/>
                <a:ea typeface="Montserrat Medium"/>
                <a:cs typeface="Montserrat Medium"/>
                <a:sym typeface="Montserrat Medium"/>
              </a:rPr>
              <a:t>!! </a:t>
            </a:r>
            <a:r>
              <a:rPr b="0" lang="pt-BR" sz="2100">
                <a:solidFill>
                  <a:srgbClr val="434343"/>
                </a:solidFill>
                <a:latin typeface="Montserrat Medium"/>
                <a:ea typeface="Montserrat Medium"/>
                <a:cs typeface="Montserrat Medium"/>
                <a:sym typeface="Montserrat Medium"/>
              </a:rPr>
              <a:t>- Concluir o que seu subconsciente já processou e justificou.</a:t>
            </a:r>
            <a:endParaRPr b="0" sz="2100">
              <a:solidFill>
                <a:srgbClr val="434343"/>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t/>
            </a:r>
            <a:endParaRPr b="0" sz="2100">
              <a:solidFill>
                <a:srgbClr val="434343"/>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b="0" lang="pt-BR" sz="1800">
                <a:solidFill>
                  <a:srgbClr val="434343"/>
                </a:solidFill>
                <a:latin typeface="Montserrat Medium"/>
                <a:ea typeface="Montserrat Medium"/>
                <a:cs typeface="Montserrat Medium"/>
                <a:sym typeface="Montserrat Medium"/>
              </a:rPr>
              <a:t>Para despertar a intenção precisamos do </a:t>
            </a:r>
            <a:r>
              <a:rPr lang="pt-BR" sz="1800">
                <a:solidFill>
                  <a:srgbClr val="434343"/>
                </a:solidFill>
                <a:latin typeface="Montserrat"/>
                <a:ea typeface="Montserrat"/>
                <a:cs typeface="Montserrat"/>
                <a:sym typeface="Montserrat"/>
              </a:rPr>
              <a:t>C.C.P</a:t>
            </a:r>
            <a:endParaRPr sz="1800">
              <a:solidFill>
                <a:srgbClr val="434343"/>
              </a:solidFill>
              <a:latin typeface="Montserrat"/>
              <a:ea typeface="Montserrat"/>
              <a:cs typeface="Montserrat"/>
              <a:sym typeface="Montserrat"/>
            </a:endParaRPr>
          </a:p>
          <a:p>
            <a:pPr indent="0" lvl="0" marL="0" rtl="0" algn="l">
              <a:spcBef>
                <a:spcPts val="0"/>
              </a:spcBef>
              <a:spcAft>
                <a:spcPts val="0"/>
              </a:spcAft>
              <a:buClr>
                <a:srgbClr val="000000"/>
              </a:buClr>
              <a:buSzPts val="1100"/>
              <a:buFont typeface="Arial"/>
              <a:buNone/>
            </a:pPr>
            <a:r>
              <a:t/>
            </a:r>
            <a:endParaRPr b="0" sz="1800">
              <a:solidFill>
                <a:srgbClr val="434343"/>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b="0" lang="pt-BR" sz="1800">
                <a:solidFill>
                  <a:srgbClr val="434343"/>
                </a:solidFill>
                <a:latin typeface="Montserrat Medium"/>
                <a:ea typeface="Montserrat Medium"/>
                <a:cs typeface="Montserrat Medium"/>
                <a:sym typeface="Montserrat Medium"/>
              </a:rPr>
              <a:t>Criar uma </a:t>
            </a:r>
            <a:r>
              <a:rPr lang="pt-BR" sz="1800">
                <a:solidFill>
                  <a:srgbClr val="434343"/>
                </a:solidFill>
                <a:latin typeface="Montserrat"/>
                <a:ea typeface="Montserrat"/>
                <a:cs typeface="Montserrat"/>
                <a:sym typeface="Montserrat"/>
              </a:rPr>
              <a:t>conexão </a:t>
            </a:r>
            <a:r>
              <a:rPr b="0" lang="pt-BR" sz="1800">
                <a:solidFill>
                  <a:srgbClr val="434343"/>
                </a:solidFill>
                <a:latin typeface="Montserrat Medium"/>
                <a:ea typeface="Montserrat Medium"/>
                <a:cs typeface="Montserrat Medium"/>
                <a:sym typeface="Montserrat Medium"/>
              </a:rPr>
              <a:t>com o cliente, </a:t>
            </a:r>
            <a:r>
              <a:rPr lang="pt-BR" sz="1800">
                <a:solidFill>
                  <a:srgbClr val="434343"/>
                </a:solidFill>
                <a:latin typeface="Montserrat"/>
                <a:ea typeface="Montserrat"/>
                <a:cs typeface="Montserrat"/>
                <a:sym typeface="Montserrat"/>
              </a:rPr>
              <a:t>conduzí-lo</a:t>
            </a:r>
            <a:r>
              <a:rPr b="0" lang="pt-BR" sz="1800">
                <a:solidFill>
                  <a:srgbClr val="434343"/>
                </a:solidFill>
                <a:latin typeface="Montserrat Medium"/>
                <a:ea typeface="Montserrat Medium"/>
                <a:cs typeface="Montserrat Medium"/>
                <a:sym typeface="Montserrat Medium"/>
              </a:rPr>
              <a:t> para onde queremos e fazer o </a:t>
            </a:r>
            <a:r>
              <a:rPr lang="pt-BR" sz="1800">
                <a:solidFill>
                  <a:srgbClr val="434343"/>
                </a:solidFill>
                <a:latin typeface="Montserrat"/>
                <a:ea typeface="Montserrat"/>
                <a:cs typeface="Montserrat"/>
                <a:sym typeface="Montserrat"/>
              </a:rPr>
              <a:t>pitch</a:t>
            </a:r>
            <a:r>
              <a:rPr b="0" lang="pt-BR" sz="1800">
                <a:solidFill>
                  <a:srgbClr val="434343"/>
                </a:solidFill>
                <a:latin typeface="Montserrat Medium"/>
                <a:ea typeface="Montserrat Medium"/>
                <a:cs typeface="Montserrat Medium"/>
                <a:sym typeface="Montserrat Medium"/>
              </a:rPr>
              <a:t>. Nosso discurso de atendimento ou vendas</a:t>
            </a:r>
            <a:endParaRPr b="0" sz="1800">
              <a:solidFill>
                <a:srgbClr val="434343"/>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t/>
            </a:r>
            <a:endParaRPr b="0" sz="2100">
              <a:solidFill>
                <a:srgbClr val="434343"/>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t/>
            </a:r>
            <a:endParaRPr b="0" sz="2100">
              <a:solidFill>
                <a:srgbClr val="434343"/>
              </a:solidFill>
              <a:latin typeface="Montserrat Medium"/>
              <a:ea typeface="Montserrat Medium"/>
              <a:cs typeface="Montserrat Medium"/>
              <a:sym typeface="Montserrat Medium"/>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138"/>
          <p:cNvSpPr txBox="1"/>
          <p:nvPr>
            <p:ph type="title"/>
          </p:nvPr>
        </p:nvSpPr>
        <p:spPr>
          <a:xfrm>
            <a:off x="518600" y="539875"/>
            <a:ext cx="8202600" cy="5727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000000"/>
              </a:buClr>
              <a:buSzPts val="1100"/>
              <a:buFont typeface="Arial"/>
              <a:buNone/>
            </a:pPr>
            <a:r>
              <a:rPr lang="pt-BR" sz="3300">
                <a:solidFill>
                  <a:srgbClr val="00B050"/>
                </a:solidFill>
                <a:latin typeface="Montserrat"/>
                <a:ea typeface="Montserrat"/>
                <a:cs typeface="Montserrat"/>
                <a:sym typeface="Montserrat"/>
              </a:rPr>
              <a:t>C.C.R.P.M</a:t>
            </a:r>
            <a:endParaRPr sz="3300">
              <a:solidFill>
                <a:srgbClr val="00B050"/>
              </a:solidFill>
              <a:latin typeface="Montserrat"/>
              <a:ea typeface="Montserrat"/>
              <a:cs typeface="Montserrat"/>
              <a:sym typeface="Montserrat"/>
            </a:endParaRPr>
          </a:p>
        </p:txBody>
      </p:sp>
      <p:sp>
        <p:nvSpPr>
          <p:cNvPr id="708" name="Google Shape;708;p138"/>
          <p:cNvSpPr txBox="1"/>
          <p:nvPr>
            <p:ph type="title"/>
          </p:nvPr>
        </p:nvSpPr>
        <p:spPr>
          <a:xfrm>
            <a:off x="3452075" y="1524905"/>
            <a:ext cx="3337500" cy="1534500"/>
          </a:xfrm>
          <a:prstGeom prst="rect">
            <a:avLst/>
          </a:prstGeom>
        </p:spPr>
        <p:txBody>
          <a:bodyPr anchorCtr="0" anchor="t" bIns="91425" lIns="91425" spcFirstLastPara="1" rIns="91425" wrap="square" tIns="91425">
            <a:noAutofit/>
          </a:bodyPr>
          <a:lstStyle/>
          <a:p>
            <a:pPr indent="-368300" lvl="0" marL="457200" rtl="0" algn="l">
              <a:lnSpc>
                <a:spcPct val="100000"/>
              </a:lnSpc>
              <a:spcBef>
                <a:spcPts val="0"/>
              </a:spcBef>
              <a:spcAft>
                <a:spcPts val="0"/>
              </a:spcAft>
              <a:buClr>
                <a:srgbClr val="00B050"/>
              </a:buClr>
              <a:buSzPts val="2200"/>
              <a:buChar char="●"/>
            </a:pPr>
            <a:r>
              <a:rPr lang="pt-BR" sz="2200">
                <a:solidFill>
                  <a:srgbClr val="00B050"/>
                </a:solidFill>
              </a:rPr>
              <a:t>Conexão</a:t>
            </a:r>
            <a:endParaRPr sz="2200">
              <a:solidFill>
                <a:srgbClr val="00B050"/>
              </a:solidFill>
            </a:endParaRPr>
          </a:p>
          <a:p>
            <a:pPr indent="-368300" lvl="0" marL="457200" rtl="0" algn="l">
              <a:lnSpc>
                <a:spcPct val="100000"/>
              </a:lnSpc>
              <a:spcBef>
                <a:spcPts val="0"/>
              </a:spcBef>
              <a:spcAft>
                <a:spcPts val="0"/>
              </a:spcAft>
              <a:buClr>
                <a:srgbClr val="00B050"/>
              </a:buClr>
              <a:buSzPts val="2200"/>
              <a:buChar char="●"/>
            </a:pPr>
            <a:r>
              <a:rPr lang="pt-BR" sz="2200">
                <a:solidFill>
                  <a:srgbClr val="00B050"/>
                </a:solidFill>
              </a:rPr>
              <a:t>Contexto</a:t>
            </a:r>
            <a:endParaRPr sz="2200">
              <a:solidFill>
                <a:srgbClr val="00B050"/>
              </a:solidFill>
            </a:endParaRPr>
          </a:p>
          <a:p>
            <a:pPr indent="-368300" lvl="0" marL="457200" rtl="0" algn="l">
              <a:lnSpc>
                <a:spcPct val="100000"/>
              </a:lnSpc>
              <a:spcBef>
                <a:spcPts val="0"/>
              </a:spcBef>
              <a:spcAft>
                <a:spcPts val="0"/>
              </a:spcAft>
              <a:buClr>
                <a:srgbClr val="00B050"/>
              </a:buClr>
              <a:buSzPts val="2200"/>
              <a:buChar char="●"/>
            </a:pPr>
            <a:r>
              <a:rPr lang="pt-BR" sz="2200">
                <a:solidFill>
                  <a:srgbClr val="00B050"/>
                </a:solidFill>
              </a:rPr>
              <a:t>Relacionamento</a:t>
            </a:r>
            <a:endParaRPr sz="2200">
              <a:solidFill>
                <a:srgbClr val="00B050"/>
              </a:solidFill>
            </a:endParaRPr>
          </a:p>
          <a:p>
            <a:pPr indent="-368300" lvl="0" marL="457200" rtl="0" algn="l">
              <a:lnSpc>
                <a:spcPct val="100000"/>
              </a:lnSpc>
              <a:spcBef>
                <a:spcPts val="0"/>
              </a:spcBef>
              <a:spcAft>
                <a:spcPts val="0"/>
              </a:spcAft>
              <a:buClr>
                <a:srgbClr val="00B050"/>
              </a:buClr>
              <a:buSzPts val="2200"/>
              <a:buChar char="●"/>
            </a:pPr>
            <a:r>
              <a:rPr lang="pt-BR" sz="2200">
                <a:solidFill>
                  <a:srgbClr val="00B050"/>
                </a:solidFill>
              </a:rPr>
              <a:t>Pitch</a:t>
            </a:r>
            <a:endParaRPr sz="2200">
              <a:solidFill>
                <a:srgbClr val="00B050"/>
              </a:solidFill>
            </a:endParaRPr>
          </a:p>
          <a:p>
            <a:pPr indent="-368300" lvl="0" marL="457200" rtl="0" algn="l">
              <a:lnSpc>
                <a:spcPct val="100000"/>
              </a:lnSpc>
              <a:spcBef>
                <a:spcPts val="0"/>
              </a:spcBef>
              <a:spcAft>
                <a:spcPts val="0"/>
              </a:spcAft>
              <a:buClr>
                <a:srgbClr val="00B050"/>
              </a:buClr>
              <a:buSzPts val="2200"/>
              <a:buChar char="●"/>
            </a:pPr>
            <a:r>
              <a:rPr lang="pt-BR" sz="2200">
                <a:solidFill>
                  <a:srgbClr val="00B050"/>
                </a:solidFill>
              </a:rPr>
              <a:t>Reset - Reconexão</a:t>
            </a:r>
            <a:endParaRPr sz="2200">
              <a:solidFill>
                <a:srgbClr val="00B050"/>
              </a:solidFill>
            </a:endParaRPr>
          </a:p>
          <a:p>
            <a:pPr indent="-368300" lvl="0" marL="457200" rtl="0" algn="l">
              <a:lnSpc>
                <a:spcPct val="100000"/>
              </a:lnSpc>
              <a:spcBef>
                <a:spcPts val="0"/>
              </a:spcBef>
              <a:spcAft>
                <a:spcPts val="0"/>
              </a:spcAft>
              <a:buClr>
                <a:srgbClr val="00B050"/>
              </a:buClr>
              <a:buSzPts val="2200"/>
              <a:buChar char="●"/>
            </a:pPr>
            <a:r>
              <a:rPr lang="pt-BR" sz="2200">
                <a:solidFill>
                  <a:srgbClr val="00B050"/>
                </a:solidFill>
              </a:rPr>
              <a:t>Manutenção</a:t>
            </a:r>
            <a:endParaRPr sz="2200">
              <a:solidFill>
                <a:srgbClr val="00B05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139"/>
          <p:cNvSpPr txBox="1"/>
          <p:nvPr>
            <p:ph type="title"/>
          </p:nvPr>
        </p:nvSpPr>
        <p:spPr>
          <a:xfrm>
            <a:off x="340200" y="565175"/>
            <a:ext cx="8463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pt-BR" sz="3200">
                <a:solidFill>
                  <a:srgbClr val="00B050"/>
                </a:solidFill>
                <a:latin typeface="Montserrat"/>
                <a:ea typeface="Montserrat"/>
                <a:cs typeface="Montserrat"/>
                <a:sym typeface="Montserrat"/>
              </a:rPr>
              <a:t>Conexão</a:t>
            </a:r>
            <a:endParaRPr sz="3200">
              <a:solidFill>
                <a:srgbClr val="00B050"/>
              </a:solidFill>
              <a:latin typeface="Montserrat"/>
              <a:ea typeface="Montserrat"/>
              <a:cs typeface="Montserrat"/>
              <a:sym typeface="Montserrat"/>
            </a:endParaRPr>
          </a:p>
          <a:p>
            <a:pPr indent="0" lvl="0" marL="0" rtl="0" algn="l">
              <a:spcBef>
                <a:spcPts val="0"/>
              </a:spcBef>
              <a:spcAft>
                <a:spcPts val="0"/>
              </a:spcAft>
              <a:buClr>
                <a:srgbClr val="000000"/>
              </a:buClr>
              <a:buSzPts val="1100"/>
              <a:buFont typeface="Arial"/>
              <a:buNone/>
            </a:pPr>
            <a:r>
              <a:t/>
            </a:r>
            <a:endParaRPr b="0" sz="21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lang="pt-BR" sz="2100">
                <a:solidFill>
                  <a:srgbClr val="00B050"/>
                </a:solidFill>
                <a:latin typeface="Montserrat"/>
                <a:ea typeface="Montserrat"/>
                <a:cs typeface="Montserrat"/>
                <a:sym typeface="Montserrat"/>
              </a:rPr>
              <a:t>Conexão</a:t>
            </a:r>
            <a:r>
              <a:rPr b="0" lang="pt-BR" sz="2100">
                <a:solidFill>
                  <a:srgbClr val="666666"/>
                </a:solidFill>
                <a:latin typeface="Montserrat Medium"/>
                <a:ea typeface="Montserrat Medium"/>
                <a:cs typeface="Montserrat Medium"/>
                <a:sym typeface="Montserrat Medium"/>
              </a:rPr>
              <a:t>: Fazer um novo amigo, de forma objetiva entendendo a persona. </a:t>
            </a:r>
            <a:r>
              <a:rPr lang="pt-BR" sz="2100">
                <a:solidFill>
                  <a:srgbClr val="666666"/>
                </a:solidFill>
                <a:latin typeface="Montserrat"/>
                <a:ea typeface="Montserrat"/>
                <a:cs typeface="Montserrat"/>
                <a:sym typeface="Montserrat"/>
              </a:rPr>
              <a:t>Acolher sem julgar ouvir o problema</a:t>
            </a:r>
            <a:r>
              <a:rPr b="0" lang="pt-BR" sz="2100">
                <a:solidFill>
                  <a:srgbClr val="666666"/>
                </a:solidFill>
                <a:latin typeface="Montserrat Medium"/>
                <a:ea typeface="Montserrat Medium"/>
                <a:cs typeface="Montserrat Medium"/>
                <a:sym typeface="Montserrat Medium"/>
              </a:rPr>
              <a:t>.</a:t>
            </a:r>
            <a:endParaRPr b="0" sz="21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t/>
            </a:r>
            <a:endParaRPr b="0" sz="21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b="0" lang="pt-BR" sz="2100">
                <a:solidFill>
                  <a:srgbClr val="666666"/>
                </a:solidFill>
                <a:latin typeface="Montserrat Medium"/>
                <a:ea typeface="Montserrat Medium"/>
                <a:cs typeface="Montserrat Medium"/>
                <a:sym typeface="Montserrat Medium"/>
              </a:rPr>
              <a:t>Ex: </a:t>
            </a:r>
            <a:endParaRPr b="0" sz="21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b="0" lang="pt-BR" sz="2100">
                <a:solidFill>
                  <a:srgbClr val="666666"/>
                </a:solidFill>
                <a:latin typeface="Montserrat Medium"/>
                <a:ea typeface="Montserrat Medium"/>
                <a:cs typeface="Montserrat Medium"/>
                <a:sym typeface="Montserrat Medium"/>
              </a:rPr>
              <a:t>“Fala Júlio, tudo na paz meu querido?”</a:t>
            </a:r>
            <a:endParaRPr b="0" sz="21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b="0" lang="pt-BR" sz="2100">
                <a:solidFill>
                  <a:srgbClr val="666666"/>
                </a:solidFill>
                <a:latin typeface="Montserrat Medium"/>
                <a:ea typeface="Montserrat Medium"/>
                <a:cs typeface="Montserrat Medium"/>
                <a:sym typeface="Montserrat Medium"/>
              </a:rPr>
              <a:t>“Olá Juliana, boa tarde! Prazer em conversar contigo!”</a:t>
            </a:r>
            <a:endParaRPr b="0" sz="21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t/>
            </a:r>
            <a:endParaRPr b="0" sz="21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b="0" lang="pt-BR" sz="1800">
                <a:solidFill>
                  <a:srgbClr val="666666"/>
                </a:solidFill>
                <a:latin typeface="Montserrat Medium"/>
                <a:ea typeface="Montserrat Medium"/>
                <a:cs typeface="Montserrat Medium"/>
                <a:sym typeface="Montserrat Medium"/>
              </a:rPr>
              <a:t>Com um discurso assim o cliente se sente especial, importante, algo mais pessoal, amigável e se conecta mais fácil.</a:t>
            </a:r>
            <a:endParaRPr b="0" sz="18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t/>
            </a:r>
            <a:endParaRPr b="0" sz="21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t/>
            </a:r>
            <a:endParaRPr b="0" sz="21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t/>
            </a:r>
            <a:endParaRPr b="0" sz="2100">
              <a:solidFill>
                <a:srgbClr val="666666"/>
              </a:solidFill>
              <a:latin typeface="Montserrat Medium"/>
              <a:ea typeface="Montserrat Medium"/>
              <a:cs typeface="Montserrat Medium"/>
              <a:sym typeface="Montserrat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140"/>
          <p:cNvSpPr txBox="1"/>
          <p:nvPr>
            <p:ph type="title"/>
          </p:nvPr>
        </p:nvSpPr>
        <p:spPr>
          <a:xfrm>
            <a:off x="340200" y="565175"/>
            <a:ext cx="8463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pt-BR" sz="3200">
                <a:solidFill>
                  <a:srgbClr val="00B050"/>
                </a:solidFill>
                <a:latin typeface="Montserrat"/>
                <a:ea typeface="Montserrat"/>
                <a:cs typeface="Montserrat"/>
                <a:sym typeface="Montserrat"/>
              </a:rPr>
              <a:t>Contexto</a:t>
            </a:r>
            <a:endParaRPr sz="3200">
              <a:solidFill>
                <a:srgbClr val="00B050"/>
              </a:solidFill>
              <a:latin typeface="Montserrat"/>
              <a:ea typeface="Montserrat"/>
              <a:cs typeface="Montserrat"/>
              <a:sym typeface="Montserrat"/>
            </a:endParaRPr>
          </a:p>
          <a:p>
            <a:pPr indent="0" lvl="0" marL="0" rtl="0" algn="l">
              <a:spcBef>
                <a:spcPts val="0"/>
              </a:spcBef>
              <a:spcAft>
                <a:spcPts val="0"/>
              </a:spcAft>
              <a:buClr>
                <a:srgbClr val="000000"/>
              </a:buClr>
              <a:buSzPts val="1100"/>
              <a:buFont typeface="Arial"/>
              <a:buNone/>
            </a:pPr>
            <a:r>
              <a:t/>
            </a:r>
            <a:endParaRPr b="0" sz="21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lang="pt-BR" sz="2100">
                <a:solidFill>
                  <a:srgbClr val="00B050"/>
                </a:solidFill>
                <a:latin typeface="Montserrat"/>
                <a:ea typeface="Montserrat"/>
                <a:cs typeface="Montserrat"/>
                <a:sym typeface="Montserrat"/>
              </a:rPr>
              <a:t>Contexto</a:t>
            </a:r>
            <a:r>
              <a:rPr b="0" lang="pt-BR" sz="2100">
                <a:solidFill>
                  <a:srgbClr val="666666"/>
                </a:solidFill>
                <a:latin typeface="Montserrat Medium"/>
                <a:ea typeface="Montserrat Medium"/>
                <a:cs typeface="Montserrat Medium"/>
                <a:sym typeface="Montserrat Medium"/>
              </a:rPr>
              <a:t>: Fazer a pessoa entender o seu objetivo de forma clara e direta. Por que você está falando com aquela pessoa!</a:t>
            </a:r>
            <a:endParaRPr b="0" sz="21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t/>
            </a:r>
            <a:endParaRPr b="0" sz="21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b="0" lang="pt-BR" sz="2100">
                <a:solidFill>
                  <a:srgbClr val="666666"/>
                </a:solidFill>
                <a:latin typeface="Montserrat Medium"/>
                <a:ea typeface="Montserrat Medium"/>
                <a:cs typeface="Montserrat Medium"/>
                <a:sym typeface="Montserrat Medium"/>
              </a:rPr>
              <a:t>Ex:</a:t>
            </a:r>
            <a:endParaRPr b="0" sz="21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b="0" lang="pt-BR" sz="1700">
                <a:solidFill>
                  <a:srgbClr val="666666"/>
                </a:solidFill>
                <a:latin typeface="Montserrat Medium"/>
                <a:ea typeface="Montserrat Medium"/>
                <a:cs typeface="Montserrat Medium"/>
                <a:sym typeface="Montserrat Medium"/>
              </a:rPr>
              <a:t>“Júlio, meu nome é Higor sou Diretor Comercial do Grupo Four Pixel, estou entrando em contato porque percebi que você precisa melhorar o atendimento da sua empresa, você se cadastrou em nosso site para nos contratar. </a:t>
            </a:r>
            <a:r>
              <a:rPr lang="pt-BR" sz="1700">
                <a:solidFill>
                  <a:srgbClr val="666666"/>
                </a:solidFill>
                <a:latin typeface="Montserrat"/>
                <a:ea typeface="Montserrat"/>
                <a:cs typeface="Montserrat"/>
                <a:sym typeface="Montserrat"/>
              </a:rPr>
              <a:t>Você se lembra?</a:t>
            </a:r>
            <a:r>
              <a:rPr b="0" lang="pt-BR" sz="1700">
                <a:solidFill>
                  <a:srgbClr val="666666"/>
                </a:solidFill>
                <a:latin typeface="Montserrat Medium"/>
                <a:ea typeface="Montserrat Medium"/>
                <a:cs typeface="Montserrat Medium"/>
                <a:sym typeface="Montserrat Medium"/>
              </a:rPr>
              <a:t>”</a:t>
            </a:r>
            <a:endParaRPr b="0" sz="17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t/>
            </a:r>
            <a:endParaRPr b="0" sz="17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b="0" lang="pt-BR" sz="1700">
                <a:solidFill>
                  <a:srgbClr val="666666"/>
                </a:solidFill>
                <a:latin typeface="Montserrat Medium"/>
                <a:ea typeface="Montserrat Medium"/>
                <a:cs typeface="Montserrat Medium"/>
                <a:sym typeface="Montserrat Medium"/>
              </a:rPr>
              <a:t>Você entrega o contexto e na sequência faça-o pensar se faz sentido a informação.</a:t>
            </a:r>
            <a:endParaRPr b="0" sz="17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t/>
            </a:r>
            <a:endParaRPr b="0" sz="21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t/>
            </a:r>
            <a:endParaRPr b="0" sz="21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t/>
            </a:r>
            <a:endParaRPr b="0" sz="2100">
              <a:solidFill>
                <a:srgbClr val="666666"/>
              </a:solidFill>
              <a:latin typeface="Montserrat Medium"/>
              <a:ea typeface="Montserrat Medium"/>
              <a:cs typeface="Montserrat Medium"/>
              <a:sym typeface="Montserrat Medium"/>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141"/>
          <p:cNvSpPr txBox="1"/>
          <p:nvPr>
            <p:ph type="title"/>
          </p:nvPr>
        </p:nvSpPr>
        <p:spPr>
          <a:xfrm>
            <a:off x="340200" y="565175"/>
            <a:ext cx="8463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pt-BR" sz="3200">
                <a:solidFill>
                  <a:srgbClr val="00B050"/>
                </a:solidFill>
                <a:latin typeface="Montserrat"/>
                <a:ea typeface="Montserrat"/>
                <a:cs typeface="Montserrat"/>
                <a:sym typeface="Montserrat"/>
              </a:rPr>
              <a:t>Relacionamento</a:t>
            </a:r>
            <a:endParaRPr sz="3200">
              <a:solidFill>
                <a:srgbClr val="00B050"/>
              </a:solidFill>
              <a:latin typeface="Montserrat"/>
              <a:ea typeface="Montserrat"/>
              <a:cs typeface="Montserrat"/>
              <a:sym typeface="Montserrat"/>
            </a:endParaRPr>
          </a:p>
          <a:p>
            <a:pPr indent="0" lvl="0" marL="0" rtl="0" algn="l">
              <a:spcBef>
                <a:spcPts val="0"/>
              </a:spcBef>
              <a:spcAft>
                <a:spcPts val="0"/>
              </a:spcAft>
              <a:buClr>
                <a:srgbClr val="000000"/>
              </a:buClr>
              <a:buSzPts val="1100"/>
              <a:buFont typeface="Arial"/>
              <a:buNone/>
            </a:pPr>
            <a:r>
              <a:t/>
            </a:r>
            <a:endParaRPr b="0" sz="21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lang="pt-BR" sz="2100">
                <a:solidFill>
                  <a:srgbClr val="00B050"/>
                </a:solidFill>
                <a:latin typeface="Montserrat"/>
                <a:ea typeface="Montserrat"/>
                <a:cs typeface="Montserrat"/>
                <a:sym typeface="Montserrat"/>
              </a:rPr>
              <a:t>Relacionamento</a:t>
            </a:r>
            <a:r>
              <a:rPr b="0" lang="pt-BR" sz="2100">
                <a:solidFill>
                  <a:srgbClr val="666666"/>
                </a:solidFill>
                <a:latin typeface="Montserrat Medium"/>
                <a:ea typeface="Montserrat Medium"/>
                <a:cs typeface="Montserrat Medium"/>
                <a:sym typeface="Montserrat Medium"/>
              </a:rPr>
              <a:t>: Engaje, entenda, conheça com quem está falando, qualifique essa pessoa. “Eu tenho uma solução para isso”.</a:t>
            </a:r>
            <a:endParaRPr b="0" sz="21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t/>
            </a:r>
            <a:endParaRPr b="0" sz="21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b="0" lang="pt-BR" sz="2100">
                <a:solidFill>
                  <a:srgbClr val="666666"/>
                </a:solidFill>
                <a:latin typeface="Montserrat Medium"/>
                <a:ea typeface="Montserrat Medium"/>
                <a:cs typeface="Montserrat Medium"/>
                <a:sym typeface="Montserrat Medium"/>
              </a:rPr>
              <a:t>Ex:</a:t>
            </a:r>
            <a:endParaRPr b="0" sz="21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b="0" lang="pt-BR" sz="1700">
                <a:solidFill>
                  <a:srgbClr val="666666"/>
                </a:solidFill>
                <a:latin typeface="Montserrat Medium"/>
                <a:ea typeface="Montserrat Medium"/>
                <a:cs typeface="Montserrat Medium"/>
                <a:sym typeface="Montserrat Medium"/>
              </a:rPr>
              <a:t>“Júlio, obrigado pela confirmação. Eu vejo que temos bastante a conversar mas eu preciso entender melhor seu cenário. Você atualmente tem uma empresa? Quantos atendentes </a:t>
            </a:r>
            <a:r>
              <a:rPr b="0" lang="pt-BR" sz="1700">
                <a:solidFill>
                  <a:srgbClr val="666666"/>
                </a:solidFill>
                <a:latin typeface="Montserrat Medium"/>
                <a:ea typeface="Montserrat Medium"/>
                <a:cs typeface="Montserrat Medium"/>
                <a:sym typeface="Montserrat Medium"/>
              </a:rPr>
              <a:t>têm</a:t>
            </a:r>
            <a:r>
              <a:rPr b="0" lang="pt-BR" sz="1700">
                <a:solidFill>
                  <a:srgbClr val="666666"/>
                </a:solidFill>
                <a:latin typeface="Montserrat Medium"/>
                <a:ea typeface="Montserrat Medium"/>
                <a:cs typeface="Montserrat Medium"/>
                <a:sym typeface="Montserrat Medium"/>
              </a:rPr>
              <a:t> no seu time?” </a:t>
            </a:r>
            <a:endParaRPr sz="1700">
              <a:solidFill>
                <a:srgbClr val="00B050"/>
              </a:solidFill>
              <a:latin typeface="Montserrat"/>
              <a:ea typeface="Montserrat"/>
              <a:cs typeface="Montserrat"/>
              <a:sym typeface="Montserrat"/>
            </a:endParaRPr>
          </a:p>
          <a:p>
            <a:pPr indent="0" lvl="0" marL="0" rtl="0" algn="l">
              <a:spcBef>
                <a:spcPts val="0"/>
              </a:spcBef>
              <a:spcAft>
                <a:spcPts val="0"/>
              </a:spcAft>
              <a:buClr>
                <a:srgbClr val="000000"/>
              </a:buClr>
              <a:buSzPts val="1100"/>
              <a:buFont typeface="Arial"/>
              <a:buNone/>
            </a:pPr>
            <a:r>
              <a:t/>
            </a:r>
            <a:endParaRPr b="0" sz="17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b="0" lang="pt-BR" sz="1700">
                <a:solidFill>
                  <a:srgbClr val="666666"/>
                </a:solidFill>
                <a:latin typeface="Montserrat Medium"/>
                <a:ea typeface="Montserrat Medium"/>
                <a:cs typeface="Montserrat Medium"/>
                <a:sym typeface="Montserrat Medium"/>
              </a:rPr>
              <a:t>Dessa forma conseguimos qualificar a pessoa para sabermos como lidar. Faça as melhores perguntas para entender, ajudar e facilitar o seu trabalho!</a:t>
            </a:r>
            <a:endParaRPr b="0" sz="17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t/>
            </a:r>
            <a:endParaRPr b="0" sz="21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t/>
            </a:r>
            <a:endParaRPr b="0" sz="21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t/>
            </a:r>
            <a:endParaRPr b="0" sz="2100">
              <a:solidFill>
                <a:srgbClr val="666666"/>
              </a:solidFill>
              <a:latin typeface="Montserrat Medium"/>
              <a:ea typeface="Montserrat Medium"/>
              <a:cs typeface="Montserrat Medium"/>
              <a:sym typeface="Montserrat Medium"/>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142"/>
          <p:cNvSpPr txBox="1"/>
          <p:nvPr>
            <p:ph type="title"/>
          </p:nvPr>
        </p:nvSpPr>
        <p:spPr>
          <a:xfrm>
            <a:off x="340200" y="565175"/>
            <a:ext cx="8463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pt-BR" sz="3100">
                <a:solidFill>
                  <a:srgbClr val="00B050"/>
                </a:solidFill>
                <a:latin typeface="Montserrat"/>
                <a:ea typeface="Montserrat"/>
                <a:cs typeface="Montserrat"/>
                <a:sym typeface="Montserrat"/>
              </a:rPr>
              <a:t>Pitch (Eu resolvo)</a:t>
            </a:r>
            <a:endParaRPr sz="3100">
              <a:solidFill>
                <a:srgbClr val="00B050"/>
              </a:solidFill>
              <a:latin typeface="Montserrat"/>
              <a:ea typeface="Montserrat"/>
              <a:cs typeface="Montserrat"/>
              <a:sym typeface="Montserrat"/>
            </a:endParaRPr>
          </a:p>
          <a:p>
            <a:pPr indent="0" lvl="0" marL="0" rtl="0" algn="l">
              <a:spcBef>
                <a:spcPts val="0"/>
              </a:spcBef>
              <a:spcAft>
                <a:spcPts val="0"/>
              </a:spcAft>
              <a:buClr>
                <a:srgbClr val="000000"/>
              </a:buClr>
              <a:buSzPts val="1100"/>
              <a:buFont typeface="Arial"/>
              <a:buNone/>
            </a:pPr>
            <a:r>
              <a:t/>
            </a:r>
            <a:endParaRPr b="0" sz="20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lang="pt-BR" sz="1700">
                <a:solidFill>
                  <a:srgbClr val="00B050"/>
                </a:solidFill>
                <a:latin typeface="Montserrat"/>
                <a:ea typeface="Montserrat"/>
                <a:cs typeface="Montserrat"/>
                <a:sym typeface="Montserrat"/>
              </a:rPr>
              <a:t>Pitch</a:t>
            </a:r>
            <a:r>
              <a:rPr b="0" lang="pt-BR" sz="1700">
                <a:solidFill>
                  <a:srgbClr val="666666"/>
                </a:solidFill>
                <a:latin typeface="Montserrat Medium"/>
                <a:ea typeface="Montserrat Medium"/>
                <a:cs typeface="Montserrat Medium"/>
                <a:sym typeface="Montserrat Medium"/>
              </a:rPr>
              <a:t>: Nosso discurso, apresentar melhor da nossa empresa, quem é você, o que faz, como pode ajudar o cliente e fazer nosso convite para o cliente tomar uma decisão. Seja comprar ou avaliar o atendimento!</a:t>
            </a:r>
            <a:endParaRPr b="0" sz="17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t/>
            </a:r>
            <a:endParaRPr b="0" sz="20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b="0" lang="pt-BR" sz="2000">
                <a:solidFill>
                  <a:srgbClr val="666666"/>
                </a:solidFill>
                <a:latin typeface="Montserrat Medium"/>
                <a:ea typeface="Montserrat Medium"/>
                <a:cs typeface="Montserrat Medium"/>
                <a:sym typeface="Montserrat Medium"/>
              </a:rPr>
              <a:t>Ex:</a:t>
            </a:r>
            <a:endParaRPr b="0" sz="20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b="0" lang="pt-BR" sz="1600">
                <a:solidFill>
                  <a:srgbClr val="666666"/>
                </a:solidFill>
                <a:latin typeface="Montserrat Medium"/>
                <a:ea typeface="Montserrat Medium"/>
                <a:cs typeface="Montserrat Medium"/>
                <a:sym typeface="Montserrat Medium"/>
              </a:rPr>
              <a:t>“Júlio, vou nos apresentar melhor para identificarmos o melhor caminho para ti, ok? Bom, como eu te disse (eu sou), (faço) e nossa solução (como funciona) vejo que no seu cenário (funciona para mim) tendo em vista que (funcionou para quem) então vejo que fazer da seguinte forma seja melhor. Faz sentido para você (resolvermos esse problema?) ” </a:t>
            </a:r>
            <a:endParaRPr sz="1600">
              <a:solidFill>
                <a:srgbClr val="00B050"/>
              </a:solidFill>
              <a:latin typeface="Montserrat"/>
              <a:ea typeface="Montserrat"/>
              <a:cs typeface="Montserrat"/>
              <a:sym typeface="Montserrat"/>
            </a:endParaRPr>
          </a:p>
          <a:p>
            <a:pPr indent="0" lvl="0" marL="0" rtl="0" algn="l">
              <a:spcBef>
                <a:spcPts val="0"/>
              </a:spcBef>
              <a:spcAft>
                <a:spcPts val="0"/>
              </a:spcAft>
              <a:buClr>
                <a:srgbClr val="000000"/>
              </a:buClr>
              <a:buSzPts val="1100"/>
              <a:buFont typeface="Arial"/>
              <a:buNone/>
            </a:pPr>
            <a:r>
              <a:t/>
            </a:r>
            <a:endParaRPr b="0" sz="16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b="0" lang="pt-BR" sz="1600">
                <a:solidFill>
                  <a:srgbClr val="666666"/>
                </a:solidFill>
                <a:latin typeface="Montserrat Medium"/>
                <a:ea typeface="Montserrat Medium"/>
                <a:cs typeface="Montserrat Medium"/>
                <a:sym typeface="Montserrat Medium"/>
              </a:rPr>
              <a:t>Dessa forma conseguimos agir diretamente na dor do cliente e </a:t>
            </a:r>
            <a:r>
              <a:rPr b="0" lang="pt-BR" sz="1600">
                <a:solidFill>
                  <a:srgbClr val="666666"/>
                </a:solidFill>
                <a:latin typeface="Montserrat Medium"/>
                <a:ea typeface="Montserrat Medium"/>
                <a:cs typeface="Montserrat Medium"/>
                <a:sym typeface="Montserrat Medium"/>
              </a:rPr>
              <a:t>surpreendê</a:t>
            </a:r>
            <a:r>
              <a:rPr b="0" lang="pt-BR" sz="1600">
                <a:solidFill>
                  <a:srgbClr val="666666"/>
                </a:solidFill>
                <a:latin typeface="Montserrat Medium"/>
                <a:ea typeface="Montserrat Medium"/>
                <a:cs typeface="Montserrat Medium"/>
                <a:sym typeface="Montserrat Medium"/>
              </a:rPr>
              <a:t>-lo.</a:t>
            </a:r>
            <a:endParaRPr b="0" sz="2000">
              <a:solidFill>
                <a:srgbClr val="666666"/>
              </a:solidFill>
              <a:latin typeface="Montserrat Medium"/>
              <a:ea typeface="Montserrat Medium"/>
              <a:cs typeface="Montserrat Medium"/>
              <a:sym typeface="Montserrat Medium"/>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143"/>
          <p:cNvSpPr txBox="1"/>
          <p:nvPr>
            <p:ph type="title"/>
          </p:nvPr>
        </p:nvSpPr>
        <p:spPr>
          <a:xfrm>
            <a:off x="340200" y="565175"/>
            <a:ext cx="8463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pt-BR" sz="3100">
                <a:solidFill>
                  <a:srgbClr val="00B050"/>
                </a:solidFill>
                <a:latin typeface="Montserrat"/>
                <a:ea typeface="Montserrat"/>
                <a:cs typeface="Montserrat"/>
                <a:sym typeface="Montserrat"/>
              </a:rPr>
              <a:t>Reset</a:t>
            </a:r>
            <a:endParaRPr sz="3100">
              <a:solidFill>
                <a:srgbClr val="00B050"/>
              </a:solidFill>
              <a:latin typeface="Montserrat"/>
              <a:ea typeface="Montserrat"/>
              <a:cs typeface="Montserrat"/>
              <a:sym typeface="Montserrat"/>
            </a:endParaRPr>
          </a:p>
          <a:p>
            <a:pPr indent="0" lvl="0" marL="0" rtl="0" algn="l">
              <a:spcBef>
                <a:spcPts val="0"/>
              </a:spcBef>
              <a:spcAft>
                <a:spcPts val="0"/>
              </a:spcAft>
              <a:buClr>
                <a:srgbClr val="000000"/>
              </a:buClr>
              <a:buSzPts val="1100"/>
              <a:buFont typeface="Arial"/>
              <a:buNone/>
            </a:pPr>
            <a:r>
              <a:t/>
            </a:r>
            <a:endParaRPr b="0" sz="20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lang="pt-BR" sz="1700">
                <a:solidFill>
                  <a:srgbClr val="00B050"/>
                </a:solidFill>
                <a:latin typeface="Montserrat"/>
                <a:ea typeface="Montserrat"/>
                <a:cs typeface="Montserrat"/>
                <a:sym typeface="Montserrat"/>
              </a:rPr>
              <a:t>Reset</a:t>
            </a:r>
            <a:r>
              <a:rPr b="0" lang="pt-BR" sz="1700">
                <a:solidFill>
                  <a:srgbClr val="666666"/>
                </a:solidFill>
                <a:latin typeface="Montserrat Medium"/>
                <a:ea typeface="Montserrat Medium"/>
                <a:cs typeface="Montserrat Medium"/>
                <a:sym typeface="Montserrat Medium"/>
              </a:rPr>
              <a:t>: Depois desse avalanche de informações e o melhor atendimento e conexão com o cliente ele vai levar um tempo para raciocinar. Depois de um pitch o cliente tende a concordar ou não, isso até de fato decidir</a:t>
            </a:r>
            <a:endParaRPr b="0" sz="17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t/>
            </a:r>
            <a:endParaRPr b="0" sz="20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b="0" lang="pt-BR" sz="2000">
                <a:solidFill>
                  <a:srgbClr val="666666"/>
                </a:solidFill>
                <a:latin typeface="Montserrat Medium"/>
                <a:ea typeface="Montserrat Medium"/>
                <a:cs typeface="Montserrat Medium"/>
                <a:sym typeface="Montserrat Medium"/>
              </a:rPr>
              <a:t>Ex:</a:t>
            </a:r>
            <a:endParaRPr b="0" sz="20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b="0" lang="pt-BR" sz="1600">
                <a:solidFill>
                  <a:srgbClr val="666666"/>
                </a:solidFill>
                <a:latin typeface="Montserrat Medium"/>
                <a:ea typeface="Montserrat Medium"/>
                <a:cs typeface="Montserrat Medium"/>
                <a:sym typeface="Montserrat Medium"/>
              </a:rPr>
              <a:t>“Júlio, você acredita que não faça sentido você melhorar o atendimento da sua empresa com um ecossistema completo pra ti e continuar gerindo isso manualmente?” </a:t>
            </a:r>
            <a:endParaRPr sz="1600">
              <a:solidFill>
                <a:srgbClr val="00B050"/>
              </a:solidFill>
              <a:latin typeface="Montserrat"/>
              <a:ea typeface="Montserrat"/>
              <a:cs typeface="Montserrat"/>
              <a:sym typeface="Montserrat"/>
            </a:endParaRPr>
          </a:p>
          <a:p>
            <a:pPr indent="0" lvl="0" marL="0" rtl="0" algn="l">
              <a:spcBef>
                <a:spcPts val="0"/>
              </a:spcBef>
              <a:spcAft>
                <a:spcPts val="0"/>
              </a:spcAft>
              <a:buClr>
                <a:srgbClr val="000000"/>
              </a:buClr>
              <a:buSzPts val="1100"/>
              <a:buFont typeface="Arial"/>
              <a:buNone/>
            </a:pPr>
            <a:r>
              <a:t/>
            </a:r>
            <a:endParaRPr b="0" sz="16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b="0" lang="pt-BR" sz="1600">
                <a:solidFill>
                  <a:srgbClr val="666666"/>
                </a:solidFill>
                <a:latin typeface="Montserrat Medium"/>
                <a:ea typeface="Montserrat Medium"/>
                <a:cs typeface="Montserrat Medium"/>
                <a:sym typeface="Montserrat Medium"/>
              </a:rPr>
              <a:t>O cliente repensará em todas as justificativas que está se dando para responder ao próprio cérebro aquele comando, assim que ele responder e ver que nós podemos ajudar, ele ficará pensativo em fase de decisão.</a:t>
            </a:r>
            <a:endParaRPr b="0" sz="2000">
              <a:solidFill>
                <a:srgbClr val="666666"/>
              </a:solidFill>
              <a:latin typeface="Montserrat Medium"/>
              <a:ea typeface="Montserrat Medium"/>
              <a:cs typeface="Montserrat Medium"/>
              <a:sym typeface="Montserrat Medium"/>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144"/>
          <p:cNvSpPr txBox="1"/>
          <p:nvPr>
            <p:ph type="title"/>
          </p:nvPr>
        </p:nvSpPr>
        <p:spPr>
          <a:xfrm>
            <a:off x="340200" y="565175"/>
            <a:ext cx="8463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pt-BR" sz="3100">
                <a:solidFill>
                  <a:srgbClr val="00B050"/>
                </a:solidFill>
                <a:latin typeface="Montserrat"/>
                <a:ea typeface="Montserrat"/>
                <a:cs typeface="Montserrat"/>
                <a:sym typeface="Montserrat"/>
              </a:rPr>
              <a:t>Manutenção</a:t>
            </a:r>
            <a:endParaRPr sz="3100">
              <a:solidFill>
                <a:srgbClr val="00B050"/>
              </a:solidFill>
              <a:latin typeface="Montserrat"/>
              <a:ea typeface="Montserrat"/>
              <a:cs typeface="Montserrat"/>
              <a:sym typeface="Montserrat"/>
            </a:endParaRPr>
          </a:p>
          <a:p>
            <a:pPr indent="0" lvl="0" marL="0" rtl="0" algn="l">
              <a:spcBef>
                <a:spcPts val="0"/>
              </a:spcBef>
              <a:spcAft>
                <a:spcPts val="0"/>
              </a:spcAft>
              <a:buClr>
                <a:srgbClr val="000000"/>
              </a:buClr>
              <a:buSzPts val="1100"/>
              <a:buFont typeface="Arial"/>
              <a:buNone/>
            </a:pPr>
            <a:r>
              <a:t/>
            </a:r>
            <a:endParaRPr b="0" sz="20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lang="pt-BR" sz="1700">
                <a:solidFill>
                  <a:srgbClr val="00B050"/>
                </a:solidFill>
                <a:latin typeface="Montserrat"/>
                <a:ea typeface="Montserrat"/>
                <a:cs typeface="Montserrat"/>
                <a:sym typeface="Montserrat"/>
              </a:rPr>
              <a:t>Manutenção</a:t>
            </a:r>
            <a:r>
              <a:rPr b="0" lang="pt-BR" sz="1700">
                <a:solidFill>
                  <a:srgbClr val="666666"/>
                </a:solidFill>
                <a:latin typeface="Montserrat Medium"/>
                <a:ea typeface="Montserrat Medium"/>
                <a:cs typeface="Montserrat Medium"/>
                <a:sym typeface="Montserrat Medium"/>
              </a:rPr>
              <a:t>: Agora que o cliente está com a dúvida mantenha seu pitch, mude o foco, pergunte, engaje, pergunte da empresa dele, como vendem, o que faz e etc. Depois de entender o cenário… </a:t>
            </a:r>
            <a:r>
              <a:rPr lang="pt-BR" sz="1700">
                <a:solidFill>
                  <a:srgbClr val="666666"/>
                </a:solidFill>
                <a:latin typeface="Montserrat"/>
                <a:ea typeface="Montserrat"/>
                <a:cs typeface="Montserrat"/>
                <a:sym typeface="Montserrat"/>
              </a:rPr>
              <a:t>CHAMADA PARA AÇÃO</a:t>
            </a:r>
            <a:endParaRPr sz="1700">
              <a:solidFill>
                <a:srgbClr val="666666"/>
              </a:solidFill>
              <a:latin typeface="Montserrat"/>
              <a:ea typeface="Montserrat"/>
              <a:cs typeface="Montserrat"/>
              <a:sym typeface="Montserrat"/>
            </a:endParaRPr>
          </a:p>
          <a:p>
            <a:pPr indent="0" lvl="0" marL="0" rtl="0" algn="l">
              <a:spcBef>
                <a:spcPts val="0"/>
              </a:spcBef>
              <a:spcAft>
                <a:spcPts val="0"/>
              </a:spcAft>
              <a:buClr>
                <a:srgbClr val="000000"/>
              </a:buClr>
              <a:buSzPts val="1100"/>
              <a:buFont typeface="Arial"/>
              <a:buNone/>
            </a:pPr>
            <a:r>
              <a:t/>
            </a:r>
            <a:endParaRPr b="0" sz="15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b="0" lang="pt-BR" sz="1800">
                <a:solidFill>
                  <a:srgbClr val="666666"/>
                </a:solidFill>
                <a:latin typeface="Montserrat Medium"/>
                <a:ea typeface="Montserrat Medium"/>
                <a:cs typeface="Montserrat Medium"/>
                <a:sym typeface="Montserrat Medium"/>
              </a:rPr>
              <a:t>Ex:</a:t>
            </a:r>
            <a:endParaRPr b="0" sz="18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b="0" lang="pt-BR" sz="1400">
                <a:solidFill>
                  <a:srgbClr val="666666"/>
                </a:solidFill>
                <a:latin typeface="Montserrat Medium"/>
                <a:ea typeface="Montserrat Medium"/>
                <a:cs typeface="Montserrat Medium"/>
                <a:sym typeface="Montserrat Medium"/>
              </a:rPr>
              <a:t>“Júlio, fiquei feliz de conhecer melhor do seu negócio, mas me conta melhor hoje qual perfil de cliente você atende, qual o segmento, como estão as expectativas? (Deixa ele falar tudo percebeu que encerrará. Ação!) Júlio, então já posso te mandar o link para se cadastrar e começarmos hoje já? ” </a:t>
            </a:r>
            <a:endParaRPr sz="1400">
              <a:solidFill>
                <a:srgbClr val="00B050"/>
              </a:solidFill>
              <a:latin typeface="Montserrat"/>
              <a:ea typeface="Montserrat"/>
              <a:cs typeface="Montserrat"/>
              <a:sym typeface="Montserrat"/>
            </a:endParaRPr>
          </a:p>
          <a:p>
            <a:pPr indent="0" lvl="0" marL="0" rtl="0" algn="l">
              <a:spcBef>
                <a:spcPts val="0"/>
              </a:spcBef>
              <a:spcAft>
                <a:spcPts val="0"/>
              </a:spcAft>
              <a:buClr>
                <a:srgbClr val="000000"/>
              </a:buClr>
              <a:buSzPts val="1100"/>
              <a:buFont typeface="Arial"/>
              <a:buNone/>
            </a:pPr>
            <a:r>
              <a:t/>
            </a:r>
            <a:endParaRPr b="0" sz="14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b="0" lang="pt-BR" sz="1400">
                <a:solidFill>
                  <a:srgbClr val="666666"/>
                </a:solidFill>
                <a:latin typeface="Montserrat Medium"/>
                <a:ea typeface="Montserrat Medium"/>
                <a:cs typeface="Montserrat Medium"/>
                <a:sym typeface="Montserrat Medium"/>
              </a:rPr>
              <a:t>O cliente repensará em todas as justificativas que está se dando para responder ao próprio cérebro aquele comando, assim que ele responder e ver que nós podemos ajudar, ele ficará pensativo em fase de decisão.</a:t>
            </a:r>
            <a:endParaRPr b="0" sz="1800">
              <a:solidFill>
                <a:srgbClr val="666666"/>
              </a:solidFill>
              <a:latin typeface="Montserrat Medium"/>
              <a:ea typeface="Montserrat Medium"/>
              <a:cs typeface="Montserrat Medium"/>
              <a:sym typeface="Montserrat Medium"/>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145"/>
          <p:cNvSpPr txBox="1"/>
          <p:nvPr>
            <p:ph type="title"/>
          </p:nvPr>
        </p:nvSpPr>
        <p:spPr>
          <a:xfrm>
            <a:off x="340200" y="565175"/>
            <a:ext cx="8463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pt-BR" sz="3100">
                <a:solidFill>
                  <a:srgbClr val="00B050"/>
                </a:solidFill>
                <a:latin typeface="Montserrat"/>
                <a:ea typeface="Montserrat"/>
                <a:cs typeface="Montserrat"/>
                <a:sym typeface="Montserrat"/>
              </a:rPr>
              <a:t>E se o cliente não tem um problema?</a:t>
            </a:r>
            <a:endParaRPr sz="3100">
              <a:solidFill>
                <a:srgbClr val="00B050"/>
              </a:solidFill>
              <a:latin typeface="Montserrat"/>
              <a:ea typeface="Montserrat"/>
              <a:cs typeface="Montserrat"/>
              <a:sym typeface="Montserrat"/>
            </a:endParaRPr>
          </a:p>
          <a:p>
            <a:pPr indent="0" lvl="0" marL="0" rtl="0" algn="l">
              <a:spcBef>
                <a:spcPts val="0"/>
              </a:spcBef>
              <a:spcAft>
                <a:spcPts val="0"/>
              </a:spcAft>
              <a:buClr>
                <a:srgbClr val="000000"/>
              </a:buClr>
              <a:buSzPts val="1100"/>
              <a:buFont typeface="Arial"/>
              <a:buNone/>
            </a:pPr>
            <a:r>
              <a:t/>
            </a:r>
            <a:endParaRPr b="0" sz="20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rPr b="0" lang="pt-BR" sz="1400">
                <a:solidFill>
                  <a:srgbClr val="404040"/>
                </a:solidFill>
                <a:latin typeface="Montserrat Medium"/>
                <a:ea typeface="Montserrat Medium"/>
                <a:cs typeface="Montserrat Medium"/>
                <a:sym typeface="Montserrat Medium"/>
              </a:rPr>
              <a:t>Dificilmente não terá um problema a ser solucionado, mas se não tiver temos que </a:t>
            </a:r>
            <a:r>
              <a:rPr lang="pt-BR" sz="1400">
                <a:solidFill>
                  <a:srgbClr val="404040"/>
                </a:solidFill>
                <a:latin typeface="Montserrat"/>
                <a:ea typeface="Montserrat"/>
                <a:cs typeface="Montserrat"/>
                <a:sym typeface="Montserrat"/>
              </a:rPr>
              <a:t>criar cenários, utilizar a imaginação do cliente </a:t>
            </a:r>
            <a:r>
              <a:rPr b="0" lang="pt-BR" sz="1400">
                <a:solidFill>
                  <a:srgbClr val="404040"/>
                </a:solidFill>
                <a:latin typeface="Montserrat Medium"/>
                <a:ea typeface="Montserrat Medium"/>
                <a:cs typeface="Montserrat Medium"/>
                <a:sym typeface="Montserrat Medium"/>
              </a:rPr>
              <a:t>para ele ver o problema e a solução.</a:t>
            </a:r>
            <a:endParaRPr b="0" sz="1400">
              <a:solidFill>
                <a:srgbClr val="404040"/>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t/>
            </a:r>
            <a:endParaRPr b="0" sz="1400">
              <a:solidFill>
                <a:srgbClr val="404040"/>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t/>
            </a:r>
            <a:endParaRPr b="0" sz="1400">
              <a:solidFill>
                <a:srgbClr val="404040"/>
              </a:solidFill>
              <a:latin typeface="Montserrat Medium"/>
              <a:ea typeface="Montserrat Medium"/>
              <a:cs typeface="Montserrat Medium"/>
              <a:sym typeface="Montserrat Medium"/>
            </a:endParaRPr>
          </a:p>
          <a:p>
            <a:pPr indent="-317500" lvl="0" marL="457200" rtl="0" algn="l">
              <a:spcBef>
                <a:spcPts val="0"/>
              </a:spcBef>
              <a:spcAft>
                <a:spcPts val="0"/>
              </a:spcAft>
              <a:buClr>
                <a:srgbClr val="404040"/>
              </a:buClr>
              <a:buSzPts val="1400"/>
              <a:buFont typeface="Montserrat Medium"/>
              <a:buChar char="-"/>
            </a:pPr>
            <a:r>
              <a:rPr b="0" lang="pt-BR" sz="1400">
                <a:solidFill>
                  <a:srgbClr val="404040"/>
                </a:solidFill>
                <a:latin typeface="Montserrat Medium"/>
                <a:ea typeface="Montserrat Medium"/>
                <a:cs typeface="Montserrat Medium"/>
                <a:sym typeface="Montserrat Medium"/>
              </a:rPr>
              <a:t>Imagina você estar em casa almoçando com sua família e poder acompanhar o atendimento da sua empresa, que incrível não é? </a:t>
            </a:r>
            <a:endParaRPr b="0" sz="1400">
              <a:solidFill>
                <a:srgbClr val="404040"/>
              </a:solidFill>
              <a:latin typeface="Montserrat Medium"/>
              <a:ea typeface="Montserrat Medium"/>
              <a:cs typeface="Montserrat Medium"/>
              <a:sym typeface="Montserrat Medium"/>
            </a:endParaRPr>
          </a:p>
          <a:p>
            <a:pPr indent="0" lvl="0" marL="0" rtl="0" algn="l">
              <a:spcBef>
                <a:spcPts val="0"/>
              </a:spcBef>
              <a:spcAft>
                <a:spcPts val="0"/>
              </a:spcAft>
              <a:buNone/>
            </a:pPr>
            <a:r>
              <a:t/>
            </a:r>
            <a:endParaRPr b="0" sz="1400">
              <a:solidFill>
                <a:srgbClr val="404040"/>
              </a:solidFill>
              <a:latin typeface="Montserrat Medium"/>
              <a:ea typeface="Montserrat Medium"/>
              <a:cs typeface="Montserrat Medium"/>
              <a:sym typeface="Montserrat Medium"/>
            </a:endParaRPr>
          </a:p>
          <a:p>
            <a:pPr indent="-317500" lvl="0" marL="457200" rtl="0" algn="l">
              <a:spcBef>
                <a:spcPts val="0"/>
              </a:spcBef>
              <a:spcAft>
                <a:spcPts val="0"/>
              </a:spcAft>
              <a:buClr>
                <a:srgbClr val="404040"/>
              </a:buClr>
              <a:buSzPts val="1400"/>
              <a:buFont typeface="Montserrat Medium"/>
              <a:buChar char="-"/>
            </a:pPr>
            <a:r>
              <a:rPr b="0" lang="pt-BR" sz="1400">
                <a:solidFill>
                  <a:srgbClr val="404040"/>
                </a:solidFill>
                <a:latin typeface="Montserrat Medium"/>
                <a:ea typeface="Montserrat Medium"/>
                <a:cs typeface="Montserrat Medium"/>
                <a:sym typeface="Montserrat Medium"/>
              </a:rPr>
              <a:t>Já pensou tendo mais tempo para poder viajar com as pessoas que você ama tendo a certeza que a empresa está bem? É para isso que nós existimos</a:t>
            </a:r>
            <a:endParaRPr b="0" sz="1400">
              <a:solidFill>
                <a:srgbClr val="404040"/>
              </a:solidFill>
              <a:latin typeface="Montserrat Medium"/>
              <a:ea typeface="Montserrat Medium"/>
              <a:cs typeface="Montserrat Medium"/>
              <a:sym typeface="Montserrat Medium"/>
            </a:endParaRPr>
          </a:p>
          <a:p>
            <a:pPr indent="0" lvl="0" marL="0" rtl="0" algn="l">
              <a:spcBef>
                <a:spcPts val="0"/>
              </a:spcBef>
              <a:spcAft>
                <a:spcPts val="0"/>
              </a:spcAft>
              <a:buNone/>
            </a:pPr>
            <a:r>
              <a:t/>
            </a:r>
            <a:endParaRPr b="0" sz="1400">
              <a:solidFill>
                <a:srgbClr val="404040"/>
              </a:solidFill>
              <a:latin typeface="Montserrat Medium"/>
              <a:ea typeface="Montserrat Medium"/>
              <a:cs typeface="Montserrat Medium"/>
              <a:sym typeface="Montserrat Medium"/>
            </a:endParaRPr>
          </a:p>
          <a:p>
            <a:pPr indent="-317500" lvl="0" marL="457200" rtl="0" algn="l">
              <a:spcBef>
                <a:spcPts val="0"/>
              </a:spcBef>
              <a:spcAft>
                <a:spcPts val="0"/>
              </a:spcAft>
              <a:buClr>
                <a:srgbClr val="404040"/>
              </a:buClr>
              <a:buSzPts val="1400"/>
              <a:buFont typeface="Montserrat Medium"/>
              <a:buChar char="-"/>
            </a:pPr>
            <a:r>
              <a:rPr b="0" lang="pt-BR" sz="1400">
                <a:solidFill>
                  <a:srgbClr val="404040"/>
                </a:solidFill>
                <a:latin typeface="Montserrat Medium"/>
                <a:ea typeface="Montserrat Medium"/>
                <a:cs typeface="Montserrat Medium"/>
                <a:sym typeface="Montserrat Medium"/>
              </a:rPr>
              <a:t>Sabe quando você pensa “nossa, que sonho poder trabalhar de casa e não me preocupar com a minha equipe pois estou vendo tudo em tempo real?”</a:t>
            </a:r>
            <a:endParaRPr b="0" sz="1400">
              <a:solidFill>
                <a:srgbClr val="404040"/>
              </a:solidFill>
              <a:latin typeface="Montserrat Medium"/>
              <a:ea typeface="Montserrat Medium"/>
              <a:cs typeface="Montserrat Medium"/>
              <a:sym typeface="Montserrat Medium"/>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146"/>
          <p:cNvSpPr txBox="1"/>
          <p:nvPr>
            <p:ph type="title"/>
          </p:nvPr>
        </p:nvSpPr>
        <p:spPr>
          <a:xfrm>
            <a:off x="340200" y="565175"/>
            <a:ext cx="8463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pt-BR" sz="3100">
                <a:solidFill>
                  <a:srgbClr val="00B050"/>
                </a:solidFill>
                <a:latin typeface="Montserrat"/>
                <a:ea typeface="Montserrat"/>
                <a:cs typeface="Montserrat"/>
                <a:sym typeface="Montserrat"/>
              </a:rPr>
              <a:t>Recapitulando</a:t>
            </a:r>
            <a:endParaRPr sz="3100">
              <a:solidFill>
                <a:srgbClr val="00B050"/>
              </a:solidFill>
              <a:latin typeface="Montserrat"/>
              <a:ea typeface="Montserrat"/>
              <a:cs typeface="Montserrat"/>
              <a:sym typeface="Montserrat"/>
            </a:endParaRPr>
          </a:p>
          <a:p>
            <a:pPr indent="0" lvl="0" marL="0" rtl="0" algn="l">
              <a:spcBef>
                <a:spcPts val="0"/>
              </a:spcBef>
              <a:spcAft>
                <a:spcPts val="0"/>
              </a:spcAft>
              <a:buClr>
                <a:srgbClr val="000000"/>
              </a:buClr>
              <a:buSzPts val="1100"/>
              <a:buFont typeface="Arial"/>
              <a:buNone/>
            </a:pPr>
            <a:r>
              <a:t/>
            </a:r>
            <a:endParaRPr b="0" sz="20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t/>
            </a:r>
            <a:endParaRPr b="0" sz="20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t/>
            </a:r>
            <a:endParaRPr b="0" sz="2000">
              <a:solidFill>
                <a:srgbClr val="666666"/>
              </a:solidFill>
              <a:latin typeface="Montserrat Medium"/>
              <a:ea typeface="Montserrat Medium"/>
              <a:cs typeface="Montserrat Medium"/>
              <a:sym typeface="Montserrat Medium"/>
            </a:endParaRPr>
          </a:p>
          <a:p>
            <a:pPr indent="0" lvl="0" marL="457200" rtl="0" algn="l">
              <a:spcBef>
                <a:spcPts val="0"/>
              </a:spcBef>
              <a:spcAft>
                <a:spcPts val="0"/>
              </a:spcAft>
              <a:buNone/>
            </a:pPr>
            <a:r>
              <a:rPr b="0" lang="pt-BR" sz="1400">
                <a:solidFill>
                  <a:srgbClr val="404040"/>
                </a:solidFill>
                <a:latin typeface="Montserrat Medium"/>
                <a:ea typeface="Montserrat Medium"/>
                <a:cs typeface="Montserrat Medium"/>
                <a:sym typeface="Montserrat Medium"/>
              </a:rPr>
              <a:t>Contexto: Problema - Dor / Fear off Missing Out - MEDO! Mostrar que existe solução</a:t>
            </a:r>
            <a:endParaRPr b="0" sz="1400">
              <a:solidFill>
                <a:srgbClr val="404040"/>
              </a:solidFill>
              <a:latin typeface="Montserrat Medium"/>
              <a:ea typeface="Montserrat Medium"/>
              <a:cs typeface="Montserrat Medium"/>
              <a:sym typeface="Montserrat Medium"/>
            </a:endParaRPr>
          </a:p>
          <a:p>
            <a:pPr indent="0" lvl="0" marL="0" rtl="0" algn="l">
              <a:spcBef>
                <a:spcPts val="0"/>
              </a:spcBef>
              <a:spcAft>
                <a:spcPts val="0"/>
              </a:spcAft>
              <a:buNone/>
            </a:pPr>
            <a:r>
              <a:t/>
            </a:r>
            <a:endParaRPr b="0" sz="1400">
              <a:solidFill>
                <a:srgbClr val="404040"/>
              </a:solidFill>
              <a:latin typeface="Montserrat Medium"/>
              <a:ea typeface="Montserrat Medium"/>
              <a:cs typeface="Montserrat Medium"/>
              <a:sym typeface="Montserrat Medium"/>
            </a:endParaRPr>
          </a:p>
          <a:p>
            <a:pPr indent="0" lvl="0" marL="457200" rtl="0" algn="l">
              <a:spcBef>
                <a:spcPts val="0"/>
              </a:spcBef>
              <a:spcAft>
                <a:spcPts val="0"/>
              </a:spcAft>
              <a:buNone/>
            </a:pPr>
            <a:r>
              <a:rPr b="0" lang="pt-BR" sz="1400">
                <a:solidFill>
                  <a:srgbClr val="404040"/>
                </a:solidFill>
                <a:latin typeface="Montserrat Medium"/>
                <a:ea typeface="Montserrat Medium"/>
                <a:cs typeface="Montserrat Medium"/>
                <a:sym typeface="Montserrat Medium"/>
              </a:rPr>
              <a:t>Conexão: Relembrar a dor, problema e relembrar a solução</a:t>
            </a:r>
            <a:endParaRPr b="0" sz="1400">
              <a:solidFill>
                <a:srgbClr val="404040"/>
              </a:solidFill>
              <a:latin typeface="Montserrat Medium"/>
              <a:ea typeface="Montserrat Medium"/>
              <a:cs typeface="Montserrat Medium"/>
              <a:sym typeface="Montserrat Medium"/>
            </a:endParaRPr>
          </a:p>
          <a:p>
            <a:pPr indent="0" lvl="0" marL="457200" rtl="0" algn="l">
              <a:spcBef>
                <a:spcPts val="0"/>
              </a:spcBef>
              <a:spcAft>
                <a:spcPts val="0"/>
              </a:spcAft>
              <a:buNone/>
            </a:pPr>
            <a:r>
              <a:t/>
            </a:r>
            <a:endParaRPr b="0" sz="1400">
              <a:solidFill>
                <a:srgbClr val="404040"/>
              </a:solidFill>
              <a:latin typeface="Montserrat Medium"/>
              <a:ea typeface="Montserrat Medium"/>
              <a:cs typeface="Montserrat Medium"/>
              <a:sym typeface="Montserrat Medium"/>
            </a:endParaRPr>
          </a:p>
          <a:p>
            <a:pPr indent="0" lvl="0" marL="457200" rtl="0" algn="l">
              <a:spcBef>
                <a:spcPts val="0"/>
              </a:spcBef>
              <a:spcAft>
                <a:spcPts val="0"/>
              </a:spcAft>
              <a:buNone/>
            </a:pPr>
            <a:r>
              <a:rPr b="0" lang="pt-BR" sz="1400">
                <a:solidFill>
                  <a:srgbClr val="404040"/>
                </a:solidFill>
                <a:latin typeface="Montserrat Medium"/>
                <a:ea typeface="Montserrat Medium"/>
                <a:cs typeface="Montserrat Medium"/>
                <a:sym typeface="Montserrat Medium"/>
              </a:rPr>
              <a:t>Pitch: Seu discurso</a:t>
            </a:r>
            <a:endParaRPr b="0" sz="1400">
              <a:solidFill>
                <a:srgbClr val="404040"/>
              </a:solidFill>
              <a:latin typeface="Montserrat Medium"/>
              <a:ea typeface="Montserrat Medium"/>
              <a:cs typeface="Montserrat Medium"/>
              <a:sym typeface="Montserrat Medium"/>
            </a:endParaRPr>
          </a:p>
          <a:p>
            <a:pPr indent="0" lvl="0" marL="457200" rtl="0" algn="l">
              <a:spcBef>
                <a:spcPts val="0"/>
              </a:spcBef>
              <a:spcAft>
                <a:spcPts val="0"/>
              </a:spcAft>
              <a:buNone/>
            </a:pPr>
            <a:r>
              <a:t/>
            </a:r>
            <a:endParaRPr b="0" sz="1400">
              <a:solidFill>
                <a:srgbClr val="404040"/>
              </a:solidFill>
              <a:latin typeface="Montserrat Medium"/>
              <a:ea typeface="Montserrat Medium"/>
              <a:cs typeface="Montserrat Medium"/>
              <a:sym typeface="Montserrat Medium"/>
            </a:endParaRPr>
          </a:p>
          <a:p>
            <a:pPr indent="0" lvl="0" marL="457200" rtl="0" algn="l">
              <a:spcBef>
                <a:spcPts val="0"/>
              </a:spcBef>
              <a:spcAft>
                <a:spcPts val="0"/>
              </a:spcAft>
              <a:buNone/>
            </a:pPr>
            <a:r>
              <a:rPr b="0" lang="pt-BR" sz="1400">
                <a:solidFill>
                  <a:srgbClr val="404040"/>
                </a:solidFill>
                <a:latin typeface="Montserrat Medium"/>
                <a:ea typeface="Montserrat Medium"/>
                <a:cs typeface="Montserrat Medium"/>
                <a:sym typeface="Montserrat Medium"/>
              </a:rPr>
              <a:t>Como é com o problema Vs Sem o problema</a:t>
            </a:r>
            <a:endParaRPr b="0" sz="1400">
              <a:solidFill>
                <a:srgbClr val="404040"/>
              </a:solidFill>
              <a:latin typeface="Montserrat Medium"/>
              <a:ea typeface="Montserrat Medium"/>
              <a:cs typeface="Montserrat Medium"/>
              <a:sym typeface="Montserrat Medium"/>
            </a:endParaRPr>
          </a:p>
          <a:p>
            <a:pPr indent="0" lvl="0" marL="457200" rtl="0" algn="l">
              <a:spcBef>
                <a:spcPts val="0"/>
              </a:spcBef>
              <a:spcAft>
                <a:spcPts val="0"/>
              </a:spcAft>
              <a:buNone/>
            </a:pPr>
            <a:r>
              <a:t/>
            </a:r>
            <a:endParaRPr b="0" sz="1400">
              <a:solidFill>
                <a:srgbClr val="404040"/>
              </a:solidFill>
              <a:latin typeface="Montserrat Medium"/>
              <a:ea typeface="Montserrat Medium"/>
              <a:cs typeface="Montserrat Medium"/>
              <a:sym typeface="Montserrat Medium"/>
            </a:endParaRPr>
          </a:p>
          <a:p>
            <a:pPr indent="0" lvl="0" marL="457200" rtl="0" algn="l">
              <a:spcBef>
                <a:spcPts val="0"/>
              </a:spcBef>
              <a:spcAft>
                <a:spcPts val="0"/>
              </a:spcAft>
              <a:buNone/>
            </a:pPr>
            <a:r>
              <a:rPr b="0" lang="pt-BR" sz="1400">
                <a:solidFill>
                  <a:srgbClr val="404040"/>
                </a:solidFill>
                <a:latin typeface="Montserrat Medium"/>
                <a:ea typeface="Montserrat Medium"/>
                <a:cs typeface="Montserrat Medium"/>
                <a:sym typeface="Montserrat Medium"/>
              </a:rPr>
              <a:t>CTA: O que o cliente vai tomar de decisão? </a:t>
            </a:r>
            <a:endParaRPr b="0" sz="1400">
              <a:solidFill>
                <a:srgbClr val="404040"/>
              </a:solidFill>
              <a:latin typeface="Montserrat Medium"/>
              <a:ea typeface="Montserrat Medium"/>
              <a:cs typeface="Montserrat Medium"/>
              <a:sym typeface="Montserrat Medium"/>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52" name="Shape 752"/>
        <p:cNvGrpSpPr/>
        <p:nvPr/>
      </p:nvGrpSpPr>
      <p:grpSpPr>
        <a:xfrm>
          <a:off x="0" y="0"/>
          <a:ext cx="0" cy="0"/>
          <a:chOff x="0" y="0"/>
          <a:chExt cx="0" cy="0"/>
        </a:xfrm>
      </p:grpSpPr>
      <p:sp>
        <p:nvSpPr>
          <p:cNvPr id="753" name="Google Shape;753;p147"/>
          <p:cNvSpPr txBox="1"/>
          <p:nvPr/>
        </p:nvSpPr>
        <p:spPr>
          <a:xfrm>
            <a:off x="269375" y="7577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descr="The Wolf of Wall Street&#10;O Lobo de Wall Street" id="754" name="Google Shape;754;p147" title="Lobo Wall Street - Venda Ações Tostão">
            <a:hlinkClick r:id="rId4"/>
          </p:cNvPr>
          <p:cNvPicPr preferRelativeResize="0"/>
          <p:nvPr/>
        </p:nvPicPr>
        <p:blipFill>
          <a:blip r:embed="rId5">
            <a:alphaModFix/>
          </a:blip>
          <a:stretch>
            <a:fillRect/>
          </a:stretch>
        </p:blipFill>
        <p:spPr>
          <a:xfrm>
            <a:off x="2089775" y="910625"/>
            <a:ext cx="4964425" cy="3723325"/>
          </a:xfrm>
          <a:prstGeom prst="rect">
            <a:avLst/>
          </a:prstGeom>
          <a:noFill/>
          <a:ln>
            <a:noFill/>
          </a:ln>
        </p:spPr>
      </p:pic>
      <p:sp>
        <p:nvSpPr>
          <p:cNvPr id="755" name="Google Shape;755;p147"/>
          <p:cNvSpPr/>
          <p:nvPr/>
        </p:nvSpPr>
        <p:spPr>
          <a:xfrm>
            <a:off x="1994825" y="910650"/>
            <a:ext cx="5176200" cy="3654000"/>
          </a:xfrm>
          <a:prstGeom prst="rect">
            <a:avLst/>
          </a:prstGeom>
          <a:noFill/>
          <a:ln cap="flat" cmpd="sng" w="228600">
            <a:solidFill>
              <a:srgbClr val="00B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4"/>
                                        </p:tgtEl>
                                        <p:attrNameLst>
                                          <p:attrName>style.visibility</p:attrName>
                                        </p:attrNameLst>
                                      </p:cBhvr>
                                      <p:to>
                                        <p:strVal val="visible"/>
                                      </p:to>
                                    </p:set>
                                    <p:animEffect filter="fade" transition="in">
                                      <p:cBhvr>
                                        <p:cTn dur="1000"/>
                                        <p:tgtEl>
                                          <p:spTgt spid="7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59" name="Shape 759"/>
        <p:cNvGrpSpPr/>
        <p:nvPr/>
      </p:nvGrpSpPr>
      <p:grpSpPr>
        <a:xfrm>
          <a:off x="0" y="0"/>
          <a:ext cx="0" cy="0"/>
          <a:chOff x="0" y="0"/>
          <a:chExt cx="0" cy="0"/>
        </a:xfrm>
      </p:grpSpPr>
      <p:sp>
        <p:nvSpPr>
          <p:cNvPr id="760" name="Google Shape;760;p148"/>
          <p:cNvSpPr txBox="1"/>
          <p:nvPr>
            <p:ph type="title"/>
          </p:nvPr>
        </p:nvSpPr>
        <p:spPr>
          <a:xfrm>
            <a:off x="504475" y="1946700"/>
            <a:ext cx="8084700" cy="1319700"/>
          </a:xfrm>
          <a:prstGeom prst="rect">
            <a:avLst/>
          </a:prstGeom>
        </p:spPr>
        <p:txBody>
          <a:bodyPr anchorCtr="0" anchor="ctr" bIns="45700" lIns="91425" spcFirstLastPara="1" rIns="91425" wrap="square" tIns="45700">
            <a:noAutofit/>
          </a:bodyPr>
          <a:lstStyle/>
          <a:p>
            <a:pPr indent="0" lvl="0" marL="457200" rtl="0" algn="ctr">
              <a:lnSpc>
                <a:spcPct val="100000"/>
              </a:lnSpc>
              <a:spcBef>
                <a:spcPts val="0"/>
              </a:spcBef>
              <a:spcAft>
                <a:spcPts val="0"/>
              </a:spcAft>
              <a:buNone/>
            </a:pPr>
            <a:r>
              <a:rPr b="1" lang="pt-BR" sz="3000">
                <a:solidFill>
                  <a:schemeClr val="lt1"/>
                </a:solidFill>
                <a:latin typeface="Montserrat"/>
                <a:ea typeface="Montserrat"/>
                <a:cs typeface="Montserrat"/>
                <a:sym typeface="Montserrat"/>
              </a:rPr>
              <a:t>4. Propósito, Código, Missão</a:t>
            </a:r>
            <a:endParaRPr b="1" sz="3000">
              <a:solidFill>
                <a:schemeClr val="lt1"/>
              </a:solidFill>
              <a:latin typeface="Montserrat"/>
              <a:ea typeface="Montserrat"/>
              <a:cs typeface="Montserrat"/>
              <a:sym typeface="Montserrat"/>
            </a:endParaRPr>
          </a:p>
        </p:txBody>
      </p:sp>
      <p:sp>
        <p:nvSpPr>
          <p:cNvPr id="761" name="Google Shape;761;p148"/>
          <p:cNvSpPr txBox="1"/>
          <p:nvPr>
            <p:ph type="title"/>
          </p:nvPr>
        </p:nvSpPr>
        <p:spPr>
          <a:xfrm>
            <a:off x="504475" y="2811959"/>
            <a:ext cx="8084700" cy="318000"/>
          </a:xfrm>
          <a:prstGeom prst="rect">
            <a:avLst/>
          </a:prstGeom>
        </p:spPr>
        <p:txBody>
          <a:bodyPr anchorCtr="0" anchor="ctr" bIns="45700" lIns="91425" spcFirstLastPara="1" rIns="91425" wrap="square" tIns="45700">
            <a:noAutofit/>
          </a:bodyPr>
          <a:lstStyle/>
          <a:p>
            <a:pPr indent="0" lvl="0" marL="457200" rtl="0" algn="ctr">
              <a:lnSpc>
                <a:spcPct val="100000"/>
              </a:lnSpc>
              <a:spcBef>
                <a:spcPts val="0"/>
              </a:spcBef>
              <a:spcAft>
                <a:spcPts val="0"/>
              </a:spcAft>
              <a:buNone/>
            </a:pPr>
            <a:r>
              <a:rPr b="1" lang="pt-BR" sz="1200">
                <a:solidFill>
                  <a:schemeClr val="lt1"/>
                </a:solidFill>
                <a:latin typeface="Montserrat"/>
                <a:ea typeface="Montserrat"/>
                <a:cs typeface="Montserrat"/>
                <a:sym typeface="Montserrat"/>
              </a:rPr>
              <a:t>P</a:t>
            </a:r>
            <a:r>
              <a:rPr b="1" lang="pt-BR" sz="1200">
                <a:solidFill>
                  <a:schemeClr val="lt1"/>
                </a:solidFill>
                <a:latin typeface="Montserrat"/>
                <a:ea typeface="Montserrat"/>
                <a:cs typeface="Montserrat"/>
                <a:sym typeface="Montserrat"/>
              </a:rPr>
              <a:t>rimícias, valores e conduta</a:t>
            </a:r>
            <a:endParaRPr sz="1300">
              <a:solidFill>
                <a:schemeClr val="lt1"/>
              </a:solidFill>
              <a:latin typeface="Montserrat ExtraBold"/>
              <a:ea typeface="Montserrat ExtraBold"/>
              <a:cs typeface="Montserrat ExtraBold"/>
              <a:sym typeface="Montserrat ExtraBo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149"/>
          <p:cNvSpPr txBox="1"/>
          <p:nvPr>
            <p:ph type="title"/>
          </p:nvPr>
        </p:nvSpPr>
        <p:spPr>
          <a:xfrm>
            <a:off x="340200" y="565175"/>
            <a:ext cx="8463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pt-BR" sz="3100">
                <a:solidFill>
                  <a:srgbClr val="00B050"/>
                </a:solidFill>
                <a:latin typeface="Montserrat"/>
                <a:ea typeface="Montserrat"/>
                <a:cs typeface="Montserrat"/>
                <a:sym typeface="Montserrat"/>
              </a:rPr>
              <a:t>Propósito</a:t>
            </a:r>
            <a:endParaRPr sz="3100">
              <a:solidFill>
                <a:srgbClr val="00B050"/>
              </a:solidFill>
              <a:latin typeface="Montserrat"/>
              <a:ea typeface="Montserrat"/>
              <a:cs typeface="Montserrat"/>
              <a:sym typeface="Montserrat"/>
            </a:endParaRPr>
          </a:p>
          <a:p>
            <a:pPr indent="0" lvl="0" marL="0" rtl="0" algn="l">
              <a:spcBef>
                <a:spcPts val="0"/>
              </a:spcBef>
              <a:spcAft>
                <a:spcPts val="0"/>
              </a:spcAft>
              <a:buClr>
                <a:srgbClr val="000000"/>
              </a:buClr>
              <a:buSzPts val="1100"/>
              <a:buFont typeface="Arial"/>
              <a:buNone/>
            </a:pPr>
            <a:r>
              <a:t/>
            </a:r>
            <a:endParaRPr b="0" sz="20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t/>
            </a:r>
            <a:endParaRPr b="0" sz="20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t/>
            </a:r>
            <a:endParaRPr b="0" sz="2000">
              <a:solidFill>
                <a:srgbClr val="666666"/>
              </a:solidFill>
              <a:latin typeface="Montserrat Medium"/>
              <a:ea typeface="Montserrat Medium"/>
              <a:cs typeface="Montserrat Medium"/>
              <a:sym typeface="Montserrat Medium"/>
            </a:endParaRPr>
          </a:p>
          <a:p>
            <a:pPr indent="0" lvl="0" marL="457200" rtl="0" algn="l">
              <a:spcBef>
                <a:spcPts val="0"/>
              </a:spcBef>
              <a:spcAft>
                <a:spcPts val="0"/>
              </a:spcAft>
              <a:buNone/>
            </a:pPr>
            <a:r>
              <a:t/>
            </a:r>
            <a:endParaRPr b="0" sz="1400">
              <a:solidFill>
                <a:srgbClr val="404040"/>
              </a:solidFill>
              <a:latin typeface="Montserrat Medium"/>
              <a:ea typeface="Montserrat Medium"/>
              <a:cs typeface="Montserrat Medium"/>
              <a:sym typeface="Montserrat Medium"/>
            </a:endParaRPr>
          </a:p>
        </p:txBody>
      </p:sp>
      <p:sp>
        <p:nvSpPr>
          <p:cNvPr id="767" name="Google Shape;767;p149"/>
          <p:cNvSpPr txBox="1"/>
          <p:nvPr>
            <p:ph type="title"/>
          </p:nvPr>
        </p:nvSpPr>
        <p:spPr>
          <a:xfrm>
            <a:off x="400725" y="1390525"/>
            <a:ext cx="8463600" cy="32688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sz="1400">
              <a:solidFill>
                <a:srgbClr val="404040"/>
              </a:solidFill>
              <a:latin typeface="Montserrat"/>
              <a:ea typeface="Montserrat"/>
              <a:cs typeface="Montserrat"/>
              <a:sym typeface="Montserrat"/>
            </a:endParaRPr>
          </a:p>
          <a:p>
            <a:pPr indent="0" lvl="0" marL="457200" rtl="0" algn="l">
              <a:spcBef>
                <a:spcPts val="0"/>
              </a:spcBef>
              <a:spcAft>
                <a:spcPts val="0"/>
              </a:spcAft>
              <a:buNone/>
            </a:pPr>
            <a:r>
              <a:t/>
            </a:r>
            <a:endParaRPr sz="1400">
              <a:solidFill>
                <a:srgbClr val="404040"/>
              </a:solidFill>
              <a:latin typeface="Montserrat"/>
              <a:ea typeface="Montserrat"/>
              <a:cs typeface="Montserrat"/>
              <a:sym typeface="Montserrat"/>
            </a:endParaRPr>
          </a:p>
          <a:p>
            <a:pPr indent="0" lvl="0" marL="457200" rtl="0" algn="l">
              <a:spcBef>
                <a:spcPts val="0"/>
              </a:spcBef>
              <a:spcAft>
                <a:spcPts val="0"/>
              </a:spcAft>
              <a:buNone/>
            </a:pPr>
            <a:r>
              <a:rPr lang="pt-BR" sz="1400">
                <a:solidFill>
                  <a:srgbClr val="404040"/>
                </a:solidFill>
                <a:latin typeface="Montserrat"/>
                <a:ea typeface="Montserrat"/>
                <a:cs typeface="Montserrat"/>
                <a:sym typeface="Montserrat"/>
              </a:rPr>
              <a:t>“O nosso propósito é gerar um diferencial competitivo para o nosso cliente, fazê-lo se sentir bem atendido e resolver o problema a qualquer custo através de tecnologia” </a:t>
            </a:r>
            <a:endParaRPr sz="1400">
              <a:solidFill>
                <a:srgbClr val="404040"/>
              </a:solidFill>
              <a:latin typeface="Montserrat"/>
              <a:ea typeface="Montserrat"/>
              <a:cs typeface="Montserrat"/>
              <a:sym typeface="Montserrat"/>
            </a:endParaRPr>
          </a:p>
          <a:p>
            <a:pPr indent="0" lvl="0" marL="457200" rtl="0" algn="l">
              <a:spcBef>
                <a:spcPts val="0"/>
              </a:spcBef>
              <a:spcAft>
                <a:spcPts val="0"/>
              </a:spcAft>
              <a:buNone/>
            </a:pPr>
            <a:r>
              <a:t/>
            </a:r>
            <a:endParaRPr sz="1400">
              <a:solidFill>
                <a:srgbClr val="404040"/>
              </a:solidFill>
              <a:latin typeface="Montserrat"/>
              <a:ea typeface="Montserrat"/>
              <a:cs typeface="Montserrat"/>
              <a:sym typeface="Montserrat"/>
            </a:endParaRPr>
          </a:p>
          <a:p>
            <a:pPr indent="0" lvl="0" marL="457200" rtl="0" algn="r">
              <a:spcBef>
                <a:spcPts val="0"/>
              </a:spcBef>
              <a:spcAft>
                <a:spcPts val="0"/>
              </a:spcAft>
              <a:buNone/>
            </a:pPr>
            <a:r>
              <a:rPr lang="pt-BR" sz="1400">
                <a:solidFill>
                  <a:srgbClr val="404040"/>
                </a:solidFill>
                <a:latin typeface="Montserrat"/>
                <a:ea typeface="Montserrat"/>
                <a:cs typeface="Montserrat"/>
                <a:sym typeface="Montserrat"/>
              </a:rPr>
              <a:t>Cesar Baleco - CEO do Grupo.</a:t>
            </a:r>
            <a:endParaRPr sz="1400">
              <a:solidFill>
                <a:srgbClr val="404040"/>
              </a:solidFill>
              <a:latin typeface="Montserrat"/>
              <a:ea typeface="Montserrat"/>
              <a:cs typeface="Montserrat"/>
              <a:sym typeface="Montserrat"/>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50"/>
          <p:cNvSpPr txBox="1"/>
          <p:nvPr>
            <p:ph type="title"/>
          </p:nvPr>
        </p:nvSpPr>
        <p:spPr>
          <a:xfrm>
            <a:off x="340200" y="713500"/>
            <a:ext cx="8463600" cy="5727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000000"/>
              </a:buClr>
              <a:buSzPts val="1100"/>
              <a:buFont typeface="Arial"/>
              <a:buNone/>
            </a:pPr>
            <a:r>
              <a:rPr lang="pt-BR">
                <a:solidFill>
                  <a:srgbClr val="00B050"/>
                </a:solidFill>
                <a:latin typeface="Montserrat"/>
                <a:ea typeface="Montserrat"/>
                <a:cs typeface="Montserrat"/>
                <a:sym typeface="Montserrat"/>
              </a:rPr>
              <a:t>MISSÃO</a:t>
            </a:r>
            <a:endParaRPr>
              <a:solidFill>
                <a:srgbClr val="666666"/>
              </a:solidFill>
              <a:latin typeface="Montserrat"/>
              <a:ea typeface="Montserrat"/>
              <a:cs typeface="Montserrat"/>
              <a:sym typeface="Montserrat"/>
            </a:endParaRPr>
          </a:p>
        </p:txBody>
      </p:sp>
      <p:sp>
        <p:nvSpPr>
          <p:cNvPr id="773" name="Google Shape;773;p150"/>
          <p:cNvSpPr txBox="1"/>
          <p:nvPr/>
        </p:nvSpPr>
        <p:spPr>
          <a:xfrm>
            <a:off x="399500" y="1747975"/>
            <a:ext cx="8432700" cy="4440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t/>
            </a:r>
            <a:endParaRPr sz="1800">
              <a:solidFill>
                <a:srgbClr val="0C487B"/>
              </a:solidFill>
              <a:latin typeface="Open Sans"/>
              <a:ea typeface="Open Sans"/>
              <a:cs typeface="Open Sans"/>
              <a:sym typeface="Open Sans"/>
            </a:endParaRPr>
          </a:p>
        </p:txBody>
      </p:sp>
      <p:sp>
        <p:nvSpPr>
          <p:cNvPr id="774" name="Google Shape;774;p150"/>
          <p:cNvSpPr txBox="1"/>
          <p:nvPr>
            <p:ph type="title"/>
          </p:nvPr>
        </p:nvSpPr>
        <p:spPr>
          <a:xfrm>
            <a:off x="384050" y="1966119"/>
            <a:ext cx="8463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pt-BR" sz="2000">
                <a:solidFill>
                  <a:srgbClr val="666666"/>
                </a:solidFill>
                <a:latin typeface="Montserrat"/>
                <a:ea typeface="Montserrat"/>
                <a:cs typeface="Montserrat"/>
                <a:sym typeface="Montserrat"/>
              </a:rPr>
              <a:t>Nos </a:t>
            </a:r>
            <a:r>
              <a:rPr lang="pt-BR" sz="2000">
                <a:solidFill>
                  <a:srgbClr val="00B050"/>
                </a:solidFill>
                <a:latin typeface="Montserrat"/>
                <a:ea typeface="Montserrat"/>
                <a:cs typeface="Montserrat"/>
                <a:sym typeface="Montserrat"/>
              </a:rPr>
              <a:t>conectar </a:t>
            </a:r>
            <a:r>
              <a:rPr lang="pt-BR" sz="2000">
                <a:solidFill>
                  <a:srgbClr val="666666"/>
                </a:solidFill>
                <a:latin typeface="Montserrat"/>
                <a:ea typeface="Montserrat"/>
                <a:cs typeface="Montserrat"/>
                <a:sym typeface="Montserrat"/>
              </a:rPr>
              <a:t>com os clientes com a melhor experiência possível para que confiem em nós, nos conheçam e se permitam fazer parte do nosso cotidiano!</a:t>
            </a:r>
            <a:endParaRPr sz="2000">
              <a:solidFill>
                <a:srgbClr val="666666"/>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
                                            <p:txEl>
                                              <p:pRg end="0" st="0"/>
                                            </p:txEl>
                                          </p:spTgt>
                                        </p:tgtEl>
                                        <p:attrNameLst>
                                          <p:attrName>style.visibility</p:attrName>
                                        </p:attrNameLst>
                                      </p:cBhvr>
                                      <p:to>
                                        <p:strVal val="visible"/>
                                      </p:to>
                                    </p:set>
                                    <p:animEffect filter="fade" transition="in">
                                      <p:cBhvr>
                                        <p:cTn dur="1000"/>
                                        <p:tgtEl>
                                          <p:spTgt spid="7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
                                        </p:tgtEl>
                                        <p:attrNameLst>
                                          <p:attrName>style.visibility</p:attrName>
                                        </p:attrNameLst>
                                      </p:cBhvr>
                                      <p:to>
                                        <p:strVal val="visible"/>
                                      </p:to>
                                    </p:set>
                                    <p:animEffect filter="fade" transition="in">
                                      <p:cBhvr>
                                        <p:cTn dur="1000"/>
                                        <p:tgtEl>
                                          <p:spTgt spid="7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151"/>
          <p:cNvSpPr txBox="1"/>
          <p:nvPr>
            <p:ph type="title"/>
          </p:nvPr>
        </p:nvSpPr>
        <p:spPr>
          <a:xfrm>
            <a:off x="340200" y="565175"/>
            <a:ext cx="8463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pt-BR" sz="3100">
                <a:solidFill>
                  <a:srgbClr val="00B050"/>
                </a:solidFill>
                <a:latin typeface="Montserrat"/>
                <a:ea typeface="Montserrat"/>
                <a:cs typeface="Montserrat"/>
                <a:sym typeface="Montserrat"/>
              </a:rPr>
              <a:t>Código</a:t>
            </a:r>
            <a:endParaRPr sz="3100">
              <a:solidFill>
                <a:srgbClr val="00B050"/>
              </a:solidFill>
              <a:latin typeface="Montserrat"/>
              <a:ea typeface="Montserrat"/>
              <a:cs typeface="Montserrat"/>
              <a:sym typeface="Montserrat"/>
            </a:endParaRPr>
          </a:p>
          <a:p>
            <a:pPr indent="0" lvl="0" marL="0" rtl="0" algn="l">
              <a:spcBef>
                <a:spcPts val="0"/>
              </a:spcBef>
              <a:spcAft>
                <a:spcPts val="0"/>
              </a:spcAft>
              <a:buClr>
                <a:srgbClr val="000000"/>
              </a:buClr>
              <a:buSzPts val="1100"/>
              <a:buFont typeface="Arial"/>
              <a:buNone/>
            </a:pPr>
            <a:r>
              <a:t/>
            </a:r>
            <a:endParaRPr b="0" sz="20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t/>
            </a:r>
            <a:endParaRPr b="0" sz="2000">
              <a:solidFill>
                <a:srgbClr val="666666"/>
              </a:solidFill>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t/>
            </a:r>
            <a:endParaRPr b="0" sz="2000">
              <a:solidFill>
                <a:srgbClr val="666666"/>
              </a:solidFill>
              <a:latin typeface="Montserrat Medium"/>
              <a:ea typeface="Montserrat Medium"/>
              <a:cs typeface="Montserrat Medium"/>
              <a:sym typeface="Montserrat Medium"/>
            </a:endParaRPr>
          </a:p>
          <a:p>
            <a:pPr indent="0" lvl="0" marL="457200" rtl="0" algn="l">
              <a:spcBef>
                <a:spcPts val="0"/>
              </a:spcBef>
              <a:spcAft>
                <a:spcPts val="0"/>
              </a:spcAft>
              <a:buNone/>
            </a:pPr>
            <a:r>
              <a:t/>
            </a:r>
            <a:endParaRPr b="0" sz="1400">
              <a:solidFill>
                <a:srgbClr val="404040"/>
              </a:solidFill>
              <a:latin typeface="Montserrat Medium"/>
              <a:ea typeface="Montserrat Medium"/>
              <a:cs typeface="Montserrat Medium"/>
              <a:sym typeface="Montserrat Medium"/>
            </a:endParaRPr>
          </a:p>
        </p:txBody>
      </p:sp>
      <p:sp>
        <p:nvSpPr>
          <p:cNvPr id="780" name="Google Shape;780;p151"/>
          <p:cNvSpPr txBox="1"/>
          <p:nvPr>
            <p:ph type="title"/>
          </p:nvPr>
        </p:nvSpPr>
        <p:spPr>
          <a:xfrm>
            <a:off x="400725" y="1390525"/>
            <a:ext cx="8463600" cy="3268800"/>
          </a:xfrm>
          <a:prstGeom prst="rect">
            <a:avLst/>
          </a:prstGeom>
        </p:spPr>
        <p:txBody>
          <a:bodyPr anchorCtr="0" anchor="t" bIns="91425" lIns="91425" spcFirstLastPara="1" rIns="91425" wrap="square" tIns="91425">
            <a:noAutofit/>
          </a:bodyPr>
          <a:lstStyle/>
          <a:p>
            <a:pPr indent="-317500" lvl="0" marL="457200" rtl="0" algn="l">
              <a:lnSpc>
                <a:spcPct val="200000"/>
              </a:lnSpc>
              <a:spcBef>
                <a:spcPts val="0"/>
              </a:spcBef>
              <a:spcAft>
                <a:spcPts val="0"/>
              </a:spcAft>
              <a:buClr>
                <a:srgbClr val="404040"/>
              </a:buClr>
              <a:buSzPts val="1400"/>
              <a:buFont typeface="Montserrat Medium"/>
              <a:buChar char="-"/>
            </a:pPr>
            <a:r>
              <a:rPr b="0" lang="pt-BR" sz="1400">
                <a:solidFill>
                  <a:srgbClr val="404040"/>
                </a:solidFill>
                <a:latin typeface="Montserrat Medium"/>
                <a:ea typeface="Montserrat Medium"/>
                <a:cs typeface="Montserrat Medium"/>
                <a:sym typeface="Montserrat Medium"/>
              </a:rPr>
              <a:t>Nosso DNA exige uma conduta de transparente com o cliente e com a empresa</a:t>
            </a:r>
            <a:endParaRPr b="0" sz="1400">
              <a:solidFill>
                <a:srgbClr val="404040"/>
              </a:solidFill>
              <a:latin typeface="Montserrat Medium"/>
              <a:ea typeface="Montserrat Medium"/>
              <a:cs typeface="Montserrat Medium"/>
              <a:sym typeface="Montserrat Medium"/>
            </a:endParaRPr>
          </a:p>
          <a:p>
            <a:pPr indent="-317500" lvl="0" marL="457200" rtl="0" algn="l">
              <a:lnSpc>
                <a:spcPct val="200000"/>
              </a:lnSpc>
              <a:spcBef>
                <a:spcPts val="0"/>
              </a:spcBef>
              <a:spcAft>
                <a:spcPts val="0"/>
              </a:spcAft>
              <a:buClr>
                <a:srgbClr val="404040"/>
              </a:buClr>
              <a:buSzPts val="1400"/>
              <a:buFont typeface="Montserrat Medium"/>
              <a:buChar char="-"/>
            </a:pPr>
            <a:r>
              <a:rPr b="0" lang="pt-BR" sz="1400">
                <a:solidFill>
                  <a:srgbClr val="404040"/>
                </a:solidFill>
                <a:latin typeface="Montserrat Medium"/>
                <a:ea typeface="Montserrat Medium"/>
                <a:cs typeface="Montserrat Medium"/>
                <a:sym typeface="Montserrat Medium"/>
              </a:rPr>
              <a:t>Atendimento e cordialidade com excelência</a:t>
            </a:r>
            <a:endParaRPr b="0" sz="1400">
              <a:solidFill>
                <a:srgbClr val="404040"/>
              </a:solidFill>
              <a:latin typeface="Montserrat Medium"/>
              <a:ea typeface="Montserrat Medium"/>
              <a:cs typeface="Montserrat Medium"/>
              <a:sym typeface="Montserrat Medium"/>
            </a:endParaRPr>
          </a:p>
          <a:p>
            <a:pPr indent="-317500" lvl="0" marL="457200" rtl="0" algn="l">
              <a:lnSpc>
                <a:spcPct val="200000"/>
              </a:lnSpc>
              <a:spcBef>
                <a:spcPts val="0"/>
              </a:spcBef>
              <a:spcAft>
                <a:spcPts val="0"/>
              </a:spcAft>
              <a:buClr>
                <a:srgbClr val="404040"/>
              </a:buClr>
              <a:buSzPts val="1400"/>
              <a:buFont typeface="Montserrat Medium"/>
              <a:buChar char="-"/>
            </a:pPr>
            <a:r>
              <a:rPr b="0" lang="pt-BR" sz="1400">
                <a:solidFill>
                  <a:srgbClr val="404040"/>
                </a:solidFill>
                <a:latin typeface="Montserrat Medium"/>
                <a:ea typeface="Montserrat Medium"/>
                <a:cs typeface="Montserrat Medium"/>
                <a:sym typeface="Montserrat Medium"/>
              </a:rPr>
              <a:t>Agilidade e mobilidade </a:t>
            </a:r>
            <a:endParaRPr b="0" sz="1400">
              <a:solidFill>
                <a:srgbClr val="404040"/>
              </a:solidFill>
              <a:latin typeface="Montserrat Medium"/>
              <a:ea typeface="Montserrat Medium"/>
              <a:cs typeface="Montserrat Medium"/>
              <a:sym typeface="Montserrat Medium"/>
            </a:endParaRPr>
          </a:p>
          <a:p>
            <a:pPr indent="-317500" lvl="0" marL="457200" rtl="0" algn="l">
              <a:lnSpc>
                <a:spcPct val="200000"/>
              </a:lnSpc>
              <a:spcBef>
                <a:spcPts val="0"/>
              </a:spcBef>
              <a:spcAft>
                <a:spcPts val="0"/>
              </a:spcAft>
              <a:buClr>
                <a:srgbClr val="404040"/>
              </a:buClr>
              <a:buSzPts val="1400"/>
              <a:buFont typeface="Montserrat Medium"/>
              <a:buChar char="-"/>
            </a:pPr>
            <a:r>
              <a:rPr b="0" lang="pt-BR" sz="1400">
                <a:solidFill>
                  <a:srgbClr val="404040"/>
                </a:solidFill>
                <a:latin typeface="Montserrat Medium"/>
                <a:ea typeface="Montserrat Medium"/>
                <a:cs typeface="Montserrat Medium"/>
                <a:sym typeface="Montserrat Medium"/>
              </a:rPr>
              <a:t>Todos os atendimentos tem solução</a:t>
            </a:r>
            <a:endParaRPr b="0" sz="1400">
              <a:solidFill>
                <a:srgbClr val="404040"/>
              </a:solidFill>
              <a:latin typeface="Montserrat Medium"/>
              <a:ea typeface="Montserrat Medium"/>
              <a:cs typeface="Montserrat Medium"/>
              <a:sym typeface="Montserrat Medium"/>
            </a:endParaRPr>
          </a:p>
          <a:p>
            <a:pPr indent="-317500" lvl="0" marL="457200" rtl="0" algn="l">
              <a:lnSpc>
                <a:spcPct val="200000"/>
              </a:lnSpc>
              <a:spcBef>
                <a:spcPts val="0"/>
              </a:spcBef>
              <a:spcAft>
                <a:spcPts val="0"/>
              </a:spcAft>
              <a:buClr>
                <a:srgbClr val="404040"/>
              </a:buClr>
              <a:buSzPts val="1400"/>
              <a:buFont typeface="Montserrat Medium"/>
              <a:buChar char="-"/>
            </a:pPr>
            <a:r>
              <a:rPr b="0" lang="pt-BR" sz="1400">
                <a:solidFill>
                  <a:srgbClr val="404040"/>
                </a:solidFill>
                <a:latin typeface="Montserrat Medium"/>
                <a:ea typeface="Montserrat Medium"/>
                <a:cs typeface="Montserrat Medium"/>
                <a:sym typeface="Montserrat Medium"/>
              </a:rPr>
              <a:t>Nunca abandonar o cliente ou deixá-lo sem atendimento</a:t>
            </a:r>
            <a:endParaRPr b="0" sz="1400">
              <a:solidFill>
                <a:srgbClr val="404040"/>
              </a:solidFill>
              <a:latin typeface="Montserrat Medium"/>
              <a:ea typeface="Montserrat Medium"/>
              <a:cs typeface="Montserrat Medium"/>
              <a:sym typeface="Montserrat Medium"/>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84" name="Shape 784"/>
        <p:cNvGrpSpPr/>
        <p:nvPr/>
      </p:nvGrpSpPr>
      <p:grpSpPr>
        <a:xfrm>
          <a:off x="0" y="0"/>
          <a:ext cx="0" cy="0"/>
          <a:chOff x="0" y="0"/>
          <a:chExt cx="0" cy="0"/>
        </a:xfrm>
      </p:grpSpPr>
      <p:sp>
        <p:nvSpPr>
          <p:cNvPr id="785" name="Google Shape;785;p152"/>
          <p:cNvSpPr txBox="1"/>
          <p:nvPr>
            <p:ph type="title"/>
          </p:nvPr>
        </p:nvSpPr>
        <p:spPr>
          <a:xfrm>
            <a:off x="529650" y="243624"/>
            <a:ext cx="8084700" cy="390900"/>
          </a:xfrm>
          <a:prstGeom prst="rect">
            <a:avLst/>
          </a:prstGeom>
        </p:spPr>
        <p:txBody>
          <a:bodyPr anchorCtr="0" anchor="ctr" bIns="45700" lIns="91425" spcFirstLastPara="1" rIns="91425" wrap="square" tIns="45700">
            <a:noAutofit/>
          </a:bodyPr>
          <a:lstStyle/>
          <a:p>
            <a:pPr indent="0" lvl="0" marL="457200" rtl="0" algn="ctr">
              <a:lnSpc>
                <a:spcPct val="100000"/>
              </a:lnSpc>
              <a:spcBef>
                <a:spcPts val="0"/>
              </a:spcBef>
              <a:spcAft>
                <a:spcPts val="0"/>
              </a:spcAft>
              <a:buNone/>
            </a:pPr>
            <a:r>
              <a:rPr b="1" lang="pt-BR" sz="2800">
                <a:solidFill>
                  <a:schemeClr val="lt1"/>
                </a:solidFill>
                <a:latin typeface="Montserrat"/>
                <a:ea typeface="Montserrat"/>
                <a:cs typeface="Montserrat"/>
                <a:sym typeface="Montserrat"/>
              </a:rPr>
              <a:t>5- O que é missão?</a:t>
            </a:r>
            <a:endParaRPr b="1" sz="2800">
              <a:solidFill>
                <a:schemeClr val="lt1"/>
              </a:solidFill>
              <a:latin typeface="Montserrat"/>
              <a:ea typeface="Montserrat"/>
              <a:cs typeface="Montserrat"/>
              <a:sym typeface="Montserrat"/>
            </a:endParaRPr>
          </a:p>
        </p:txBody>
      </p:sp>
      <p:pic>
        <p:nvPicPr>
          <p:cNvPr id="786" name="Google Shape;786;p152" title="TEDx Brasil - Construindo uma Tropa de Elite   Paulo Storani  - Editado para Reuniões">
            <a:hlinkClick r:id="rId4"/>
          </p:cNvPr>
          <p:cNvPicPr preferRelativeResize="0"/>
          <p:nvPr/>
        </p:nvPicPr>
        <p:blipFill>
          <a:blip r:embed="rId5">
            <a:alphaModFix/>
          </a:blip>
          <a:stretch>
            <a:fillRect/>
          </a:stretch>
        </p:blipFill>
        <p:spPr>
          <a:xfrm>
            <a:off x="1841900" y="877700"/>
            <a:ext cx="5401950" cy="3156050"/>
          </a:xfrm>
          <a:prstGeom prst="rect">
            <a:avLst/>
          </a:prstGeom>
          <a:noFill/>
          <a:ln>
            <a:noFill/>
          </a:ln>
        </p:spPr>
      </p:pic>
      <p:sp>
        <p:nvSpPr>
          <p:cNvPr id="787" name="Google Shape;787;p152"/>
          <p:cNvSpPr txBox="1"/>
          <p:nvPr>
            <p:ph type="title"/>
          </p:nvPr>
        </p:nvSpPr>
        <p:spPr>
          <a:xfrm>
            <a:off x="638375" y="4123038"/>
            <a:ext cx="8084700" cy="390900"/>
          </a:xfrm>
          <a:prstGeom prst="rect">
            <a:avLst/>
          </a:prstGeom>
        </p:spPr>
        <p:txBody>
          <a:bodyPr anchorCtr="0" anchor="ctr" bIns="45700" lIns="91425" spcFirstLastPara="1" rIns="91425" wrap="square" tIns="45700">
            <a:noAutofit/>
          </a:bodyPr>
          <a:lstStyle/>
          <a:p>
            <a:pPr indent="0" lvl="0" marL="457200" rtl="0" algn="ctr">
              <a:lnSpc>
                <a:spcPct val="100000"/>
              </a:lnSpc>
              <a:spcBef>
                <a:spcPts val="0"/>
              </a:spcBef>
              <a:spcAft>
                <a:spcPts val="0"/>
              </a:spcAft>
              <a:buNone/>
            </a:pPr>
            <a:r>
              <a:rPr b="1" lang="pt-BR" sz="1400">
                <a:solidFill>
                  <a:schemeClr val="lt1"/>
                </a:solidFill>
                <a:latin typeface="Montserrat"/>
                <a:ea typeface="Montserrat"/>
                <a:cs typeface="Montserrat"/>
                <a:sym typeface="Montserrat"/>
              </a:rPr>
              <a:t>Paulo Storani - Ex Capitão do BOPE no qual foi inspirado o Cap. Nascimento</a:t>
            </a:r>
            <a:endParaRPr b="1" sz="1100">
              <a:solidFill>
                <a:schemeClr val="lt1"/>
              </a:solidFill>
              <a:latin typeface="Montserrat"/>
              <a:ea typeface="Montserrat"/>
              <a:cs typeface="Montserrat"/>
              <a:sym typeface="Montserrat"/>
            </a:endParaRPr>
          </a:p>
        </p:txBody>
      </p:sp>
      <p:sp>
        <p:nvSpPr>
          <p:cNvPr id="788" name="Google Shape;788;p152"/>
          <p:cNvSpPr/>
          <p:nvPr/>
        </p:nvSpPr>
        <p:spPr>
          <a:xfrm>
            <a:off x="1739975" y="910650"/>
            <a:ext cx="5460300" cy="3212400"/>
          </a:xfrm>
          <a:prstGeom prst="rect">
            <a:avLst/>
          </a:prstGeom>
          <a:noFill/>
          <a:ln cap="flat" cmpd="sng" w="228600">
            <a:solidFill>
              <a:srgbClr val="00B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6"/>
                                        </p:tgtEl>
                                        <p:attrNameLst>
                                          <p:attrName>style.visibility</p:attrName>
                                        </p:attrNameLst>
                                      </p:cBhvr>
                                      <p:to>
                                        <p:strVal val="visible"/>
                                      </p:to>
                                    </p:set>
                                    <p:animEffect filter="fade" transition="in">
                                      <p:cBhvr>
                                        <p:cTn dur="1000"/>
                                        <p:tgtEl>
                                          <p:spTgt spid="7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92" name="Shape 792"/>
        <p:cNvGrpSpPr/>
        <p:nvPr/>
      </p:nvGrpSpPr>
      <p:grpSpPr>
        <a:xfrm>
          <a:off x="0" y="0"/>
          <a:ext cx="0" cy="0"/>
          <a:chOff x="0" y="0"/>
          <a:chExt cx="0" cy="0"/>
        </a:xfrm>
      </p:grpSpPr>
      <p:sp>
        <p:nvSpPr>
          <p:cNvPr id="793" name="Google Shape;793;p153"/>
          <p:cNvSpPr txBox="1"/>
          <p:nvPr>
            <p:ph type="title"/>
          </p:nvPr>
        </p:nvSpPr>
        <p:spPr>
          <a:xfrm>
            <a:off x="504475" y="1946700"/>
            <a:ext cx="8084700" cy="1319700"/>
          </a:xfrm>
          <a:prstGeom prst="rect">
            <a:avLst/>
          </a:prstGeom>
        </p:spPr>
        <p:txBody>
          <a:bodyPr anchorCtr="0" anchor="ctr" bIns="45700" lIns="91425" spcFirstLastPara="1" rIns="91425" wrap="square" tIns="45700">
            <a:noAutofit/>
          </a:bodyPr>
          <a:lstStyle/>
          <a:p>
            <a:pPr indent="0" lvl="0" marL="457200" rtl="0" algn="ctr">
              <a:lnSpc>
                <a:spcPct val="100000"/>
              </a:lnSpc>
              <a:spcBef>
                <a:spcPts val="0"/>
              </a:spcBef>
              <a:spcAft>
                <a:spcPts val="0"/>
              </a:spcAft>
              <a:buNone/>
            </a:pPr>
            <a:r>
              <a:rPr b="1" lang="pt-BR" sz="3000">
                <a:solidFill>
                  <a:schemeClr val="lt1"/>
                </a:solidFill>
                <a:latin typeface="Montserrat"/>
                <a:ea typeface="Montserrat"/>
                <a:cs typeface="Montserrat"/>
                <a:sym typeface="Montserrat"/>
              </a:rPr>
              <a:t>6</a:t>
            </a:r>
            <a:r>
              <a:rPr b="1" lang="pt-BR" sz="3000">
                <a:solidFill>
                  <a:schemeClr val="lt1"/>
                </a:solidFill>
                <a:latin typeface="Montserrat"/>
                <a:ea typeface="Montserrat"/>
                <a:cs typeface="Montserrat"/>
                <a:sym typeface="Montserrat"/>
              </a:rPr>
              <a:t>. FIT Cliente ideal &amp; ICP</a:t>
            </a:r>
            <a:endParaRPr b="1" sz="3000">
              <a:solidFill>
                <a:schemeClr val="lt1"/>
              </a:solidFill>
              <a:latin typeface="Montserrat"/>
              <a:ea typeface="Montserrat"/>
              <a:cs typeface="Montserrat"/>
              <a:sym typeface="Montserrat"/>
            </a:endParaRPr>
          </a:p>
        </p:txBody>
      </p:sp>
      <p:sp>
        <p:nvSpPr>
          <p:cNvPr id="794" name="Google Shape;794;p153"/>
          <p:cNvSpPr txBox="1"/>
          <p:nvPr>
            <p:ph type="title"/>
          </p:nvPr>
        </p:nvSpPr>
        <p:spPr>
          <a:xfrm>
            <a:off x="504475" y="2811959"/>
            <a:ext cx="8084700" cy="318000"/>
          </a:xfrm>
          <a:prstGeom prst="rect">
            <a:avLst/>
          </a:prstGeom>
        </p:spPr>
        <p:txBody>
          <a:bodyPr anchorCtr="0" anchor="ctr" bIns="45700" lIns="91425" spcFirstLastPara="1" rIns="91425" wrap="square" tIns="45700">
            <a:noAutofit/>
          </a:bodyPr>
          <a:lstStyle/>
          <a:p>
            <a:pPr indent="0" lvl="0" marL="457200" rtl="0" algn="ctr">
              <a:lnSpc>
                <a:spcPct val="100000"/>
              </a:lnSpc>
              <a:spcBef>
                <a:spcPts val="0"/>
              </a:spcBef>
              <a:spcAft>
                <a:spcPts val="0"/>
              </a:spcAft>
              <a:buNone/>
            </a:pPr>
            <a:r>
              <a:rPr b="1" lang="pt-BR" sz="1200">
                <a:solidFill>
                  <a:schemeClr val="lt1"/>
                </a:solidFill>
                <a:latin typeface="Montserrat"/>
                <a:ea typeface="Montserrat"/>
                <a:cs typeface="Montserrat"/>
                <a:sym typeface="Montserrat"/>
              </a:rPr>
              <a:t>Qual o melhor perfil de cliente para atendermos?</a:t>
            </a:r>
            <a:endParaRPr sz="1300">
              <a:solidFill>
                <a:schemeClr val="lt1"/>
              </a:solidFill>
              <a:latin typeface="Montserrat ExtraBold"/>
              <a:ea typeface="Montserrat ExtraBold"/>
              <a:cs typeface="Montserrat ExtraBold"/>
              <a:sym typeface="Montserrat ExtraBo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15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solidFill>
                  <a:srgbClr val="00B050"/>
                </a:solidFill>
                <a:latin typeface="Montserrat"/>
                <a:ea typeface="Montserrat"/>
                <a:cs typeface="Montserrat"/>
                <a:sym typeface="Montserrat"/>
              </a:rPr>
              <a:t>O que é ICP?</a:t>
            </a:r>
            <a:endParaRPr>
              <a:solidFill>
                <a:srgbClr val="00B050"/>
              </a:solidFill>
              <a:latin typeface="Montserrat"/>
              <a:ea typeface="Montserrat"/>
              <a:cs typeface="Montserrat"/>
              <a:sym typeface="Montserrat"/>
            </a:endParaRPr>
          </a:p>
        </p:txBody>
      </p:sp>
      <p:sp>
        <p:nvSpPr>
          <p:cNvPr id="800" name="Google Shape;800;p154"/>
          <p:cNvSpPr txBox="1"/>
          <p:nvPr/>
        </p:nvSpPr>
        <p:spPr>
          <a:xfrm>
            <a:off x="311700" y="1370425"/>
            <a:ext cx="8520600" cy="309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pt-BR" sz="1500">
                <a:solidFill>
                  <a:srgbClr val="434343"/>
                </a:solidFill>
                <a:latin typeface="Montserrat SemiBold"/>
                <a:ea typeface="Montserrat SemiBold"/>
                <a:cs typeface="Montserrat SemiBold"/>
                <a:sym typeface="Montserrat SemiBold"/>
              </a:rPr>
              <a:t>Carinhosamente chamamos de </a:t>
            </a:r>
            <a:r>
              <a:rPr b="1" lang="pt-BR" sz="1500">
                <a:solidFill>
                  <a:srgbClr val="00B050"/>
                </a:solidFill>
                <a:latin typeface="Montserrat"/>
                <a:ea typeface="Montserrat"/>
                <a:cs typeface="Montserrat"/>
                <a:sym typeface="Montserrat"/>
              </a:rPr>
              <a:t>Indicador de Cliente Perfeito</a:t>
            </a:r>
            <a:r>
              <a:rPr lang="pt-BR" sz="1500">
                <a:solidFill>
                  <a:srgbClr val="434343"/>
                </a:solidFill>
                <a:latin typeface="Montserrat SemiBold"/>
                <a:ea typeface="Montserrat SemiBold"/>
                <a:cs typeface="Montserrat SemiBold"/>
                <a:sym typeface="Montserrat SemiBold"/>
              </a:rPr>
              <a:t>, não é uma regra mas um norte para entendermos quem seria o cliente perfeito.</a:t>
            </a:r>
            <a:endParaRPr sz="1500">
              <a:solidFill>
                <a:srgbClr val="434343"/>
              </a:solidFill>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1500">
              <a:solidFill>
                <a:srgbClr val="434343"/>
              </a:solidFill>
              <a:latin typeface="Montserrat SemiBold"/>
              <a:ea typeface="Montserrat SemiBold"/>
              <a:cs typeface="Montserrat SemiBold"/>
              <a:sym typeface="Montserrat SemiBold"/>
            </a:endParaRPr>
          </a:p>
          <a:p>
            <a:pPr indent="0" lvl="0" marL="0" rtl="0" algn="l">
              <a:spcBef>
                <a:spcPts val="0"/>
              </a:spcBef>
              <a:spcAft>
                <a:spcPts val="0"/>
              </a:spcAft>
              <a:buNone/>
            </a:pPr>
            <a:r>
              <a:rPr lang="pt-BR" sz="1500">
                <a:solidFill>
                  <a:srgbClr val="434343"/>
                </a:solidFill>
                <a:latin typeface="Montserrat SemiBold"/>
                <a:ea typeface="Montserrat SemiBold"/>
                <a:cs typeface="Montserrat SemiBold"/>
                <a:sym typeface="Montserrat SemiBold"/>
              </a:rPr>
              <a:t>Já que temos a oportunidade de escolher os clientes que gostaríamos de atender, podemos nos basear nisso para ver se o cliente tem </a:t>
            </a:r>
            <a:r>
              <a:rPr b="1" lang="pt-BR" sz="1500">
                <a:solidFill>
                  <a:srgbClr val="434343"/>
                </a:solidFill>
                <a:latin typeface="Montserrat"/>
                <a:ea typeface="Montserrat"/>
                <a:cs typeface="Montserrat"/>
                <a:sym typeface="Montserrat"/>
              </a:rPr>
              <a:t>FIT</a:t>
            </a:r>
            <a:r>
              <a:rPr lang="pt-BR" sz="1500">
                <a:solidFill>
                  <a:srgbClr val="434343"/>
                </a:solidFill>
                <a:latin typeface="Montserrat SemiBold"/>
                <a:ea typeface="Montserrat SemiBold"/>
                <a:cs typeface="Montserrat SemiBold"/>
                <a:sym typeface="Montserrat SemiBold"/>
              </a:rPr>
              <a:t>, se deu </a:t>
            </a:r>
            <a:r>
              <a:rPr b="1" lang="pt-BR" sz="1500">
                <a:solidFill>
                  <a:srgbClr val="434343"/>
                </a:solidFill>
                <a:latin typeface="Montserrat"/>
                <a:ea typeface="Montserrat"/>
                <a:cs typeface="Montserrat"/>
                <a:sym typeface="Montserrat"/>
              </a:rPr>
              <a:t>match</a:t>
            </a:r>
            <a:r>
              <a:rPr lang="pt-BR" sz="1500">
                <a:solidFill>
                  <a:srgbClr val="434343"/>
                </a:solidFill>
                <a:latin typeface="Montserrat SemiBold"/>
                <a:ea typeface="Montserrat SemiBold"/>
                <a:cs typeface="Montserrat SemiBold"/>
                <a:sym typeface="Montserrat SemiBold"/>
              </a:rPr>
              <a:t>, se é o que buscamos.</a:t>
            </a:r>
            <a:endParaRPr sz="1500">
              <a:solidFill>
                <a:srgbClr val="434343"/>
              </a:solidFill>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1500">
              <a:solidFill>
                <a:srgbClr val="434343"/>
              </a:solidFill>
              <a:latin typeface="Montserrat SemiBold"/>
              <a:ea typeface="Montserrat SemiBold"/>
              <a:cs typeface="Montserrat SemiBold"/>
              <a:sym typeface="Montserrat SemiBold"/>
            </a:endParaRPr>
          </a:p>
          <a:p>
            <a:pPr indent="0" lvl="0" marL="0" rtl="0" algn="l">
              <a:spcBef>
                <a:spcPts val="0"/>
              </a:spcBef>
              <a:spcAft>
                <a:spcPts val="0"/>
              </a:spcAft>
              <a:buNone/>
            </a:pPr>
            <a:r>
              <a:rPr lang="pt-BR" sz="1500">
                <a:solidFill>
                  <a:srgbClr val="434343"/>
                </a:solidFill>
                <a:latin typeface="Montserrat SemiBold"/>
                <a:ea typeface="Montserrat SemiBold"/>
                <a:cs typeface="Montserrat SemiBold"/>
                <a:sym typeface="Montserrat SemiBold"/>
              </a:rPr>
              <a:t>Para identificarmos se é uma boa oportunidade, levamos em consideração a experiência com clientes atuais e clientes de Excelência.</a:t>
            </a:r>
            <a:endParaRPr sz="1500">
              <a:solidFill>
                <a:srgbClr val="434343"/>
              </a:solidFill>
              <a:latin typeface="Montserrat SemiBold"/>
              <a:ea typeface="Montserrat SemiBold"/>
              <a:cs typeface="Montserrat SemiBold"/>
              <a:sym typeface="Montserrat SemiBo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0"/>
                                        </p:tgtEl>
                                        <p:attrNameLst>
                                          <p:attrName>style.visibility</p:attrName>
                                        </p:attrNameLst>
                                      </p:cBhvr>
                                      <p:to>
                                        <p:strVal val="visible"/>
                                      </p:to>
                                    </p:set>
                                    <p:animEffect filter="fade" transition="in">
                                      <p:cBhvr>
                                        <p:cTn dur="1000"/>
                                        <p:tgtEl>
                                          <p:spTgt spid="8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155"/>
          <p:cNvSpPr txBox="1"/>
          <p:nvPr>
            <p:ph type="title"/>
          </p:nvPr>
        </p:nvSpPr>
        <p:spPr>
          <a:xfrm>
            <a:off x="311700" y="346984"/>
            <a:ext cx="8832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pt-BR" sz="2100">
                <a:solidFill>
                  <a:srgbClr val="00B050"/>
                </a:solidFill>
                <a:latin typeface="Montserrat"/>
                <a:ea typeface="Montserrat"/>
                <a:cs typeface="Montserrat"/>
                <a:sym typeface="Montserrat"/>
              </a:rPr>
              <a:t>Se fossemos escolher, como seria o perfil do nosso cliente?</a:t>
            </a:r>
            <a:endParaRPr sz="2100">
              <a:solidFill>
                <a:srgbClr val="00B050"/>
              </a:solidFill>
              <a:latin typeface="Montserrat"/>
              <a:ea typeface="Montserrat"/>
              <a:cs typeface="Montserrat"/>
              <a:sym typeface="Montserrat"/>
            </a:endParaRPr>
          </a:p>
        </p:txBody>
      </p:sp>
      <p:pic>
        <p:nvPicPr>
          <p:cNvPr id="806" name="Google Shape;806;p155"/>
          <p:cNvPicPr preferRelativeResize="0"/>
          <p:nvPr/>
        </p:nvPicPr>
        <p:blipFill>
          <a:blip r:embed="rId3">
            <a:alphaModFix/>
          </a:blip>
          <a:stretch>
            <a:fillRect/>
          </a:stretch>
        </p:blipFill>
        <p:spPr>
          <a:xfrm>
            <a:off x="2000663" y="1249875"/>
            <a:ext cx="5142675" cy="34276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156"/>
          <p:cNvSpPr txBox="1"/>
          <p:nvPr>
            <p:ph type="title"/>
          </p:nvPr>
        </p:nvSpPr>
        <p:spPr>
          <a:xfrm>
            <a:off x="311700" y="3285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solidFill>
                  <a:srgbClr val="00B050"/>
                </a:solidFill>
                <a:latin typeface="Montserrat"/>
                <a:ea typeface="Montserrat"/>
                <a:cs typeface="Montserrat"/>
                <a:sym typeface="Montserrat"/>
              </a:rPr>
              <a:t>Perfil </a:t>
            </a:r>
            <a:endParaRPr>
              <a:solidFill>
                <a:srgbClr val="00B050"/>
              </a:solidFill>
              <a:latin typeface="Montserrat"/>
              <a:ea typeface="Montserrat"/>
              <a:cs typeface="Montserrat"/>
              <a:sym typeface="Montserrat"/>
            </a:endParaRPr>
          </a:p>
        </p:txBody>
      </p:sp>
      <p:sp>
        <p:nvSpPr>
          <p:cNvPr id="812" name="Google Shape;812;p156"/>
          <p:cNvSpPr txBox="1"/>
          <p:nvPr/>
        </p:nvSpPr>
        <p:spPr>
          <a:xfrm>
            <a:off x="311700" y="1129450"/>
            <a:ext cx="8402700" cy="2986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pt-BR" sz="2400">
                <a:solidFill>
                  <a:srgbClr val="434343"/>
                </a:solidFill>
                <a:latin typeface="Montserrat"/>
                <a:ea typeface="Montserrat"/>
                <a:cs typeface="Montserrat"/>
                <a:sym typeface="Montserrat"/>
              </a:rPr>
              <a:t>Variáveis Primárias: </a:t>
            </a:r>
            <a:r>
              <a:rPr b="1" lang="pt-BR" sz="2400">
                <a:solidFill>
                  <a:srgbClr val="00B050"/>
                </a:solidFill>
                <a:latin typeface="Montserrat"/>
                <a:ea typeface="Montserrat"/>
                <a:cs typeface="Montserrat"/>
                <a:sym typeface="Montserrat"/>
              </a:rPr>
              <a:t>Z-Api</a:t>
            </a:r>
            <a:br>
              <a:rPr b="1" lang="pt-BR" sz="2400">
                <a:solidFill>
                  <a:srgbClr val="434343"/>
                </a:solidFill>
                <a:latin typeface="Montserrat"/>
                <a:ea typeface="Montserrat"/>
                <a:cs typeface="Montserrat"/>
                <a:sym typeface="Montserrat"/>
              </a:rPr>
            </a:br>
            <a:endParaRPr sz="1500">
              <a:solidFill>
                <a:srgbClr val="434343"/>
              </a:solidFill>
              <a:latin typeface="Montserrat SemiBold"/>
              <a:ea typeface="Montserrat SemiBold"/>
              <a:cs typeface="Montserrat SemiBold"/>
              <a:sym typeface="Montserrat SemiBold"/>
            </a:endParaRPr>
          </a:p>
          <a:p>
            <a:pPr indent="-323850" lvl="0" marL="457200" rtl="0" algn="l">
              <a:spcBef>
                <a:spcPts val="0"/>
              </a:spcBef>
              <a:spcAft>
                <a:spcPts val="0"/>
              </a:spcAft>
              <a:buClr>
                <a:srgbClr val="434343"/>
              </a:buClr>
              <a:buSzPts val="1500"/>
              <a:buFont typeface="Montserrat SemiBold"/>
              <a:buChar char="●"/>
            </a:pPr>
            <a:r>
              <a:rPr lang="pt-BR" sz="1500">
                <a:solidFill>
                  <a:srgbClr val="434343"/>
                </a:solidFill>
                <a:latin typeface="Montserrat SemiBold"/>
                <a:ea typeface="Montserrat SemiBold"/>
                <a:cs typeface="Montserrat SemiBold"/>
                <a:sym typeface="Montserrat SemiBold"/>
              </a:rPr>
              <a:t>É </a:t>
            </a:r>
            <a:r>
              <a:rPr b="1" lang="pt-BR" sz="1500">
                <a:solidFill>
                  <a:srgbClr val="434343"/>
                </a:solidFill>
                <a:latin typeface="Montserrat"/>
                <a:ea typeface="Montserrat"/>
                <a:cs typeface="Montserrat"/>
                <a:sym typeface="Montserrat"/>
              </a:rPr>
              <a:t>Dev</a:t>
            </a:r>
            <a:r>
              <a:rPr lang="pt-BR" sz="1500">
                <a:solidFill>
                  <a:srgbClr val="434343"/>
                </a:solidFill>
                <a:latin typeface="Montserrat SemiBold"/>
                <a:ea typeface="Montserrat SemiBold"/>
                <a:cs typeface="Montserrat SemiBold"/>
                <a:sym typeface="Montserrat SemiBold"/>
              </a:rPr>
              <a:t>, </a:t>
            </a:r>
            <a:r>
              <a:rPr b="1" lang="pt-BR" sz="1500">
                <a:solidFill>
                  <a:srgbClr val="434343"/>
                </a:solidFill>
                <a:latin typeface="Montserrat"/>
                <a:ea typeface="Montserrat"/>
                <a:cs typeface="Montserrat"/>
                <a:sym typeface="Montserrat"/>
              </a:rPr>
              <a:t>CTO</a:t>
            </a:r>
            <a:r>
              <a:rPr lang="pt-BR" sz="1500">
                <a:solidFill>
                  <a:srgbClr val="434343"/>
                </a:solidFill>
                <a:latin typeface="Montserrat SemiBold"/>
                <a:ea typeface="Montserrat SemiBold"/>
                <a:cs typeface="Montserrat SemiBold"/>
                <a:sym typeface="Montserrat SemiBold"/>
              </a:rPr>
              <a:t>, </a:t>
            </a:r>
            <a:r>
              <a:rPr b="1" lang="pt-BR" sz="1500">
                <a:solidFill>
                  <a:srgbClr val="434343"/>
                </a:solidFill>
                <a:latin typeface="Montserrat"/>
                <a:ea typeface="Montserrat"/>
                <a:cs typeface="Montserrat"/>
                <a:sym typeface="Montserrat"/>
              </a:rPr>
              <a:t>Programador</a:t>
            </a:r>
            <a:r>
              <a:rPr lang="pt-BR" sz="1500">
                <a:solidFill>
                  <a:srgbClr val="434343"/>
                </a:solidFill>
                <a:latin typeface="Montserrat SemiBold"/>
                <a:ea typeface="Montserrat SemiBold"/>
                <a:cs typeface="Montserrat SemiBold"/>
                <a:sym typeface="Montserrat SemiBold"/>
              </a:rPr>
              <a:t>, faz </a:t>
            </a:r>
            <a:r>
              <a:rPr b="1" lang="pt-BR" sz="1500">
                <a:solidFill>
                  <a:srgbClr val="434343"/>
                </a:solidFill>
                <a:latin typeface="Montserrat"/>
                <a:ea typeface="Montserrat"/>
                <a:cs typeface="Montserrat"/>
                <a:sym typeface="Montserrat"/>
              </a:rPr>
              <a:t>ADS</a:t>
            </a:r>
            <a:r>
              <a:rPr lang="pt-BR" sz="1500">
                <a:solidFill>
                  <a:srgbClr val="434343"/>
                </a:solidFill>
                <a:latin typeface="Montserrat SemiBold"/>
                <a:ea typeface="Montserrat SemiBold"/>
                <a:cs typeface="Montserrat SemiBold"/>
                <a:sym typeface="Montserrat SemiBold"/>
              </a:rPr>
              <a:t>.</a:t>
            </a:r>
            <a:endParaRPr sz="1500">
              <a:solidFill>
                <a:srgbClr val="434343"/>
              </a:solidFill>
              <a:latin typeface="Montserrat SemiBold"/>
              <a:ea typeface="Montserrat SemiBold"/>
              <a:cs typeface="Montserrat SemiBold"/>
              <a:sym typeface="Montserrat SemiBold"/>
            </a:endParaRPr>
          </a:p>
          <a:p>
            <a:pPr indent="-323850" lvl="0" marL="457200" rtl="0" algn="l">
              <a:spcBef>
                <a:spcPts val="0"/>
              </a:spcBef>
              <a:spcAft>
                <a:spcPts val="0"/>
              </a:spcAft>
              <a:buClr>
                <a:srgbClr val="434343"/>
              </a:buClr>
              <a:buSzPts val="1500"/>
              <a:buFont typeface="Montserrat SemiBold"/>
              <a:buChar char="●"/>
            </a:pPr>
            <a:r>
              <a:rPr lang="pt-BR" sz="1500">
                <a:solidFill>
                  <a:srgbClr val="434343"/>
                </a:solidFill>
                <a:latin typeface="Montserrat SemiBold"/>
                <a:ea typeface="Montserrat SemiBold"/>
                <a:cs typeface="Montserrat SemiBold"/>
                <a:sym typeface="Montserrat SemiBold"/>
              </a:rPr>
              <a:t>Já </a:t>
            </a:r>
            <a:r>
              <a:rPr b="1" lang="pt-BR" sz="1500">
                <a:solidFill>
                  <a:srgbClr val="434343"/>
                </a:solidFill>
                <a:latin typeface="Montserrat"/>
                <a:ea typeface="Montserrat"/>
                <a:cs typeface="Montserrat"/>
                <a:sym typeface="Montserrat"/>
              </a:rPr>
              <a:t>tem uma API</a:t>
            </a:r>
            <a:endParaRPr b="1" sz="1500">
              <a:solidFill>
                <a:srgbClr val="434343"/>
              </a:solidFill>
              <a:latin typeface="Montserrat"/>
              <a:ea typeface="Montserrat"/>
              <a:cs typeface="Montserrat"/>
              <a:sym typeface="Montserrat"/>
            </a:endParaRPr>
          </a:p>
          <a:p>
            <a:pPr indent="-323850" lvl="0" marL="457200" rtl="0" algn="l">
              <a:spcBef>
                <a:spcPts val="0"/>
              </a:spcBef>
              <a:spcAft>
                <a:spcPts val="0"/>
              </a:spcAft>
              <a:buClr>
                <a:srgbClr val="434343"/>
              </a:buClr>
              <a:buSzPts val="1500"/>
              <a:buFont typeface="Montserrat SemiBold"/>
              <a:buChar char="●"/>
            </a:pPr>
            <a:r>
              <a:rPr b="1" lang="pt-BR" sz="1500">
                <a:solidFill>
                  <a:srgbClr val="434343"/>
                </a:solidFill>
                <a:latin typeface="Montserrat"/>
                <a:ea typeface="Montserrat"/>
                <a:cs typeface="Montserrat"/>
                <a:sym typeface="Montserrat"/>
              </a:rPr>
              <a:t>Quer desenvolver </a:t>
            </a:r>
            <a:r>
              <a:rPr lang="pt-BR" sz="1500">
                <a:solidFill>
                  <a:srgbClr val="434343"/>
                </a:solidFill>
                <a:latin typeface="Montserrat SemiBold"/>
                <a:ea typeface="Montserrat SemiBold"/>
                <a:cs typeface="Montserrat SemiBold"/>
                <a:sym typeface="Montserrat SemiBold"/>
              </a:rPr>
              <a:t>uma solução com API para Whatsapp</a:t>
            </a:r>
            <a:endParaRPr sz="1500">
              <a:solidFill>
                <a:srgbClr val="434343"/>
              </a:solidFill>
              <a:latin typeface="Montserrat SemiBold"/>
              <a:ea typeface="Montserrat SemiBold"/>
              <a:cs typeface="Montserrat SemiBold"/>
              <a:sym typeface="Montserrat SemiBold"/>
            </a:endParaRPr>
          </a:p>
          <a:p>
            <a:pPr indent="-323850" lvl="0" marL="457200" rtl="0" algn="l">
              <a:spcBef>
                <a:spcPts val="0"/>
              </a:spcBef>
              <a:spcAft>
                <a:spcPts val="0"/>
              </a:spcAft>
              <a:buClr>
                <a:srgbClr val="434343"/>
              </a:buClr>
              <a:buSzPts val="1500"/>
              <a:buFont typeface="Montserrat SemiBold"/>
              <a:buChar char="●"/>
            </a:pPr>
            <a:r>
              <a:rPr lang="pt-BR" sz="1500">
                <a:solidFill>
                  <a:srgbClr val="434343"/>
                </a:solidFill>
                <a:latin typeface="Montserrat SemiBold"/>
                <a:ea typeface="Montserrat SemiBold"/>
                <a:cs typeface="Montserrat SemiBold"/>
                <a:sym typeface="Montserrat SemiBold"/>
              </a:rPr>
              <a:t>É uma </a:t>
            </a:r>
            <a:r>
              <a:rPr b="1" lang="pt-BR" sz="1500">
                <a:solidFill>
                  <a:srgbClr val="434343"/>
                </a:solidFill>
                <a:latin typeface="Montserrat"/>
                <a:ea typeface="Montserrat"/>
                <a:cs typeface="Montserrat"/>
                <a:sym typeface="Montserrat"/>
              </a:rPr>
              <a:t>software house </a:t>
            </a:r>
            <a:r>
              <a:rPr lang="pt-BR" sz="1500">
                <a:solidFill>
                  <a:srgbClr val="434343"/>
                </a:solidFill>
                <a:latin typeface="Montserrat SemiBold"/>
                <a:ea typeface="Montserrat SemiBold"/>
                <a:cs typeface="Montserrat SemiBold"/>
                <a:sym typeface="Montserrat SemiBold"/>
              </a:rPr>
              <a:t>ou faz parte de uma</a:t>
            </a:r>
            <a:endParaRPr sz="1500">
              <a:solidFill>
                <a:srgbClr val="434343"/>
              </a:solidFill>
              <a:latin typeface="Montserrat SemiBold"/>
              <a:ea typeface="Montserrat SemiBold"/>
              <a:cs typeface="Montserrat SemiBold"/>
              <a:sym typeface="Montserrat SemiBold"/>
            </a:endParaRPr>
          </a:p>
          <a:p>
            <a:pPr indent="-323850" lvl="0" marL="457200" rtl="0" algn="l">
              <a:spcBef>
                <a:spcPts val="0"/>
              </a:spcBef>
              <a:spcAft>
                <a:spcPts val="0"/>
              </a:spcAft>
              <a:buClr>
                <a:srgbClr val="434343"/>
              </a:buClr>
              <a:buSzPts val="1500"/>
              <a:buFont typeface="Montserrat SemiBold"/>
              <a:buChar char="●"/>
            </a:pPr>
            <a:r>
              <a:rPr b="1" lang="pt-BR" sz="1500">
                <a:solidFill>
                  <a:srgbClr val="434343"/>
                </a:solidFill>
                <a:latin typeface="Montserrat"/>
                <a:ea typeface="Montserrat"/>
                <a:cs typeface="Montserrat"/>
                <a:sym typeface="Montserrat"/>
              </a:rPr>
              <a:t>Já comercializa</a:t>
            </a:r>
            <a:r>
              <a:rPr lang="pt-BR" sz="1500">
                <a:solidFill>
                  <a:srgbClr val="434343"/>
                </a:solidFill>
                <a:latin typeface="Montserrat SemiBold"/>
                <a:ea typeface="Montserrat SemiBold"/>
                <a:cs typeface="Montserrat SemiBold"/>
                <a:sym typeface="Montserrat SemiBold"/>
              </a:rPr>
              <a:t> os serviços </a:t>
            </a:r>
            <a:endParaRPr sz="1500">
              <a:solidFill>
                <a:srgbClr val="434343"/>
              </a:solidFill>
              <a:latin typeface="Montserrat SemiBold"/>
              <a:ea typeface="Montserrat SemiBold"/>
              <a:cs typeface="Montserrat SemiBold"/>
              <a:sym typeface="Montserrat SemiBold"/>
            </a:endParaRPr>
          </a:p>
          <a:p>
            <a:pPr indent="-323850" lvl="0" marL="457200" rtl="0" algn="l">
              <a:spcBef>
                <a:spcPts val="0"/>
              </a:spcBef>
              <a:spcAft>
                <a:spcPts val="0"/>
              </a:spcAft>
              <a:buClr>
                <a:srgbClr val="434343"/>
              </a:buClr>
              <a:buSzPts val="1500"/>
              <a:buFont typeface="Montserrat SemiBold"/>
              <a:buChar char="●"/>
            </a:pPr>
            <a:r>
              <a:rPr lang="pt-BR" sz="1500">
                <a:solidFill>
                  <a:srgbClr val="434343"/>
                </a:solidFill>
                <a:latin typeface="Montserrat SemiBold"/>
                <a:ea typeface="Montserrat SemiBold"/>
                <a:cs typeface="Montserrat SemiBold"/>
                <a:sym typeface="Montserrat SemiBold"/>
              </a:rPr>
              <a:t>Tem a necessidade de migrar </a:t>
            </a:r>
            <a:r>
              <a:rPr b="1" lang="pt-BR" sz="1500">
                <a:solidFill>
                  <a:srgbClr val="434343"/>
                </a:solidFill>
                <a:latin typeface="Montserrat"/>
                <a:ea typeface="Montserrat"/>
                <a:cs typeface="Montserrat"/>
                <a:sym typeface="Montserrat"/>
              </a:rPr>
              <a:t>entre 400 e 1.000 números</a:t>
            </a:r>
            <a:r>
              <a:rPr lang="pt-BR" sz="1500">
                <a:solidFill>
                  <a:srgbClr val="434343"/>
                </a:solidFill>
                <a:latin typeface="Montserrat SemiBold"/>
                <a:ea typeface="Montserrat SemiBold"/>
                <a:cs typeface="Montserrat SemiBold"/>
                <a:sym typeface="Montserrat SemiBold"/>
              </a:rPr>
              <a:t> (</a:t>
            </a:r>
            <a:r>
              <a:rPr b="1" lang="pt-BR" sz="1500">
                <a:solidFill>
                  <a:srgbClr val="434343"/>
                </a:solidFill>
                <a:latin typeface="Montserrat"/>
                <a:ea typeface="Montserrat"/>
                <a:cs typeface="Montserrat"/>
                <a:sym typeface="Montserrat"/>
              </a:rPr>
              <a:t>instâncias</a:t>
            </a:r>
            <a:r>
              <a:rPr lang="pt-BR" sz="1500">
                <a:solidFill>
                  <a:srgbClr val="434343"/>
                </a:solidFill>
                <a:latin typeface="Montserrat SemiBold"/>
                <a:ea typeface="Montserrat SemiBold"/>
                <a:cs typeface="Montserrat SemiBold"/>
                <a:sym typeface="Montserrat SemiBold"/>
              </a:rPr>
              <a:t>)</a:t>
            </a:r>
            <a:endParaRPr sz="1500">
              <a:solidFill>
                <a:srgbClr val="434343"/>
              </a:solidFill>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1500">
              <a:solidFill>
                <a:srgbClr val="434343"/>
              </a:solidFill>
              <a:latin typeface="Montserrat SemiBold"/>
              <a:ea typeface="Montserrat SemiBold"/>
              <a:cs typeface="Montserrat SemiBold"/>
              <a:sym typeface="Montserrat SemiBold"/>
            </a:endParaRPr>
          </a:p>
          <a:p>
            <a:pPr indent="0" lvl="0" marL="0" rtl="0" algn="l">
              <a:spcBef>
                <a:spcPts val="0"/>
              </a:spcBef>
              <a:spcAft>
                <a:spcPts val="0"/>
              </a:spcAft>
              <a:buNone/>
            </a:pPr>
            <a:r>
              <a:rPr lang="pt-BR" sz="1500">
                <a:solidFill>
                  <a:srgbClr val="434343"/>
                </a:solidFill>
                <a:latin typeface="Montserrat SemiBold"/>
                <a:ea typeface="Montserrat SemiBold"/>
                <a:cs typeface="Montserrat SemiBold"/>
                <a:sym typeface="Montserrat SemiBold"/>
              </a:rPr>
              <a:t>Esse é o perfil perfeito, mas claro que temos ressalvas e outras características de excelentes clientes. Esse seria nosso cenário mais feliz!</a:t>
            </a:r>
            <a:endParaRPr sz="1500">
              <a:solidFill>
                <a:srgbClr val="434343"/>
              </a:solidFill>
              <a:latin typeface="Montserrat SemiBold"/>
              <a:ea typeface="Montserrat SemiBold"/>
              <a:cs typeface="Montserrat SemiBold"/>
              <a:sym typeface="Montserrat SemiBo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5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solidFill>
                  <a:srgbClr val="2E75B6"/>
                </a:solidFill>
                <a:latin typeface="Montserrat"/>
                <a:ea typeface="Montserrat"/>
                <a:cs typeface="Montserrat"/>
                <a:sym typeface="Montserrat"/>
              </a:rPr>
              <a:t>Perfil </a:t>
            </a:r>
            <a:endParaRPr>
              <a:solidFill>
                <a:srgbClr val="2E75B6"/>
              </a:solidFill>
              <a:latin typeface="Montserrat"/>
              <a:ea typeface="Montserrat"/>
              <a:cs typeface="Montserrat"/>
              <a:sym typeface="Montserrat"/>
            </a:endParaRPr>
          </a:p>
        </p:txBody>
      </p:sp>
      <p:sp>
        <p:nvSpPr>
          <p:cNvPr id="818" name="Google Shape;818;p157"/>
          <p:cNvSpPr txBox="1"/>
          <p:nvPr/>
        </p:nvSpPr>
        <p:spPr>
          <a:xfrm>
            <a:off x="362100" y="1407300"/>
            <a:ext cx="8463300" cy="243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pt-BR" sz="2400">
                <a:solidFill>
                  <a:srgbClr val="434343"/>
                </a:solidFill>
                <a:latin typeface="Montserrat"/>
                <a:ea typeface="Montserrat"/>
                <a:cs typeface="Montserrat"/>
                <a:sym typeface="Montserrat"/>
              </a:rPr>
              <a:t>Variáveis Primárias: </a:t>
            </a:r>
            <a:r>
              <a:rPr b="1" lang="pt-BR" sz="2400">
                <a:solidFill>
                  <a:srgbClr val="2E75B6"/>
                </a:solidFill>
                <a:latin typeface="Montserrat"/>
                <a:ea typeface="Montserrat"/>
                <a:cs typeface="Montserrat"/>
                <a:sym typeface="Montserrat"/>
              </a:rPr>
              <a:t>PlugChat</a:t>
            </a:r>
            <a:br>
              <a:rPr b="1" lang="pt-BR" sz="2400">
                <a:solidFill>
                  <a:srgbClr val="434343"/>
                </a:solidFill>
                <a:latin typeface="Montserrat"/>
                <a:ea typeface="Montserrat"/>
                <a:cs typeface="Montserrat"/>
                <a:sym typeface="Montserrat"/>
              </a:rPr>
            </a:br>
            <a:endParaRPr b="1" sz="2400">
              <a:solidFill>
                <a:srgbClr val="434343"/>
              </a:solidFill>
              <a:latin typeface="Montserrat"/>
              <a:ea typeface="Montserrat"/>
              <a:cs typeface="Montserrat"/>
              <a:sym typeface="Montserrat"/>
            </a:endParaRPr>
          </a:p>
          <a:p>
            <a:pPr indent="-323850" lvl="0" marL="457200" rtl="0" algn="l">
              <a:spcBef>
                <a:spcPts val="0"/>
              </a:spcBef>
              <a:spcAft>
                <a:spcPts val="0"/>
              </a:spcAft>
              <a:buClr>
                <a:srgbClr val="434343"/>
              </a:buClr>
              <a:buSzPts val="1500"/>
              <a:buFont typeface="Montserrat SemiBold"/>
              <a:buChar char="●"/>
            </a:pPr>
            <a:r>
              <a:rPr lang="pt-BR" sz="1500">
                <a:solidFill>
                  <a:srgbClr val="434343"/>
                </a:solidFill>
                <a:latin typeface="Montserrat SemiBold"/>
                <a:ea typeface="Montserrat SemiBold"/>
                <a:cs typeface="Montserrat SemiBold"/>
                <a:sym typeface="Montserrat SemiBold"/>
              </a:rPr>
              <a:t>Proprietário ou sócio de uma empresa</a:t>
            </a:r>
            <a:endParaRPr sz="1500">
              <a:solidFill>
                <a:srgbClr val="434343"/>
              </a:solidFill>
              <a:latin typeface="Montserrat SemiBold"/>
              <a:ea typeface="Montserrat SemiBold"/>
              <a:cs typeface="Montserrat SemiBold"/>
              <a:sym typeface="Montserrat SemiBold"/>
            </a:endParaRPr>
          </a:p>
          <a:p>
            <a:pPr indent="-323850" lvl="0" marL="457200" rtl="0" algn="l">
              <a:spcBef>
                <a:spcPts val="0"/>
              </a:spcBef>
              <a:spcAft>
                <a:spcPts val="0"/>
              </a:spcAft>
              <a:buClr>
                <a:srgbClr val="434343"/>
              </a:buClr>
              <a:buSzPts val="1500"/>
              <a:buFont typeface="Montserrat SemiBold"/>
              <a:buChar char="●"/>
            </a:pPr>
            <a:r>
              <a:rPr lang="pt-BR" sz="1500">
                <a:solidFill>
                  <a:srgbClr val="434343"/>
                </a:solidFill>
                <a:latin typeface="Montserrat SemiBold"/>
                <a:ea typeface="Montserrat SemiBold"/>
                <a:cs typeface="Montserrat SemiBold"/>
                <a:sym typeface="Montserrat SemiBold"/>
              </a:rPr>
              <a:t>Já utiliza um concorrente nosso (Utalk, Sirera, PoliChat Zenvia)</a:t>
            </a:r>
            <a:endParaRPr sz="1500">
              <a:solidFill>
                <a:srgbClr val="434343"/>
              </a:solidFill>
              <a:latin typeface="Montserrat SemiBold"/>
              <a:ea typeface="Montserrat SemiBold"/>
              <a:cs typeface="Montserrat SemiBold"/>
              <a:sym typeface="Montserrat SemiBold"/>
            </a:endParaRPr>
          </a:p>
          <a:p>
            <a:pPr indent="-323850" lvl="0" marL="457200" rtl="0" algn="l">
              <a:spcBef>
                <a:spcPts val="0"/>
              </a:spcBef>
              <a:spcAft>
                <a:spcPts val="0"/>
              </a:spcAft>
              <a:buClr>
                <a:srgbClr val="434343"/>
              </a:buClr>
              <a:buSzPts val="1500"/>
              <a:buFont typeface="Montserrat SemiBold"/>
              <a:buChar char="●"/>
            </a:pPr>
            <a:r>
              <a:rPr lang="pt-BR" sz="1500">
                <a:solidFill>
                  <a:srgbClr val="434343"/>
                </a:solidFill>
                <a:latin typeface="Montserrat SemiBold"/>
                <a:ea typeface="Montserrat SemiBold"/>
                <a:cs typeface="Montserrat SemiBold"/>
                <a:sym typeface="Montserrat SemiBold"/>
              </a:rPr>
              <a:t>Precisa de uma solução para unificar os colaboradores em 1 número</a:t>
            </a:r>
            <a:endParaRPr sz="1500">
              <a:solidFill>
                <a:srgbClr val="434343"/>
              </a:solidFill>
              <a:latin typeface="Montserrat SemiBold"/>
              <a:ea typeface="Montserrat SemiBold"/>
              <a:cs typeface="Montserrat SemiBold"/>
              <a:sym typeface="Montserrat SemiBold"/>
            </a:endParaRPr>
          </a:p>
          <a:p>
            <a:pPr indent="-323850" lvl="0" marL="457200" rtl="0" algn="l">
              <a:spcBef>
                <a:spcPts val="0"/>
              </a:spcBef>
              <a:spcAft>
                <a:spcPts val="0"/>
              </a:spcAft>
              <a:buClr>
                <a:srgbClr val="434343"/>
              </a:buClr>
              <a:buSzPts val="1500"/>
              <a:buFont typeface="Montserrat SemiBold"/>
              <a:buChar char="●"/>
            </a:pPr>
            <a:r>
              <a:rPr lang="pt-BR" sz="1500">
                <a:solidFill>
                  <a:srgbClr val="434343"/>
                </a:solidFill>
                <a:latin typeface="Montserrat SemiBold"/>
                <a:ea typeface="Montserrat SemiBold"/>
                <a:cs typeface="Montserrat SemiBold"/>
                <a:sym typeface="Montserrat SemiBold"/>
              </a:rPr>
              <a:t>Tem a necessidade de migrar entre 10 e 15 atendentes</a:t>
            </a:r>
            <a:endParaRPr sz="1500">
              <a:solidFill>
                <a:srgbClr val="434343"/>
              </a:solidFill>
              <a:latin typeface="Montserrat SemiBold"/>
              <a:ea typeface="Montserrat SemiBold"/>
              <a:cs typeface="Montserrat SemiBold"/>
              <a:sym typeface="Montserrat SemiBo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22" name="Shape 822"/>
        <p:cNvGrpSpPr/>
        <p:nvPr/>
      </p:nvGrpSpPr>
      <p:grpSpPr>
        <a:xfrm>
          <a:off x="0" y="0"/>
          <a:ext cx="0" cy="0"/>
          <a:chOff x="0" y="0"/>
          <a:chExt cx="0" cy="0"/>
        </a:xfrm>
      </p:grpSpPr>
      <p:sp>
        <p:nvSpPr>
          <p:cNvPr id="823" name="Google Shape;823;p158"/>
          <p:cNvSpPr txBox="1"/>
          <p:nvPr/>
        </p:nvSpPr>
        <p:spPr>
          <a:xfrm>
            <a:off x="3128975" y="879900"/>
            <a:ext cx="5674800" cy="338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pt-BR" sz="1800">
                <a:solidFill>
                  <a:srgbClr val="FFFFFF"/>
                </a:solidFill>
                <a:latin typeface="Open Sans"/>
                <a:ea typeface="Open Sans"/>
                <a:cs typeface="Open Sans"/>
                <a:sym typeface="Open Sans"/>
              </a:rPr>
              <a:t>“ O perfil de cliente ideal é aquele que apresenta a maior rentabilidade para a empresa, ao mesmo tempo que a empresa tem alta probabilidade de ganhar oportunidades. </a:t>
            </a:r>
            <a:endParaRPr i="1" sz="1800">
              <a:solidFill>
                <a:srgbClr val="FFFFFF"/>
              </a:solidFill>
              <a:latin typeface="Open Sans"/>
              <a:ea typeface="Open Sans"/>
              <a:cs typeface="Open Sans"/>
              <a:sym typeface="Open Sans"/>
            </a:endParaRPr>
          </a:p>
          <a:p>
            <a:pPr indent="0" lvl="0" marL="0" rtl="0" algn="l">
              <a:spcBef>
                <a:spcPts val="0"/>
              </a:spcBef>
              <a:spcAft>
                <a:spcPts val="0"/>
              </a:spcAft>
              <a:buNone/>
            </a:pPr>
            <a:r>
              <a:t/>
            </a:r>
            <a:endParaRPr i="1" sz="1800">
              <a:solidFill>
                <a:srgbClr val="FFFFFF"/>
              </a:solidFill>
              <a:latin typeface="Open Sans"/>
              <a:ea typeface="Open Sans"/>
              <a:cs typeface="Open Sans"/>
              <a:sym typeface="Open Sans"/>
            </a:endParaRPr>
          </a:p>
          <a:p>
            <a:pPr indent="457200" lvl="0" marL="0" rtl="0" algn="l">
              <a:spcBef>
                <a:spcPts val="0"/>
              </a:spcBef>
              <a:spcAft>
                <a:spcPts val="0"/>
              </a:spcAft>
              <a:buNone/>
            </a:pPr>
            <a:r>
              <a:rPr i="1" lang="pt-BR" sz="1800">
                <a:solidFill>
                  <a:srgbClr val="FFFFFF"/>
                </a:solidFill>
                <a:latin typeface="Open Sans"/>
                <a:ea typeface="Open Sans"/>
                <a:cs typeface="Open Sans"/>
                <a:sym typeface="Open Sans"/>
              </a:rPr>
              <a:t>Para determiná-lo, basta olhar para os top 5~10 clientes da sua empresa e identificar as características como segmento de mercado, porte da empresa, região geográfica, cargo e departamento do contato. " </a:t>
            </a:r>
            <a:endParaRPr i="1" sz="1800">
              <a:solidFill>
                <a:srgbClr val="FFFFFF"/>
              </a:solidFill>
              <a:latin typeface="Open Sans"/>
              <a:ea typeface="Open Sans"/>
              <a:cs typeface="Open Sans"/>
              <a:sym typeface="Open Sans"/>
            </a:endParaRPr>
          </a:p>
        </p:txBody>
      </p:sp>
      <p:pic>
        <p:nvPicPr>
          <p:cNvPr id="824" name="Google Shape;824;p158"/>
          <p:cNvPicPr preferRelativeResize="0"/>
          <p:nvPr/>
        </p:nvPicPr>
        <p:blipFill>
          <a:blip r:embed="rId4">
            <a:alphaModFix/>
          </a:blip>
          <a:stretch>
            <a:fillRect/>
          </a:stretch>
        </p:blipFill>
        <p:spPr>
          <a:xfrm>
            <a:off x="778550" y="1131038"/>
            <a:ext cx="1872925" cy="2881425"/>
          </a:xfrm>
          <a:prstGeom prst="rect">
            <a:avLst/>
          </a:prstGeom>
          <a:noFill/>
          <a:ln>
            <a:noFill/>
          </a:ln>
        </p:spPr>
      </p:pic>
      <p:sp>
        <p:nvSpPr>
          <p:cNvPr id="825" name="Google Shape;825;p158"/>
          <p:cNvSpPr txBox="1"/>
          <p:nvPr/>
        </p:nvSpPr>
        <p:spPr>
          <a:xfrm>
            <a:off x="388300" y="4012475"/>
            <a:ext cx="3793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pt-BR" sz="1200">
                <a:solidFill>
                  <a:schemeClr val="lt1"/>
                </a:solidFill>
                <a:latin typeface="Open Sans"/>
                <a:ea typeface="Open Sans"/>
                <a:cs typeface="Open Sans"/>
                <a:sym typeface="Open Sans"/>
              </a:rPr>
              <a:t>Livro Receita Previsível - Aaron Ross</a:t>
            </a:r>
            <a:endParaRPr i="1" sz="1200">
              <a:solidFill>
                <a:schemeClr val="lt1"/>
              </a:solidFill>
              <a:latin typeface="Open Sans"/>
              <a:ea typeface="Open Sans"/>
              <a:cs typeface="Open Sans"/>
              <a:sym typeface="Open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pic>
        <p:nvPicPr>
          <p:cNvPr descr="blocks-puzzle-shadows-black-and-white-square.jpg" id="830" name="Google Shape;830;p159"/>
          <p:cNvPicPr preferRelativeResize="0"/>
          <p:nvPr/>
        </p:nvPicPr>
        <p:blipFill>
          <a:blip r:embed="rId3">
            <a:alphaModFix/>
          </a:blip>
          <a:stretch>
            <a:fillRect/>
          </a:stretch>
        </p:blipFill>
        <p:spPr>
          <a:xfrm>
            <a:off x="9" y="0"/>
            <a:ext cx="9144000" cy="6103612"/>
          </a:xfrm>
          <a:prstGeom prst="rect">
            <a:avLst/>
          </a:prstGeom>
          <a:noFill/>
          <a:ln>
            <a:noFill/>
          </a:ln>
        </p:spPr>
      </p:pic>
      <p:sp>
        <p:nvSpPr>
          <p:cNvPr id="831" name="Google Shape;831;p159"/>
          <p:cNvSpPr txBox="1"/>
          <p:nvPr>
            <p:ph idx="4294967295" type="title"/>
          </p:nvPr>
        </p:nvSpPr>
        <p:spPr>
          <a:xfrm>
            <a:off x="2545325" y="1853625"/>
            <a:ext cx="4370400" cy="46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BR" sz="2400">
                <a:solidFill>
                  <a:srgbClr val="FFFFFF"/>
                </a:solidFill>
                <a:latin typeface="Open Sans"/>
                <a:ea typeface="Open Sans"/>
                <a:cs typeface="Open Sans"/>
                <a:sym typeface="Open Sans"/>
              </a:rPr>
              <a:t>#</a:t>
            </a:r>
            <a:r>
              <a:rPr lang="pt-BR" sz="2400">
                <a:solidFill>
                  <a:srgbClr val="FFFFFF"/>
                </a:solidFill>
                <a:latin typeface="Open Sans"/>
                <a:ea typeface="Open Sans"/>
                <a:cs typeface="Open Sans"/>
                <a:sym typeface="Open Sans"/>
              </a:rPr>
              <a:t> </a:t>
            </a:r>
            <a:r>
              <a:rPr b="1" lang="pt-BR" sz="2400">
                <a:solidFill>
                  <a:srgbClr val="FFFFFF"/>
                </a:solidFill>
                <a:latin typeface="Open Sans"/>
                <a:ea typeface="Open Sans"/>
                <a:cs typeface="Open Sans"/>
                <a:sym typeface="Open Sans"/>
              </a:rPr>
              <a:t>Processo</a:t>
            </a:r>
            <a:endParaRPr b="1" sz="2400">
              <a:solidFill>
                <a:srgbClr val="FFFFFF"/>
              </a:solidFill>
              <a:latin typeface="Open Sans"/>
              <a:ea typeface="Open Sans"/>
              <a:cs typeface="Open Sans"/>
              <a:sym typeface="Open Sans"/>
            </a:endParaRPr>
          </a:p>
        </p:txBody>
      </p:sp>
      <p:sp>
        <p:nvSpPr>
          <p:cNvPr id="832" name="Google Shape;832;p159"/>
          <p:cNvSpPr/>
          <p:nvPr/>
        </p:nvSpPr>
        <p:spPr>
          <a:xfrm>
            <a:off x="2545325" y="2324650"/>
            <a:ext cx="3947100" cy="2091000"/>
          </a:xfrm>
          <a:prstGeom prst="rect">
            <a:avLst/>
          </a:prstGeom>
          <a:solidFill>
            <a:srgbClr val="00B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159"/>
          <p:cNvSpPr txBox="1"/>
          <p:nvPr/>
        </p:nvSpPr>
        <p:spPr>
          <a:xfrm>
            <a:off x="2759425" y="2185400"/>
            <a:ext cx="4091700" cy="2331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pt-BR" sz="1600">
                <a:solidFill>
                  <a:srgbClr val="FFFFFF"/>
                </a:solidFill>
                <a:latin typeface="Open Sans"/>
                <a:ea typeface="Open Sans"/>
                <a:cs typeface="Open Sans"/>
                <a:sym typeface="Open Sans"/>
              </a:rPr>
              <a:t>Pesquisa de modelos </a:t>
            </a:r>
            <a:endParaRPr sz="1600">
              <a:solidFill>
                <a:srgbClr val="FFFFFF"/>
              </a:solidFill>
              <a:latin typeface="Open Sans"/>
              <a:ea typeface="Open Sans"/>
              <a:cs typeface="Open Sans"/>
              <a:sym typeface="Open Sans"/>
            </a:endParaRPr>
          </a:p>
          <a:p>
            <a:pPr indent="0" lvl="0" marL="0" rtl="0" algn="l">
              <a:lnSpc>
                <a:spcPct val="115000"/>
              </a:lnSpc>
              <a:spcBef>
                <a:spcPts val="0"/>
              </a:spcBef>
              <a:spcAft>
                <a:spcPts val="0"/>
              </a:spcAft>
              <a:buNone/>
            </a:pPr>
            <a:r>
              <a:rPr lang="pt-BR" sz="1600">
                <a:solidFill>
                  <a:srgbClr val="FFFFFF"/>
                </a:solidFill>
                <a:latin typeface="Open Sans"/>
                <a:ea typeface="Open Sans"/>
                <a:cs typeface="Open Sans"/>
                <a:sym typeface="Open Sans"/>
              </a:rPr>
              <a:t>Pesquisa de estudos anteriores</a:t>
            </a:r>
            <a:endParaRPr sz="1600">
              <a:solidFill>
                <a:srgbClr val="FFFFFF"/>
              </a:solidFill>
              <a:latin typeface="Open Sans"/>
              <a:ea typeface="Open Sans"/>
              <a:cs typeface="Open Sans"/>
              <a:sym typeface="Open Sans"/>
            </a:endParaRPr>
          </a:p>
          <a:p>
            <a:pPr indent="0" lvl="0" marL="0" rtl="0" algn="l">
              <a:lnSpc>
                <a:spcPct val="115000"/>
              </a:lnSpc>
              <a:spcBef>
                <a:spcPts val="0"/>
              </a:spcBef>
              <a:spcAft>
                <a:spcPts val="0"/>
              </a:spcAft>
              <a:buNone/>
            </a:pPr>
            <a:r>
              <a:rPr lang="pt-BR" sz="1600">
                <a:solidFill>
                  <a:srgbClr val="FFFFFF"/>
                </a:solidFill>
                <a:latin typeface="Open Sans"/>
                <a:ea typeface="Open Sans"/>
                <a:cs typeface="Open Sans"/>
                <a:sym typeface="Open Sans"/>
              </a:rPr>
              <a:t>Bench</a:t>
            </a:r>
            <a:endParaRPr sz="1600">
              <a:solidFill>
                <a:srgbClr val="FFFFFF"/>
              </a:solidFill>
              <a:latin typeface="Open Sans"/>
              <a:ea typeface="Open Sans"/>
              <a:cs typeface="Open Sans"/>
              <a:sym typeface="Open Sans"/>
            </a:endParaRPr>
          </a:p>
          <a:p>
            <a:pPr indent="0" lvl="0" marL="0" rtl="0" algn="l">
              <a:lnSpc>
                <a:spcPct val="115000"/>
              </a:lnSpc>
              <a:spcBef>
                <a:spcPts val="0"/>
              </a:spcBef>
              <a:spcAft>
                <a:spcPts val="0"/>
              </a:spcAft>
              <a:buNone/>
            </a:pPr>
            <a:r>
              <a:rPr b="1" lang="pt-BR" sz="1800">
                <a:solidFill>
                  <a:srgbClr val="FFFFFF"/>
                </a:solidFill>
                <a:latin typeface="Open Sans"/>
                <a:ea typeface="Open Sans"/>
                <a:cs typeface="Open Sans"/>
                <a:sym typeface="Open Sans"/>
              </a:rPr>
              <a:t>Estudo State of clients</a:t>
            </a:r>
            <a:endParaRPr b="1" sz="1800">
              <a:solidFill>
                <a:srgbClr val="FFFFFF"/>
              </a:solidFill>
              <a:latin typeface="Open Sans"/>
              <a:ea typeface="Open Sans"/>
              <a:cs typeface="Open Sans"/>
              <a:sym typeface="Open Sans"/>
            </a:endParaRPr>
          </a:p>
          <a:p>
            <a:pPr indent="0" lvl="0" marL="0" rtl="0" algn="l">
              <a:lnSpc>
                <a:spcPct val="115000"/>
              </a:lnSpc>
              <a:spcBef>
                <a:spcPts val="0"/>
              </a:spcBef>
              <a:spcAft>
                <a:spcPts val="0"/>
              </a:spcAft>
              <a:buNone/>
            </a:pPr>
            <a:r>
              <a:rPr lang="pt-BR" sz="1600">
                <a:solidFill>
                  <a:srgbClr val="FFFFFF"/>
                </a:solidFill>
                <a:latin typeface="Open Sans"/>
                <a:ea typeface="Open Sans"/>
                <a:cs typeface="Open Sans"/>
                <a:sym typeface="Open Sans"/>
              </a:rPr>
              <a:t>Construção do perfil</a:t>
            </a:r>
            <a:endParaRPr sz="1600">
              <a:solidFill>
                <a:srgbClr val="FFFFFF"/>
              </a:solidFill>
              <a:latin typeface="Open Sans"/>
              <a:ea typeface="Open Sans"/>
              <a:cs typeface="Open Sans"/>
              <a:sym typeface="Open San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pic>
        <p:nvPicPr>
          <p:cNvPr descr="7046710739_ac81f898ca.jpg" id="838" name="Google Shape;838;p160"/>
          <p:cNvPicPr preferRelativeResize="0"/>
          <p:nvPr/>
        </p:nvPicPr>
        <p:blipFill>
          <a:blip r:embed="rId3">
            <a:alphaModFix/>
          </a:blip>
          <a:stretch>
            <a:fillRect/>
          </a:stretch>
        </p:blipFill>
        <p:spPr>
          <a:xfrm>
            <a:off x="0" y="-836645"/>
            <a:ext cx="9144000" cy="5980145"/>
          </a:xfrm>
          <a:prstGeom prst="rect">
            <a:avLst/>
          </a:prstGeom>
          <a:noFill/>
          <a:ln>
            <a:noFill/>
          </a:ln>
        </p:spPr>
      </p:pic>
      <p:sp>
        <p:nvSpPr>
          <p:cNvPr id="839" name="Google Shape;839;p160"/>
          <p:cNvSpPr/>
          <p:nvPr/>
        </p:nvSpPr>
        <p:spPr>
          <a:xfrm>
            <a:off x="-46375" y="-266300"/>
            <a:ext cx="9266100" cy="5446500"/>
          </a:xfrm>
          <a:prstGeom prst="rect">
            <a:avLst/>
          </a:prstGeom>
          <a:solidFill>
            <a:srgbClr val="434343">
              <a:alpha val="638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160"/>
          <p:cNvSpPr txBox="1"/>
          <p:nvPr/>
        </p:nvSpPr>
        <p:spPr>
          <a:xfrm>
            <a:off x="576975" y="641900"/>
            <a:ext cx="6579300" cy="8436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pt-BR" sz="1600">
                <a:solidFill>
                  <a:srgbClr val="FFFFFF"/>
                </a:solidFill>
                <a:latin typeface="Open Sans"/>
                <a:ea typeface="Open Sans"/>
                <a:cs typeface="Open Sans"/>
                <a:sym typeface="Open Sans"/>
              </a:rPr>
              <a:t>1° passo:</a:t>
            </a:r>
            <a:r>
              <a:rPr lang="pt-BR" sz="1600">
                <a:solidFill>
                  <a:srgbClr val="FFFFFF"/>
                </a:solidFill>
                <a:latin typeface="Open Sans"/>
                <a:ea typeface="Open Sans"/>
                <a:cs typeface="Open Sans"/>
                <a:sym typeface="Open Sans"/>
              </a:rPr>
              <a:t>  analisar nossa base de clientes para entender seu perfil. </a:t>
            </a:r>
            <a:endParaRPr/>
          </a:p>
        </p:txBody>
      </p:sp>
      <p:sp>
        <p:nvSpPr>
          <p:cNvPr id="841" name="Google Shape;841;p160"/>
          <p:cNvSpPr txBox="1"/>
          <p:nvPr>
            <p:ph idx="4294967295" type="title"/>
          </p:nvPr>
        </p:nvSpPr>
        <p:spPr>
          <a:xfrm>
            <a:off x="576975" y="227850"/>
            <a:ext cx="5862600" cy="46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BR" sz="3000">
                <a:solidFill>
                  <a:srgbClr val="FFFFFF"/>
                </a:solidFill>
                <a:latin typeface="Open Sans"/>
                <a:ea typeface="Open Sans"/>
                <a:cs typeface="Open Sans"/>
                <a:sym typeface="Open Sans"/>
              </a:rPr>
              <a:t># State of Clients </a:t>
            </a:r>
            <a:endParaRPr b="1" sz="3000">
              <a:solidFill>
                <a:srgbClr val="FFFFFF"/>
              </a:solidFill>
              <a:latin typeface="Open Sans"/>
              <a:ea typeface="Open Sans"/>
              <a:cs typeface="Open Sans"/>
              <a:sym typeface="Open Sans"/>
            </a:endParaRPr>
          </a:p>
        </p:txBody>
      </p:sp>
      <p:sp>
        <p:nvSpPr>
          <p:cNvPr id="842" name="Google Shape;842;p160"/>
          <p:cNvSpPr txBox="1"/>
          <p:nvPr/>
        </p:nvSpPr>
        <p:spPr>
          <a:xfrm>
            <a:off x="1357325" y="1361750"/>
            <a:ext cx="2347800" cy="843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pt-BR" sz="1600">
                <a:solidFill>
                  <a:srgbClr val="FFFFFF"/>
                </a:solidFill>
                <a:latin typeface="Open Sans"/>
                <a:ea typeface="Open Sans"/>
                <a:cs typeface="Open Sans"/>
                <a:sym typeface="Open Sans"/>
              </a:rPr>
              <a:t>Características</a:t>
            </a:r>
            <a:endParaRPr/>
          </a:p>
        </p:txBody>
      </p:sp>
      <p:sp>
        <p:nvSpPr>
          <p:cNvPr id="843" name="Google Shape;843;p160"/>
          <p:cNvSpPr/>
          <p:nvPr/>
        </p:nvSpPr>
        <p:spPr>
          <a:xfrm>
            <a:off x="1050113" y="1962700"/>
            <a:ext cx="2962200" cy="2407200"/>
          </a:xfrm>
          <a:prstGeom prst="roundRect">
            <a:avLst>
              <a:gd fmla="val 1664" name="adj"/>
            </a:avLst>
          </a:prstGeom>
          <a:solidFill>
            <a:srgbClr val="00B050"/>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a:p>
        </p:txBody>
      </p:sp>
      <p:sp>
        <p:nvSpPr>
          <p:cNvPr id="844" name="Google Shape;844;p160"/>
          <p:cNvSpPr txBox="1"/>
          <p:nvPr/>
        </p:nvSpPr>
        <p:spPr>
          <a:xfrm>
            <a:off x="1238350" y="1859650"/>
            <a:ext cx="2559000" cy="2613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pt-BR" sz="2000">
                <a:solidFill>
                  <a:schemeClr val="lt1"/>
                </a:solidFill>
                <a:latin typeface="Open Sans"/>
                <a:ea typeface="Open Sans"/>
                <a:cs typeface="Open Sans"/>
                <a:sym typeface="Open Sans"/>
              </a:rPr>
              <a:t>Localização </a:t>
            </a:r>
            <a:endParaRPr b="1" sz="2000">
              <a:solidFill>
                <a:schemeClr val="lt1"/>
              </a:solidFill>
              <a:latin typeface="Open Sans"/>
              <a:ea typeface="Open Sans"/>
              <a:cs typeface="Open Sans"/>
              <a:sym typeface="Open Sans"/>
            </a:endParaRPr>
          </a:p>
          <a:p>
            <a:pPr indent="0" lvl="0" marL="0" rtl="0" algn="l">
              <a:lnSpc>
                <a:spcPct val="115000"/>
              </a:lnSpc>
              <a:spcBef>
                <a:spcPts val="0"/>
              </a:spcBef>
              <a:spcAft>
                <a:spcPts val="0"/>
              </a:spcAft>
              <a:buNone/>
            </a:pPr>
            <a:r>
              <a:rPr b="1" lang="pt-BR" sz="2000">
                <a:solidFill>
                  <a:schemeClr val="lt1"/>
                </a:solidFill>
                <a:latin typeface="Open Sans"/>
                <a:ea typeface="Open Sans"/>
                <a:cs typeface="Open Sans"/>
                <a:sym typeface="Open Sans"/>
              </a:rPr>
              <a:t>Segmento</a:t>
            </a:r>
            <a:endParaRPr b="1" sz="2000">
              <a:solidFill>
                <a:schemeClr val="lt1"/>
              </a:solidFill>
              <a:latin typeface="Open Sans"/>
              <a:ea typeface="Open Sans"/>
              <a:cs typeface="Open Sans"/>
              <a:sym typeface="Open Sans"/>
            </a:endParaRPr>
          </a:p>
          <a:p>
            <a:pPr indent="0" lvl="0" marL="0" rtl="0" algn="l">
              <a:lnSpc>
                <a:spcPct val="115000"/>
              </a:lnSpc>
              <a:spcBef>
                <a:spcPts val="0"/>
              </a:spcBef>
              <a:spcAft>
                <a:spcPts val="0"/>
              </a:spcAft>
              <a:buNone/>
            </a:pPr>
            <a:r>
              <a:rPr b="1" lang="pt-BR" sz="2000">
                <a:solidFill>
                  <a:schemeClr val="lt1"/>
                </a:solidFill>
                <a:latin typeface="Open Sans"/>
                <a:ea typeface="Open Sans"/>
                <a:cs typeface="Open Sans"/>
                <a:sym typeface="Open Sans"/>
              </a:rPr>
              <a:t>Tamanho da empresa</a:t>
            </a:r>
            <a:endParaRPr b="1" sz="2000">
              <a:solidFill>
                <a:schemeClr val="lt1"/>
              </a:solidFill>
              <a:latin typeface="Open Sans"/>
              <a:ea typeface="Open Sans"/>
              <a:cs typeface="Open Sans"/>
              <a:sym typeface="Open Sans"/>
            </a:endParaRPr>
          </a:p>
          <a:p>
            <a:pPr indent="0" lvl="0" marL="0" rtl="0" algn="l">
              <a:lnSpc>
                <a:spcPct val="115000"/>
              </a:lnSpc>
              <a:spcBef>
                <a:spcPts val="0"/>
              </a:spcBef>
              <a:spcAft>
                <a:spcPts val="0"/>
              </a:spcAft>
              <a:buNone/>
            </a:pPr>
            <a:r>
              <a:rPr b="1" lang="pt-BR" sz="2000">
                <a:solidFill>
                  <a:schemeClr val="lt1"/>
                </a:solidFill>
                <a:latin typeface="Open Sans"/>
                <a:ea typeface="Open Sans"/>
                <a:cs typeface="Open Sans"/>
                <a:sym typeface="Open Sans"/>
              </a:rPr>
              <a:t>Funcionários </a:t>
            </a:r>
            <a:endParaRPr b="1" sz="2000">
              <a:solidFill>
                <a:schemeClr val="lt1"/>
              </a:solidFill>
              <a:latin typeface="Open Sans"/>
              <a:ea typeface="Open Sans"/>
              <a:cs typeface="Open Sans"/>
              <a:sym typeface="Open San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pic>
        <p:nvPicPr>
          <p:cNvPr descr="7046710739_ac81f898ca.jpg" id="849" name="Google Shape;849;p161"/>
          <p:cNvPicPr preferRelativeResize="0"/>
          <p:nvPr/>
        </p:nvPicPr>
        <p:blipFill>
          <a:blip r:embed="rId3">
            <a:alphaModFix/>
          </a:blip>
          <a:stretch>
            <a:fillRect/>
          </a:stretch>
        </p:blipFill>
        <p:spPr>
          <a:xfrm>
            <a:off x="0" y="-836645"/>
            <a:ext cx="9144000" cy="5980145"/>
          </a:xfrm>
          <a:prstGeom prst="rect">
            <a:avLst/>
          </a:prstGeom>
          <a:noFill/>
          <a:ln>
            <a:noFill/>
          </a:ln>
        </p:spPr>
      </p:pic>
      <p:sp>
        <p:nvSpPr>
          <p:cNvPr id="850" name="Google Shape;850;p161"/>
          <p:cNvSpPr/>
          <p:nvPr/>
        </p:nvSpPr>
        <p:spPr>
          <a:xfrm>
            <a:off x="-46375" y="-266300"/>
            <a:ext cx="9266100" cy="5446500"/>
          </a:xfrm>
          <a:prstGeom prst="rect">
            <a:avLst/>
          </a:prstGeom>
          <a:solidFill>
            <a:srgbClr val="434343">
              <a:alpha val="638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161"/>
          <p:cNvSpPr txBox="1"/>
          <p:nvPr/>
        </p:nvSpPr>
        <p:spPr>
          <a:xfrm>
            <a:off x="576975" y="641900"/>
            <a:ext cx="6579300" cy="8436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pt-BR" sz="1600">
                <a:solidFill>
                  <a:srgbClr val="FFFFFF"/>
                </a:solidFill>
                <a:latin typeface="Open Sans"/>
                <a:ea typeface="Open Sans"/>
                <a:cs typeface="Open Sans"/>
                <a:sym typeface="Open Sans"/>
              </a:rPr>
              <a:t>1° passo:</a:t>
            </a:r>
            <a:r>
              <a:rPr lang="pt-BR" sz="1600">
                <a:solidFill>
                  <a:srgbClr val="FFFFFF"/>
                </a:solidFill>
                <a:latin typeface="Open Sans"/>
                <a:ea typeface="Open Sans"/>
                <a:cs typeface="Open Sans"/>
                <a:sym typeface="Open Sans"/>
              </a:rPr>
              <a:t>  analisar nossa base de clientes para entender seu perfil. </a:t>
            </a:r>
            <a:endParaRPr/>
          </a:p>
        </p:txBody>
      </p:sp>
      <p:sp>
        <p:nvSpPr>
          <p:cNvPr id="852" name="Google Shape;852;p161"/>
          <p:cNvSpPr txBox="1"/>
          <p:nvPr>
            <p:ph idx="4294967295" type="title"/>
          </p:nvPr>
        </p:nvSpPr>
        <p:spPr>
          <a:xfrm>
            <a:off x="576975" y="227850"/>
            <a:ext cx="5862600" cy="46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BR" sz="3000">
                <a:solidFill>
                  <a:srgbClr val="FFFFFF"/>
                </a:solidFill>
                <a:latin typeface="Open Sans"/>
                <a:ea typeface="Open Sans"/>
                <a:cs typeface="Open Sans"/>
                <a:sym typeface="Open Sans"/>
              </a:rPr>
              <a:t># State of Clients </a:t>
            </a:r>
            <a:endParaRPr b="1" sz="3000">
              <a:solidFill>
                <a:srgbClr val="FFFFFF"/>
              </a:solidFill>
              <a:latin typeface="Open Sans"/>
              <a:ea typeface="Open Sans"/>
              <a:cs typeface="Open Sans"/>
              <a:sym typeface="Open Sans"/>
            </a:endParaRPr>
          </a:p>
        </p:txBody>
      </p:sp>
      <p:sp>
        <p:nvSpPr>
          <p:cNvPr id="853" name="Google Shape;853;p161"/>
          <p:cNvSpPr/>
          <p:nvPr/>
        </p:nvSpPr>
        <p:spPr>
          <a:xfrm>
            <a:off x="1050113" y="1962700"/>
            <a:ext cx="2962200" cy="2407200"/>
          </a:xfrm>
          <a:prstGeom prst="roundRect">
            <a:avLst>
              <a:gd fmla="val 1664" name="adj"/>
            </a:avLst>
          </a:prstGeom>
          <a:solidFill>
            <a:srgbClr val="00B050"/>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a:p>
        </p:txBody>
      </p:sp>
      <p:sp>
        <p:nvSpPr>
          <p:cNvPr id="854" name="Google Shape;854;p161"/>
          <p:cNvSpPr txBox="1"/>
          <p:nvPr/>
        </p:nvSpPr>
        <p:spPr>
          <a:xfrm>
            <a:off x="1357325" y="1361750"/>
            <a:ext cx="2347800" cy="843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pt-BR" sz="1600">
                <a:solidFill>
                  <a:srgbClr val="FFFFFF"/>
                </a:solidFill>
                <a:latin typeface="Open Sans"/>
                <a:ea typeface="Open Sans"/>
                <a:cs typeface="Open Sans"/>
                <a:sym typeface="Open Sans"/>
              </a:rPr>
              <a:t>Características</a:t>
            </a:r>
            <a:endParaRPr/>
          </a:p>
        </p:txBody>
      </p:sp>
      <p:sp>
        <p:nvSpPr>
          <p:cNvPr id="855" name="Google Shape;855;p161"/>
          <p:cNvSpPr/>
          <p:nvPr/>
        </p:nvSpPr>
        <p:spPr>
          <a:xfrm>
            <a:off x="5054338" y="1962700"/>
            <a:ext cx="2962200" cy="2407200"/>
          </a:xfrm>
          <a:prstGeom prst="roundRect">
            <a:avLst>
              <a:gd fmla="val 1961" name="adj"/>
            </a:avLst>
          </a:prstGeom>
          <a:solidFill>
            <a:srgbClr val="00B050"/>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a:p>
        </p:txBody>
      </p:sp>
      <p:sp>
        <p:nvSpPr>
          <p:cNvPr id="856" name="Google Shape;856;p161"/>
          <p:cNvSpPr txBox="1"/>
          <p:nvPr/>
        </p:nvSpPr>
        <p:spPr>
          <a:xfrm>
            <a:off x="5361550" y="1361750"/>
            <a:ext cx="2347800" cy="843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pt-BR" sz="1600">
                <a:solidFill>
                  <a:srgbClr val="FFFFFF"/>
                </a:solidFill>
                <a:latin typeface="Open Sans"/>
                <a:ea typeface="Open Sans"/>
                <a:cs typeface="Open Sans"/>
                <a:sym typeface="Open Sans"/>
              </a:rPr>
              <a:t>Indicadores</a:t>
            </a:r>
            <a:endParaRPr/>
          </a:p>
        </p:txBody>
      </p:sp>
      <p:sp>
        <p:nvSpPr>
          <p:cNvPr id="857" name="Google Shape;857;p161"/>
          <p:cNvSpPr/>
          <p:nvPr/>
        </p:nvSpPr>
        <p:spPr>
          <a:xfrm>
            <a:off x="4232688" y="2674600"/>
            <a:ext cx="678600" cy="678600"/>
          </a:xfrm>
          <a:prstGeom prst="mathPlus">
            <a:avLst>
              <a:gd fmla="val 23520" name="adj1"/>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161"/>
          <p:cNvSpPr txBox="1"/>
          <p:nvPr/>
        </p:nvSpPr>
        <p:spPr>
          <a:xfrm>
            <a:off x="1251725" y="1859650"/>
            <a:ext cx="2559000" cy="2613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pt-BR" sz="1600">
                <a:solidFill>
                  <a:schemeClr val="lt1"/>
                </a:solidFill>
                <a:latin typeface="Open Sans"/>
                <a:ea typeface="Open Sans"/>
                <a:cs typeface="Open Sans"/>
                <a:sym typeface="Open Sans"/>
              </a:rPr>
              <a:t>Localização </a:t>
            </a:r>
            <a:endParaRPr sz="1600">
              <a:solidFill>
                <a:schemeClr val="lt1"/>
              </a:solidFill>
              <a:latin typeface="Open Sans"/>
              <a:ea typeface="Open Sans"/>
              <a:cs typeface="Open Sans"/>
              <a:sym typeface="Open Sans"/>
            </a:endParaRPr>
          </a:p>
          <a:p>
            <a:pPr indent="0" lvl="0" marL="0" rtl="0" algn="l">
              <a:lnSpc>
                <a:spcPct val="115000"/>
              </a:lnSpc>
              <a:spcBef>
                <a:spcPts val="0"/>
              </a:spcBef>
              <a:spcAft>
                <a:spcPts val="0"/>
              </a:spcAft>
              <a:buNone/>
            </a:pPr>
            <a:r>
              <a:rPr lang="pt-BR" sz="1600">
                <a:solidFill>
                  <a:schemeClr val="lt1"/>
                </a:solidFill>
                <a:latin typeface="Open Sans"/>
                <a:ea typeface="Open Sans"/>
                <a:cs typeface="Open Sans"/>
                <a:sym typeface="Open Sans"/>
              </a:rPr>
              <a:t>Segmento</a:t>
            </a:r>
            <a:endParaRPr sz="1600">
              <a:solidFill>
                <a:schemeClr val="lt1"/>
              </a:solidFill>
              <a:latin typeface="Open Sans"/>
              <a:ea typeface="Open Sans"/>
              <a:cs typeface="Open Sans"/>
              <a:sym typeface="Open Sans"/>
            </a:endParaRPr>
          </a:p>
          <a:p>
            <a:pPr indent="0" lvl="0" marL="0" rtl="0" algn="l">
              <a:lnSpc>
                <a:spcPct val="115000"/>
              </a:lnSpc>
              <a:spcBef>
                <a:spcPts val="0"/>
              </a:spcBef>
              <a:spcAft>
                <a:spcPts val="0"/>
              </a:spcAft>
              <a:buNone/>
            </a:pPr>
            <a:r>
              <a:rPr lang="pt-BR" sz="1600">
                <a:solidFill>
                  <a:schemeClr val="lt1"/>
                </a:solidFill>
                <a:latin typeface="Open Sans"/>
                <a:ea typeface="Open Sans"/>
                <a:cs typeface="Open Sans"/>
                <a:sym typeface="Open Sans"/>
              </a:rPr>
              <a:t>Tamanho da empresa</a:t>
            </a:r>
            <a:endParaRPr sz="1600">
              <a:solidFill>
                <a:schemeClr val="lt1"/>
              </a:solidFill>
              <a:latin typeface="Open Sans"/>
              <a:ea typeface="Open Sans"/>
              <a:cs typeface="Open Sans"/>
              <a:sym typeface="Open Sans"/>
            </a:endParaRPr>
          </a:p>
          <a:p>
            <a:pPr indent="0" lvl="0" marL="0" rtl="0" algn="l">
              <a:lnSpc>
                <a:spcPct val="115000"/>
              </a:lnSpc>
              <a:spcBef>
                <a:spcPts val="0"/>
              </a:spcBef>
              <a:spcAft>
                <a:spcPts val="0"/>
              </a:spcAft>
              <a:buNone/>
            </a:pPr>
            <a:r>
              <a:rPr lang="pt-BR" sz="1600">
                <a:solidFill>
                  <a:schemeClr val="lt1"/>
                </a:solidFill>
                <a:latin typeface="Open Sans"/>
                <a:ea typeface="Open Sans"/>
                <a:cs typeface="Open Sans"/>
                <a:sym typeface="Open Sans"/>
              </a:rPr>
              <a:t>Funcionários </a:t>
            </a:r>
            <a:r>
              <a:rPr lang="pt-BR" sz="1600">
                <a:solidFill>
                  <a:schemeClr val="lt1"/>
                </a:solidFill>
                <a:latin typeface="Open Sans"/>
                <a:ea typeface="Open Sans"/>
                <a:cs typeface="Open Sans"/>
                <a:sym typeface="Open Sans"/>
              </a:rPr>
              <a:t>dedicados a marketing</a:t>
            </a:r>
            <a:endParaRPr sz="1600">
              <a:solidFill>
                <a:schemeClr val="lt1"/>
              </a:solidFill>
              <a:latin typeface="Open Sans"/>
              <a:ea typeface="Open Sans"/>
              <a:cs typeface="Open Sans"/>
              <a:sym typeface="Open Sans"/>
            </a:endParaRPr>
          </a:p>
          <a:p>
            <a:pPr indent="0" lvl="0" marL="0" rtl="0" algn="l">
              <a:lnSpc>
                <a:spcPct val="115000"/>
              </a:lnSpc>
              <a:spcBef>
                <a:spcPts val="0"/>
              </a:spcBef>
              <a:spcAft>
                <a:spcPts val="0"/>
              </a:spcAft>
              <a:buNone/>
            </a:pPr>
            <a:r>
              <a:rPr lang="pt-BR" sz="1600">
                <a:solidFill>
                  <a:schemeClr val="lt1"/>
                </a:solidFill>
                <a:latin typeface="Open Sans"/>
                <a:ea typeface="Open Sans"/>
                <a:cs typeface="Open Sans"/>
                <a:sym typeface="Open Sans"/>
              </a:rPr>
              <a:t>Maturidade digital</a:t>
            </a:r>
            <a:endParaRPr/>
          </a:p>
        </p:txBody>
      </p:sp>
      <p:sp>
        <p:nvSpPr>
          <p:cNvPr id="859" name="Google Shape;859;p161"/>
          <p:cNvSpPr txBox="1"/>
          <p:nvPr/>
        </p:nvSpPr>
        <p:spPr>
          <a:xfrm>
            <a:off x="5264050" y="1587850"/>
            <a:ext cx="3000000" cy="3000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pt-BR" sz="1600">
                <a:solidFill>
                  <a:schemeClr val="lt1"/>
                </a:solidFill>
                <a:latin typeface="Open Sans"/>
                <a:ea typeface="Open Sans"/>
                <a:cs typeface="Open Sans"/>
                <a:sym typeface="Open Sans"/>
              </a:rPr>
              <a:t>Ticket médio</a:t>
            </a:r>
            <a:endParaRPr sz="1600">
              <a:solidFill>
                <a:schemeClr val="lt1"/>
              </a:solidFill>
              <a:latin typeface="Open Sans"/>
              <a:ea typeface="Open Sans"/>
              <a:cs typeface="Open Sans"/>
              <a:sym typeface="Open Sans"/>
            </a:endParaRPr>
          </a:p>
          <a:p>
            <a:pPr indent="0" lvl="0" marL="0" rtl="0" algn="l">
              <a:lnSpc>
                <a:spcPct val="115000"/>
              </a:lnSpc>
              <a:spcBef>
                <a:spcPts val="0"/>
              </a:spcBef>
              <a:spcAft>
                <a:spcPts val="0"/>
              </a:spcAft>
              <a:buNone/>
            </a:pPr>
            <a:r>
              <a:rPr lang="pt-BR" sz="1600">
                <a:solidFill>
                  <a:schemeClr val="lt1"/>
                </a:solidFill>
                <a:latin typeface="Open Sans"/>
                <a:ea typeface="Open Sans"/>
                <a:cs typeface="Open Sans"/>
                <a:sym typeface="Open Sans"/>
              </a:rPr>
              <a:t>Churn</a:t>
            </a:r>
            <a:endParaRPr sz="1600">
              <a:solidFill>
                <a:schemeClr val="lt1"/>
              </a:solidFill>
              <a:latin typeface="Open Sans"/>
              <a:ea typeface="Open Sans"/>
              <a:cs typeface="Open Sans"/>
              <a:sym typeface="Open Sans"/>
            </a:endParaRPr>
          </a:p>
          <a:p>
            <a:pPr indent="0" lvl="0" marL="0" rtl="0" algn="l">
              <a:lnSpc>
                <a:spcPct val="115000"/>
              </a:lnSpc>
              <a:spcBef>
                <a:spcPts val="0"/>
              </a:spcBef>
              <a:spcAft>
                <a:spcPts val="0"/>
              </a:spcAft>
              <a:buNone/>
            </a:pPr>
            <a:r>
              <a:rPr lang="pt-BR" sz="1600">
                <a:solidFill>
                  <a:schemeClr val="lt1"/>
                </a:solidFill>
                <a:latin typeface="Open Sans"/>
                <a:ea typeface="Open Sans"/>
                <a:cs typeface="Open Sans"/>
                <a:sym typeface="Open Sans"/>
              </a:rPr>
              <a:t>Quantidade de clientes</a:t>
            </a:r>
            <a:endParaRPr sz="1600">
              <a:solidFill>
                <a:schemeClr val="lt1"/>
              </a:solidFill>
              <a:latin typeface="Open Sans"/>
              <a:ea typeface="Open Sans"/>
              <a:cs typeface="Open Sans"/>
              <a:sym typeface="Open Sans"/>
            </a:endParaRPr>
          </a:p>
          <a:p>
            <a:pPr indent="0" lvl="0" marL="0" rtl="0" algn="l">
              <a:lnSpc>
                <a:spcPct val="115000"/>
              </a:lnSpc>
              <a:spcBef>
                <a:spcPts val="0"/>
              </a:spcBef>
              <a:spcAft>
                <a:spcPts val="0"/>
              </a:spcAft>
              <a:buNone/>
            </a:pPr>
            <a:r>
              <a:rPr lang="pt-BR" sz="1600">
                <a:solidFill>
                  <a:schemeClr val="lt1"/>
                </a:solidFill>
                <a:latin typeface="Open Sans"/>
                <a:ea typeface="Open Sans"/>
                <a:cs typeface="Open Sans"/>
                <a:sym typeface="Open Sans"/>
              </a:rPr>
              <a:t>LTV</a:t>
            </a:r>
            <a:endParaRPr sz="1600">
              <a:solidFill>
                <a:schemeClr val="lt1"/>
              </a:solidFill>
              <a:latin typeface="Open Sans"/>
              <a:ea typeface="Open Sans"/>
              <a:cs typeface="Open Sans"/>
              <a:sym typeface="Open Sans"/>
            </a:endParaRPr>
          </a:p>
          <a:p>
            <a:pPr indent="0" lvl="0" marL="0" rtl="0" algn="l">
              <a:lnSpc>
                <a:spcPct val="115000"/>
              </a:lnSpc>
              <a:spcBef>
                <a:spcPts val="0"/>
              </a:spcBef>
              <a:spcAft>
                <a:spcPts val="0"/>
              </a:spcAft>
              <a:buNone/>
            </a:pPr>
            <a:r>
              <a:rPr lang="pt-BR" sz="1600">
                <a:solidFill>
                  <a:schemeClr val="lt1"/>
                </a:solidFill>
                <a:latin typeface="Open Sans"/>
                <a:ea typeface="Open Sans"/>
                <a:cs typeface="Open Sans"/>
                <a:sym typeface="Open Sans"/>
              </a:rPr>
              <a:t>Tempo médio de vida</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pic>
        <p:nvPicPr>
          <p:cNvPr descr="landscape-with-mountains-and-tourists.jpg" id="864" name="Google Shape;864;p162"/>
          <p:cNvPicPr preferRelativeResize="0"/>
          <p:nvPr/>
        </p:nvPicPr>
        <p:blipFill rotWithShape="1">
          <a:blip r:embed="rId3">
            <a:alphaModFix/>
          </a:blip>
          <a:srcRect b="6797" l="0" r="5168" t="14438"/>
          <a:stretch/>
        </p:blipFill>
        <p:spPr>
          <a:xfrm>
            <a:off x="0" y="0"/>
            <a:ext cx="9295336" cy="5143501"/>
          </a:xfrm>
          <a:prstGeom prst="rect">
            <a:avLst/>
          </a:prstGeom>
          <a:noFill/>
          <a:ln>
            <a:noFill/>
          </a:ln>
        </p:spPr>
      </p:pic>
      <p:sp>
        <p:nvSpPr>
          <p:cNvPr id="865" name="Google Shape;865;p162"/>
          <p:cNvSpPr txBox="1"/>
          <p:nvPr/>
        </p:nvSpPr>
        <p:spPr>
          <a:xfrm>
            <a:off x="974450" y="1071750"/>
            <a:ext cx="7388400" cy="3000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1600"/>
              </a:spcAft>
              <a:buNone/>
            </a:pPr>
            <a:r>
              <a:rPr b="1" lang="pt-BR" sz="3600">
                <a:solidFill>
                  <a:srgbClr val="FFFFFF"/>
                </a:solidFill>
                <a:latin typeface="Open Sans"/>
                <a:ea typeface="Open Sans"/>
                <a:cs typeface="Open Sans"/>
                <a:sym typeface="Open Sans"/>
              </a:rPr>
              <a:t>E o mercado, reflete a nossa base de clientes?</a:t>
            </a:r>
            <a:endParaRPr b="1" sz="3600">
              <a:solidFill>
                <a:srgbClr val="FFFFFF"/>
              </a:solidFill>
              <a:latin typeface="Open Sans"/>
              <a:ea typeface="Open Sans"/>
              <a:cs typeface="Open Sans"/>
              <a:sym typeface="Open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pic>
        <p:nvPicPr>
          <p:cNvPr descr="landscape-with-mountains-and-tourists.jpg" id="870" name="Google Shape;870;p163"/>
          <p:cNvPicPr preferRelativeResize="0"/>
          <p:nvPr/>
        </p:nvPicPr>
        <p:blipFill rotWithShape="1">
          <a:blip r:embed="rId3">
            <a:alphaModFix/>
          </a:blip>
          <a:srcRect b="6797" l="0" r="5168" t="14438"/>
          <a:stretch/>
        </p:blipFill>
        <p:spPr>
          <a:xfrm>
            <a:off x="0" y="0"/>
            <a:ext cx="9295336" cy="5143501"/>
          </a:xfrm>
          <a:prstGeom prst="rect">
            <a:avLst/>
          </a:prstGeom>
          <a:noFill/>
          <a:ln>
            <a:noFill/>
          </a:ln>
        </p:spPr>
      </p:pic>
      <p:sp>
        <p:nvSpPr>
          <p:cNvPr id="871" name="Google Shape;871;p163"/>
          <p:cNvSpPr/>
          <p:nvPr/>
        </p:nvSpPr>
        <p:spPr>
          <a:xfrm>
            <a:off x="724025" y="1242489"/>
            <a:ext cx="4086300" cy="1798500"/>
          </a:xfrm>
          <a:prstGeom prst="rect">
            <a:avLst/>
          </a:prstGeom>
          <a:solidFill>
            <a:srgbClr val="00B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63"/>
          <p:cNvSpPr txBox="1"/>
          <p:nvPr/>
        </p:nvSpPr>
        <p:spPr>
          <a:xfrm>
            <a:off x="892450" y="751889"/>
            <a:ext cx="3659100" cy="309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000"/>
              </a:spcBef>
              <a:spcAft>
                <a:spcPts val="1600"/>
              </a:spcAft>
              <a:buNone/>
            </a:pPr>
            <a:r>
              <a:rPr lang="pt-BR" sz="1600">
                <a:solidFill>
                  <a:srgbClr val="FFFFFF"/>
                </a:solidFill>
                <a:latin typeface="Open Sans"/>
                <a:ea typeface="Open Sans"/>
                <a:cs typeface="Open Sans"/>
                <a:sym typeface="Open Sans"/>
              </a:rPr>
              <a:t>E</a:t>
            </a:r>
            <a:r>
              <a:rPr lang="pt-BR" sz="1600">
                <a:solidFill>
                  <a:srgbClr val="FFFFFF"/>
                </a:solidFill>
                <a:latin typeface="Open Sans"/>
                <a:ea typeface="Open Sans"/>
                <a:cs typeface="Open Sans"/>
                <a:sym typeface="Open Sans"/>
              </a:rPr>
              <a:t>ntender o tamanho do mercado e onde estão as oportunidades. Criamos um coeficiente comum que ajuda a simplificar análises para decisões estratégicas.</a:t>
            </a:r>
            <a:endParaRPr sz="1600">
              <a:solidFill>
                <a:srgbClr val="FFFFFF"/>
              </a:solidFill>
              <a:latin typeface="Open Sans"/>
              <a:ea typeface="Open Sans"/>
              <a:cs typeface="Open Sans"/>
              <a:sym typeface="Open Sans"/>
            </a:endParaRPr>
          </a:p>
        </p:txBody>
      </p:sp>
      <p:sp>
        <p:nvSpPr>
          <p:cNvPr id="873" name="Google Shape;873;p163"/>
          <p:cNvSpPr txBox="1"/>
          <p:nvPr>
            <p:ph idx="4294967295" type="title"/>
          </p:nvPr>
        </p:nvSpPr>
        <p:spPr>
          <a:xfrm>
            <a:off x="561500" y="436675"/>
            <a:ext cx="5862600" cy="46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BR" sz="3000">
                <a:solidFill>
                  <a:srgbClr val="FFFFFF"/>
                </a:solidFill>
                <a:latin typeface="Open Sans"/>
                <a:ea typeface="Open Sans"/>
                <a:cs typeface="Open Sans"/>
                <a:sym typeface="Open Sans"/>
              </a:rPr>
              <a:t># Market Scoreboard </a:t>
            </a:r>
            <a:endParaRPr b="1" sz="3000">
              <a:solidFill>
                <a:srgbClr val="FFFFFF"/>
              </a:solidFill>
              <a:latin typeface="Open Sans"/>
              <a:ea typeface="Open Sans"/>
              <a:cs typeface="Open Sans"/>
              <a:sym typeface="Open Sans"/>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164"/>
          <p:cNvSpPr/>
          <p:nvPr/>
        </p:nvSpPr>
        <p:spPr>
          <a:xfrm>
            <a:off x="724025" y="2133875"/>
            <a:ext cx="4086300" cy="801900"/>
          </a:xfrm>
          <a:prstGeom prst="rect">
            <a:avLst/>
          </a:prstGeom>
          <a:solidFill>
            <a:srgbClr val="674E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elephant-dog-friendship-bubbles-and-bella-4.jpg" id="879" name="Google Shape;879;p164"/>
          <p:cNvPicPr preferRelativeResize="0"/>
          <p:nvPr/>
        </p:nvPicPr>
        <p:blipFill>
          <a:blip r:embed="rId3">
            <a:alphaModFix/>
          </a:blip>
          <a:stretch>
            <a:fillRect/>
          </a:stretch>
        </p:blipFill>
        <p:spPr>
          <a:xfrm>
            <a:off x="0" y="0"/>
            <a:ext cx="9144001" cy="5268190"/>
          </a:xfrm>
          <a:prstGeom prst="rect">
            <a:avLst/>
          </a:prstGeom>
          <a:noFill/>
          <a:ln>
            <a:noFill/>
          </a:ln>
        </p:spPr>
      </p:pic>
      <p:sp>
        <p:nvSpPr>
          <p:cNvPr id="880" name="Google Shape;880;p164"/>
          <p:cNvSpPr txBox="1"/>
          <p:nvPr/>
        </p:nvSpPr>
        <p:spPr>
          <a:xfrm>
            <a:off x="1050650" y="1300350"/>
            <a:ext cx="7388400" cy="3000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pt-BR" sz="3600">
                <a:solidFill>
                  <a:srgbClr val="FFFFFF"/>
                </a:solidFill>
                <a:latin typeface="Open Sans"/>
                <a:ea typeface="Open Sans"/>
                <a:cs typeface="Open Sans"/>
                <a:sym typeface="Open Sans"/>
              </a:rPr>
              <a:t>Afinal, quem é o nosso cliente ideal?</a:t>
            </a:r>
            <a:endParaRPr b="1" sz="3600">
              <a:solidFill>
                <a:srgbClr val="FFFFFF"/>
              </a:solidFill>
              <a:latin typeface="Open Sans"/>
              <a:ea typeface="Open Sans"/>
              <a:cs typeface="Open Sans"/>
              <a:sym typeface="Open San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84" name="Shape 884"/>
        <p:cNvGrpSpPr/>
        <p:nvPr/>
      </p:nvGrpSpPr>
      <p:grpSpPr>
        <a:xfrm>
          <a:off x="0" y="0"/>
          <a:ext cx="0" cy="0"/>
          <a:chOff x="0" y="0"/>
          <a:chExt cx="0" cy="0"/>
        </a:xfrm>
      </p:grpSpPr>
      <p:sp>
        <p:nvSpPr>
          <p:cNvPr id="885" name="Google Shape;885;p165"/>
          <p:cNvSpPr txBox="1"/>
          <p:nvPr/>
        </p:nvSpPr>
        <p:spPr>
          <a:xfrm>
            <a:off x="962100" y="1071750"/>
            <a:ext cx="7043100" cy="3000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pt-BR" sz="2200">
                <a:solidFill>
                  <a:srgbClr val="FFFFFF"/>
                </a:solidFill>
                <a:latin typeface="Open Sans"/>
                <a:ea typeface="Open Sans"/>
                <a:cs typeface="Open Sans"/>
                <a:sym typeface="Open Sans"/>
              </a:rPr>
              <a:t>O Ideal Customer Profile é uma descrição que </a:t>
            </a:r>
            <a:endParaRPr b="1" sz="2200">
              <a:solidFill>
                <a:srgbClr val="FFFFFF"/>
              </a:solidFill>
              <a:latin typeface="Open Sans"/>
              <a:ea typeface="Open Sans"/>
              <a:cs typeface="Open Sans"/>
              <a:sym typeface="Open Sans"/>
            </a:endParaRPr>
          </a:p>
          <a:p>
            <a:pPr indent="0" lvl="0" marL="0" rtl="0" algn="ctr">
              <a:spcBef>
                <a:spcPts val="0"/>
              </a:spcBef>
              <a:spcAft>
                <a:spcPts val="0"/>
              </a:spcAft>
              <a:buNone/>
            </a:pPr>
            <a:r>
              <a:rPr b="1" lang="pt-BR" sz="2200">
                <a:solidFill>
                  <a:srgbClr val="FFFFFF"/>
                </a:solidFill>
                <a:latin typeface="Open Sans"/>
                <a:ea typeface="Open Sans"/>
                <a:cs typeface="Open Sans"/>
                <a:sym typeface="Open Sans"/>
              </a:rPr>
              <a:t>resume o seu melhor cliente. Ele se identifica com o seu negócio, confia em você, é engajado e tem suas necessidades supridas com bons resultados.</a:t>
            </a:r>
            <a:endParaRPr b="1" sz="2200">
              <a:solidFill>
                <a:srgbClr val="FFFFFF"/>
              </a:solidFill>
              <a:latin typeface="Open Sans"/>
              <a:ea typeface="Open Sans"/>
              <a:cs typeface="Open Sans"/>
              <a:sym typeface="Open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89" name="Shape 889"/>
        <p:cNvGrpSpPr/>
        <p:nvPr/>
      </p:nvGrpSpPr>
      <p:grpSpPr>
        <a:xfrm>
          <a:off x="0" y="0"/>
          <a:ext cx="0" cy="0"/>
          <a:chOff x="0" y="0"/>
          <a:chExt cx="0" cy="0"/>
        </a:xfrm>
      </p:grpSpPr>
      <p:sp>
        <p:nvSpPr>
          <p:cNvPr id="890" name="Google Shape;890;p166"/>
          <p:cNvSpPr txBox="1"/>
          <p:nvPr/>
        </p:nvSpPr>
        <p:spPr>
          <a:xfrm>
            <a:off x="962100" y="1071750"/>
            <a:ext cx="7043100" cy="3000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pt-BR" sz="4800">
                <a:solidFill>
                  <a:srgbClr val="FFFFFF"/>
                </a:solidFill>
                <a:latin typeface="Open Sans"/>
                <a:ea typeface="Open Sans"/>
                <a:cs typeface="Open Sans"/>
                <a:sym typeface="Open Sans"/>
              </a:rPr>
              <a:t>!</a:t>
            </a:r>
            <a:endParaRPr b="1" sz="4800">
              <a:solidFill>
                <a:srgbClr val="FFFFFF"/>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b="1" lang="pt-BR" sz="2200">
                <a:solidFill>
                  <a:srgbClr val="FFFFFF"/>
                </a:solidFill>
                <a:latin typeface="Open Sans"/>
                <a:ea typeface="Open Sans"/>
                <a:cs typeface="Open Sans"/>
                <a:sym typeface="Open Sans"/>
              </a:rPr>
              <a:t>Ainda não é uma descrição de buyer persona;</a:t>
            </a:r>
            <a:endParaRPr b="1" sz="2200">
              <a:solidFill>
                <a:srgbClr val="FFFFFF"/>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b="1" lang="pt-BR" sz="2200">
                <a:solidFill>
                  <a:srgbClr val="FFFFFF"/>
                </a:solidFill>
                <a:latin typeface="Open Sans"/>
                <a:ea typeface="Open Sans"/>
                <a:cs typeface="Open Sans"/>
                <a:sym typeface="Open Sans"/>
              </a:rPr>
              <a:t>Não é um perfil exclusivo nem é estático;</a:t>
            </a:r>
            <a:endParaRPr b="1" sz="2200">
              <a:solidFill>
                <a:srgbClr val="FFFFFF"/>
              </a:solidFill>
              <a:latin typeface="Open Sans"/>
              <a:ea typeface="Open Sans"/>
              <a:cs typeface="Open Sans"/>
              <a:sym typeface="Open Sans"/>
            </a:endParaRPr>
          </a:p>
          <a:p>
            <a:pPr indent="0" lvl="0" marL="0" rtl="0" algn="l">
              <a:spcBef>
                <a:spcPts val="0"/>
              </a:spcBef>
              <a:spcAft>
                <a:spcPts val="0"/>
              </a:spcAft>
              <a:buNone/>
            </a:pPr>
            <a:r>
              <a:rPr b="1" lang="pt-BR" sz="2200">
                <a:solidFill>
                  <a:srgbClr val="FFFFFF"/>
                </a:solidFill>
                <a:latin typeface="Open Sans"/>
                <a:ea typeface="Open Sans"/>
                <a:cs typeface="Open Sans"/>
                <a:sym typeface="Open Sans"/>
              </a:rPr>
              <a:t>Não é o único tipo de pessoa com quem você </a:t>
            </a:r>
            <a:endParaRPr b="1" sz="2200">
              <a:solidFill>
                <a:srgbClr val="FFFFFF"/>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b="1" lang="pt-BR" sz="2200">
                <a:solidFill>
                  <a:srgbClr val="FFFFFF"/>
                </a:solidFill>
                <a:latin typeface="Open Sans"/>
                <a:ea typeface="Open Sans"/>
                <a:cs typeface="Open Sans"/>
                <a:sym typeface="Open Sans"/>
              </a:rPr>
              <a:t>fará negócio.</a:t>
            </a:r>
            <a:endParaRPr b="1" sz="2200">
              <a:solidFill>
                <a:srgbClr val="FFFFFF"/>
              </a:solidFill>
              <a:latin typeface="Open Sans"/>
              <a:ea typeface="Open Sans"/>
              <a:cs typeface="Open Sans"/>
              <a:sym typeface="Open Sans"/>
            </a:endParaRPr>
          </a:p>
          <a:p>
            <a:pPr indent="0" lvl="0" marL="0" rtl="0" algn="ctr">
              <a:spcBef>
                <a:spcPts val="0"/>
              </a:spcBef>
              <a:spcAft>
                <a:spcPts val="0"/>
              </a:spcAft>
              <a:buNone/>
            </a:pPr>
            <a:r>
              <a:t/>
            </a:r>
            <a:endParaRPr b="1" sz="2200">
              <a:solidFill>
                <a:srgbClr val="FFFFFF"/>
              </a:solidFill>
              <a:latin typeface="Open Sans"/>
              <a:ea typeface="Open Sans"/>
              <a:cs typeface="Open Sans"/>
              <a:sym typeface="Open San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167"/>
          <p:cNvSpPr txBox="1"/>
          <p:nvPr/>
        </p:nvSpPr>
        <p:spPr>
          <a:xfrm>
            <a:off x="476450" y="1249700"/>
            <a:ext cx="8208300" cy="30591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Clr>
                <a:srgbClr val="434343"/>
              </a:buClr>
              <a:buSzPts val="1600"/>
              <a:buFont typeface="Open Sans"/>
              <a:buChar char="●"/>
            </a:pPr>
            <a:r>
              <a:rPr lang="pt-BR" sz="1600">
                <a:solidFill>
                  <a:srgbClr val="434343"/>
                </a:solidFill>
                <a:latin typeface="Open Sans"/>
                <a:ea typeface="Open Sans"/>
                <a:cs typeface="Open Sans"/>
                <a:sym typeface="Open Sans"/>
              </a:rPr>
              <a:t>O que é sucesso?</a:t>
            </a:r>
            <a:endParaRPr sz="1600">
              <a:solidFill>
                <a:srgbClr val="434343"/>
              </a:solidFill>
              <a:latin typeface="Open Sans"/>
              <a:ea typeface="Open Sans"/>
              <a:cs typeface="Open Sans"/>
              <a:sym typeface="Open Sans"/>
            </a:endParaRPr>
          </a:p>
          <a:p>
            <a:pPr indent="-304800" lvl="1" marL="914400" rtl="0" algn="l">
              <a:lnSpc>
                <a:spcPct val="150000"/>
              </a:lnSpc>
              <a:spcBef>
                <a:spcPts val="0"/>
              </a:spcBef>
              <a:spcAft>
                <a:spcPts val="0"/>
              </a:spcAft>
              <a:buClr>
                <a:srgbClr val="434343"/>
              </a:buClr>
              <a:buSzPts val="1200"/>
              <a:buFont typeface="Open Sans"/>
              <a:buChar char="○"/>
            </a:pPr>
            <a:r>
              <a:rPr lang="pt-BR" sz="1200">
                <a:solidFill>
                  <a:srgbClr val="434343"/>
                </a:solidFill>
                <a:latin typeface="Open Sans"/>
                <a:ea typeface="Open Sans"/>
                <a:cs typeface="Open Sans"/>
                <a:sym typeface="Open Sans"/>
              </a:rPr>
              <a:t>Alto Ticket médio</a:t>
            </a:r>
            <a:endParaRPr sz="1200">
              <a:solidFill>
                <a:srgbClr val="434343"/>
              </a:solidFill>
              <a:latin typeface="Open Sans"/>
              <a:ea typeface="Open Sans"/>
              <a:cs typeface="Open Sans"/>
              <a:sym typeface="Open Sans"/>
            </a:endParaRPr>
          </a:p>
          <a:p>
            <a:pPr indent="-304800" lvl="1" marL="914400" rtl="0" algn="l">
              <a:lnSpc>
                <a:spcPct val="150000"/>
              </a:lnSpc>
              <a:spcBef>
                <a:spcPts val="0"/>
              </a:spcBef>
              <a:spcAft>
                <a:spcPts val="0"/>
              </a:spcAft>
              <a:buClr>
                <a:srgbClr val="434343"/>
              </a:buClr>
              <a:buSzPts val="1200"/>
              <a:buFont typeface="Open Sans"/>
              <a:buChar char="○"/>
            </a:pPr>
            <a:r>
              <a:rPr lang="pt-BR" sz="1200">
                <a:solidFill>
                  <a:srgbClr val="434343"/>
                </a:solidFill>
                <a:latin typeface="Open Sans"/>
                <a:ea typeface="Open Sans"/>
                <a:cs typeface="Open Sans"/>
                <a:sym typeface="Open Sans"/>
              </a:rPr>
              <a:t>Alto LTV</a:t>
            </a:r>
            <a:endParaRPr sz="1200">
              <a:solidFill>
                <a:srgbClr val="434343"/>
              </a:solidFill>
              <a:latin typeface="Open Sans"/>
              <a:ea typeface="Open Sans"/>
              <a:cs typeface="Open Sans"/>
              <a:sym typeface="Open Sans"/>
            </a:endParaRPr>
          </a:p>
          <a:p>
            <a:pPr indent="-304800" lvl="1" marL="914400" rtl="0" algn="l">
              <a:lnSpc>
                <a:spcPct val="150000"/>
              </a:lnSpc>
              <a:spcBef>
                <a:spcPts val="0"/>
              </a:spcBef>
              <a:spcAft>
                <a:spcPts val="0"/>
              </a:spcAft>
              <a:buClr>
                <a:srgbClr val="434343"/>
              </a:buClr>
              <a:buSzPts val="1200"/>
              <a:buFont typeface="Open Sans"/>
              <a:buChar char="○"/>
            </a:pPr>
            <a:r>
              <a:rPr lang="pt-BR" sz="1200">
                <a:solidFill>
                  <a:srgbClr val="434343"/>
                </a:solidFill>
                <a:latin typeface="Open Sans"/>
                <a:ea typeface="Open Sans"/>
                <a:cs typeface="Open Sans"/>
                <a:sym typeface="Open Sans"/>
              </a:rPr>
              <a:t>Baixo ciclo de venda</a:t>
            </a:r>
            <a:endParaRPr sz="1200">
              <a:solidFill>
                <a:srgbClr val="434343"/>
              </a:solidFill>
              <a:latin typeface="Open Sans"/>
              <a:ea typeface="Open Sans"/>
              <a:cs typeface="Open Sans"/>
              <a:sym typeface="Open Sans"/>
            </a:endParaRPr>
          </a:p>
          <a:p>
            <a:pPr indent="0" lvl="0" marL="0" rtl="0" algn="l">
              <a:lnSpc>
                <a:spcPct val="150000"/>
              </a:lnSpc>
              <a:spcBef>
                <a:spcPts val="1600"/>
              </a:spcBef>
              <a:spcAft>
                <a:spcPts val="0"/>
              </a:spcAft>
              <a:buNone/>
            </a:pPr>
            <a:r>
              <a:t/>
            </a:r>
            <a:endParaRPr sz="600">
              <a:solidFill>
                <a:srgbClr val="434343"/>
              </a:solidFill>
              <a:latin typeface="Open Sans"/>
              <a:ea typeface="Open Sans"/>
              <a:cs typeface="Open Sans"/>
              <a:sym typeface="Open Sans"/>
            </a:endParaRPr>
          </a:p>
          <a:p>
            <a:pPr indent="-330200" lvl="0" marL="457200" rtl="0" algn="l">
              <a:lnSpc>
                <a:spcPct val="150000"/>
              </a:lnSpc>
              <a:spcBef>
                <a:spcPts val="1600"/>
              </a:spcBef>
              <a:spcAft>
                <a:spcPts val="0"/>
              </a:spcAft>
              <a:buClr>
                <a:srgbClr val="434343"/>
              </a:buClr>
              <a:buSzPts val="1600"/>
              <a:buFont typeface="Open Sans"/>
              <a:buChar char="●"/>
            </a:pPr>
            <a:r>
              <a:rPr lang="pt-BR" sz="1600">
                <a:solidFill>
                  <a:srgbClr val="434343"/>
                </a:solidFill>
                <a:latin typeface="Open Sans"/>
                <a:ea typeface="Open Sans"/>
                <a:cs typeface="Open Sans"/>
                <a:sym typeface="Open Sans"/>
              </a:rPr>
              <a:t>O que não é sucesso?</a:t>
            </a:r>
            <a:endParaRPr sz="1600">
              <a:solidFill>
                <a:srgbClr val="434343"/>
              </a:solidFill>
              <a:latin typeface="Open Sans"/>
              <a:ea typeface="Open Sans"/>
              <a:cs typeface="Open Sans"/>
              <a:sym typeface="Open Sans"/>
            </a:endParaRPr>
          </a:p>
          <a:p>
            <a:pPr indent="-304800" lvl="1" marL="914400" rtl="0" algn="l">
              <a:lnSpc>
                <a:spcPct val="150000"/>
              </a:lnSpc>
              <a:spcBef>
                <a:spcPts val="0"/>
              </a:spcBef>
              <a:spcAft>
                <a:spcPts val="0"/>
              </a:spcAft>
              <a:buClr>
                <a:srgbClr val="434343"/>
              </a:buClr>
              <a:buSzPts val="1200"/>
              <a:buFont typeface="Open Sans"/>
              <a:buChar char="○"/>
            </a:pPr>
            <a:r>
              <a:rPr lang="pt-BR" sz="1200">
                <a:solidFill>
                  <a:srgbClr val="434343"/>
                </a:solidFill>
                <a:latin typeface="Open Sans"/>
                <a:ea typeface="Open Sans"/>
                <a:cs typeface="Open Sans"/>
                <a:sym typeface="Open Sans"/>
              </a:rPr>
              <a:t>Churn com menos de 9 meses</a:t>
            </a:r>
            <a:endParaRPr sz="1200">
              <a:solidFill>
                <a:srgbClr val="434343"/>
              </a:solidFill>
              <a:latin typeface="Open Sans"/>
              <a:ea typeface="Open Sans"/>
              <a:cs typeface="Open Sans"/>
              <a:sym typeface="Open Sans"/>
            </a:endParaRPr>
          </a:p>
          <a:p>
            <a:pPr indent="0" lvl="0" marL="0" rtl="0" algn="l">
              <a:lnSpc>
                <a:spcPct val="115000"/>
              </a:lnSpc>
              <a:spcBef>
                <a:spcPts val="1600"/>
              </a:spcBef>
              <a:spcAft>
                <a:spcPts val="1600"/>
              </a:spcAft>
              <a:buNone/>
            </a:pPr>
            <a:r>
              <a:t/>
            </a:r>
            <a:endParaRPr sz="1600">
              <a:solidFill>
                <a:srgbClr val="434343"/>
              </a:solidFill>
              <a:latin typeface="Open Sans"/>
              <a:ea typeface="Open Sans"/>
              <a:cs typeface="Open Sans"/>
              <a:sym typeface="Open Sans"/>
            </a:endParaRPr>
          </a:p>
        </p:txBody>
      </p:sp>
      <p:pic>
        <p:nvPicPr>
          <p:cNvPr descr="hostile-band-rock-vocals-show-music.jpg" id="896" name="Google Shape;896;p167"/>
          <p:cNvPicPr preferRelativeResize="0"/>
          <p:nvPr/>
        </p:nvPicPr>
        <p:blipFill rotWithShape="1">
          <a:blip r:embed="rId3">
            <a:alphaModFix/>
          </a:blip>
          <a:srcRect b="0" l="0" r="0" t="11182"/>
          <a:stretch/>
        </p:blipFill>
        <p:spPr>
          <a:xfrm>
            <a:off x="0" y="-38910"/>
            <a:ext cx="9144000" cy="5411009"/>
          </a:xfrm>
          <a:prstGeom prst="rect">
            <a:avLst/>
          </a:prstGeom>
          <a:noFill/>
          <a:ln>
            <a:noFill/>
          </a:ln>
        </p:spPr>
      </p:pic>
      <p:sp>
        <p:nvSpPr>
          <p:cNvPr id="897" name="Google Shape;897;p167"/>
          <p:cNvSpPr/>
          <p:nvPr/>
        </p:nvSpPr>
        <p:spPr>
          <a:xfrm>
            <a:off x="724025" y="1040300"/>
            <a:ext cx="3580800" cy="3720900"/>
          </a:xfrm>
          <a:prstGeom prst="rect">
            <a:avLst/>
          </a:prstGeom>
          <a:solidFill>
            <a:srgbClr val="00B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167"/>
          <p:cNvSpPr txBox="1"/>
          <p:nvPr/>
        </p:nvSpPr>
        <p:spPr>
          <a:xfrm>
            <a:off x="892450" y="1147450"/>
            <a:ext cx="3659100" cy="309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000"/>
              </a:spcBef>
              <a:spcAft>
                <a:spcPts val="1600"/>
              </a:spcAft>
              <a:buNone/>
            </a:pPr>
            <a:r>
              <a:t/>
            </a:r>
            <a:endParaRPr sz="1600">
              <a:solidFill>
                <a:srgbClr val="FFFFFF"/>
              </a:solidFill>
              <a:latin typeface="Open Sans"/>
              <a:ea typeface="Open Sans"/>
              <a:cs typeface="Open Sans"/>
              <a:sym typeface="Open Sans"/>
            </a:endParaRPr>
          </a:p>
        </p:txBody>
      </p:sp>
      <p:sp>
        <p:nvSpPr>
          <p:cNvPr id="899" name="Google Shape;899;p167"/>
          <p:cNvSpPr txBox="1"/>
          <p:nvPr>
            <p:ph idx="4294967295" type="title"/>
          </p:nvPr>
        </p:nvSpPr>
        <p:spPr>
          <a:xfrm>
            <a:off x="561500" y="436675"/>
            <a:ext cx="5862600" cy="46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BR" sz="3000">
                <a:solidFill>
                  <a:srgbClr val="FFFFFF"/>
                </a:solidFill>
                <a:latin typeface="Open Sans"/>
                <a:ea typeface="Open Sans"/>
                <a:cs typeface="Open Sans"/>
                <a:sym typeface="Open Sans"/>
              </a:rPr>
              <a:t># ICP Modelo Four PIxel</a:t>
            </a:r>
            <a:endParaRPr b="1" sz="3000">
              <a:solidFill>
                <a:srgbClr val="FFFFFF"/>
              </a:solidFill>
              <a:latin typeface="Open Sans"/>
              <a:ea typeface="Open Sans"/>
              <a:cs typeface="Open Sans"/>
              <a:sym typeface="Open Sans"/>
            </a:endParaRPr>
          </a:p>
        </p:txBody>
      </p:sp>
      <p:sp>
        <p:nvSpPr>
          <p:cNvPr id="900" name="Google Shape;900;p167"/>
          <p:cNvSpPr txBox="1"/>
          <p:nvPr/>
        </p:nvSpPr>
        <p:spPr>
          <a:xfrm>
            <a:off x="862025" y="1249700"/>
            <a:ext cx="3245400" cy="30591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pt-BR" sz="1800">
                <a:solidFill>
                  <a:srgbClr val="FFFFFF"/>
                </a:solidFill>
                <a:latin typeface="Open Sans"/>
                <a:ea typeface="Open Sans"/>
                <a:cs typeface="Open Sans"/>
                <a:sym typeface="Open Sans"/>
              </a:rPr>
              <a:t>O que é sucesso?</a:t>
            </a:r>
            <a:endParaRPr b="1" sz="1800">
              <a:solidFill>
                <a:srgbClr val="FFFFFF"/>
              </a:solidFill>
              <a:latin typeface="Open Sans"/>
              <a:ea typeface="Open Sans"/>
              <a:cs typeface="Open Sans"/>
              <a:sym typeface="Open Sans"/>
            </a:endParaRPr>
          </a:p>
          <a:p>
            <a:pPr indent="0" lvl="0" marL="0" rtl="0" algn="l">
              <a:lnSpc>
                <a:spcPct val="100000"/>
              </a:lnSpc>
              <a:spcBef>
                <a:spcPts val="1600"/>
              </a:spcBef>
              <a:spcAft>
                <a:spcPts val="0"/>
              </a:spcAft>
              <a:buNone/>
            </a:pPr>
            <a:r>
              <a:rPr lang="pt-BR" sz="1600">
                <a:solidFill>
                  <a:srgbClr val="FFFFFF"/>
                </a:solidFill>
                <a:latin typeface="Open Sans"/>
                <a:ea typeface="Open Sans"/>
                <a:cs typeface="Open Sans"/>
                <a:sym typeface="Open Sans"/>
              </a:rPr>
              <a:t>Alto Ticket médio</a:t>
            </a:r>
            <a:endParaRPr sz="1600">
              <a:solidFill>
                <a:srgbClr val="FFFFFF"/>
              </a:solidFill>
              <a:latin typeface="Open Sans"/>
              <a:ea typeface="Open Sans"/>
              <a:cs typeface="Open Sans"/>
              <a:sym typeface="Open Sans"/>
            </a:endParaRPr>
          </a:p>
          <a:p>
            <a:pPr indent="0" lvl="0" marL="0" rtl="0" algn="l">
              <a:lnSpc>
                <a:spcPct val="100000"/>
              </a:lnSpc>
              <a:spcBef>
                <a:spcPts val="1600"/>
              </a:spcBef>
              <a:spcAft>
                <a:spcPts val="0"/>
              </a:spcAft>
              <a:buNone/>
            </a:pPr>
            <a:r>
              <a:rPr lang="pt-BR" sz="1600">
                <a:solidFill>
                  <a:srgbClr val="FFFFFF"/>
                </a:solidFill>
                <a:latin typeface="Open Sans"/>
                <a:ea typeface="Open Sans"/>
                <a:cs typeface="Open Sans"/>
                <a:sym typeface="Open Sans"/>
              </a:rPr>
              <a:t>Alto LTV</a:t>
            </a:r>
            <a:endParaRPr sz="1600">
              <a:solidFill>
                <a:srgbClr val="FFFFFF"/>
              </a:solidFill>
              <a:latin typeface="Open Sans"/>
              <a:ea typeface="Open Sans"/>
              <a:cs typeface="Open Sans"/>
              <a:sym typeface="Open Sans"/>
            </a:endParaRPr>
          </a:p>
          <a:p>
            <a:pPr indent="0" lvl="0" marL="0" rtl="0" algn="l">
              <a:lnSpc>
                <a:spcPct val="100000"/>
              </a:lnSpc>
              <a:spcBef>
                <a:spcPts val="1600"/>
              </a:spcBef>
              <a:spcAft>
                <a:spcPts val="0"/>
              </a:spcAft>
              <a:buNone/>
            </a:pPr>
            <a:r>
              <a:rPr lang="pt-BR" sz="1600">
                <a:solidFill>
                  <a:srgbClr val="FFFFFF"/>
                </a:solidFill>
                <a:latin typeface="Open Sans"/>
                <a:ea typeface="Open Sans"/>
                <a:cs typeface="Open Sans"/>
                <a:sym typeface="Open Sans"/>
              </a:rPr>
              <a:t>Baixo ciclo de venda</a:t>
            </a:r>
            <a:endParaRPr sz="1600">
              <a:solidFill>
                <a:srgbClr val="FFFFFF"/>
              </a:solidFill>
              <a:latin typeface="Open Sans"/>
              <a:ea typeface="Open Sans"/>
              <a:cs typeface="Open Sans"/>
              <a:sym typeface="Open Sans"/>
            </a:endParaRPr>
          </a:p>
          <a:p>
            <a:pPr indent="0" lvl="0" marL="0" rtl="0" algn="l">
              <a:lnSpc>
                <a:spcPct val="100000"/>
              </a:lnSpc>
              <a:spcBef>
                <a:spcPts val="1600"/>
              </a:spcBef>
              <a:spcAft>
                <a:spcPts val="0"/>
              </a:spcAft>
              <a:buNone/>
            </a:pPr>
            <a:r>
              <a:rPr lang="pt-BR" sz="1600">
                <a:solidFill>
                  <a:srgbClr val="FFFFFF"/>
                </a:solidFill>
                <a:latin typeface="Open Sans"/>
                <a:ea typeface="Open Sans"/>
                <a:cs typeface="Open Sans"/>
                <a:sym typeface="Open Sans"/>
              </a:rPr>
              <a:t>Cliente Auto Didata</a:t>
            </a:r>
            <a:endParaRPr sz="1600">
              <a:solidFill>
                <a:srgbClr val="FFFFFF"/>
              </a:solidFill>
              <a:latin typeface="Open Sans"/>
              <a:ea typeface="Open Sans"/>
              <a:cs typeface="Open Sans"/>
              <a:sym typeface="Open Sans"/>
            </a:endParaRPr>
          </a:p>
          <a:p>
            <a:pPr indent="0" lvl="0" marL="0" rtl="0" algn="l">
              <a:lnSpc>
                <a:spcPct val="100000"/>
              </a:lnSpc>
              <a:spcBef>
                <a:spcPts val="1600"/>
              </a:spcBef>
              <a:spcAft>
                <a:spcPts val="0"/>
              </a:spcAft>
              <a:buNone/>
            </a:pPr>
            <a:r>
              <a:t/>
            </a:r>
            <a:endParaRPr sz="1600">
              <a:solidFill>
                <a:srgbClr val="FFFFFF"/>
              </a:solidFill>
              <a:latin typeface="Open Sans"/>
              <a:ea typeface="Open Sans"/>
              <a:cs typeface="Open Sans"/>
              <a:sym typeface="Open Sans"/>
            </a:endParaRPr>
          </a:p>
          <a:p>
            <a:pPr indent="0" lvl="0" marL="0" rtl="0" algn="l">
              <a:lnSpc>
                <a:spcPct val="100000"/>
              </a:lnSpc>
              <a:spcBef>
                <a:spcPts val="1600"/>
              </a:spcBef>
              <a:spcAft>
                <a:spcPts val="0"/>
              </a:spcAft>
              <a:buNone/>
            </a:pPr>
            <a:r>
              <a:t/>
            </a:r>
            <a:endParaRPr sz="1600">
              <a:solidFill>
                <a:srgbClr val="FFFFFF"/>
              </a:solidFill>
              <a:latin typeface="Open Sans"/>
              <a:ea typeface="Open Sans"/>
              <a:cs typeface="Open Sans"/>
              <a:sym typeface="Open Sans"/>
            </a:endParaRPr>
          </a:p>
          <a:p>
            <a:pPr indent="0" lvl="0" marL="0" rtl="0" algn="l">
              <a:lnSpc>
                <a:spcPct val="100000"/>
              </a:lnSpc>
              <a:spcBef>
                <a:spcPts val="1600"/>
              </a:spcBef>
              <a:spcAft>
                <a:spcPts val="0"/>
              </a:spcAft>
              <a:buNone/>
            </a:pPr>
            <a:r>
              <a:t/>
            </a:r>
            <a:endParaRPr sz="1600">
              <a:solidFill>
                <a:srgbClr val="FFFFFF"/>
              </a:solidFill>
              <a:latin typeface="Open Sans"/>
              <a:ea typeface="Open Sans"/>
              <a:cs typeface="Open Sans"/>
              <a:sym typeface="Open Sans"/>
            </a:endParaRPr>
          </a:p>
          <a:p>
            <a:pPr indent="0" lvl="0" marL="0" rtl="0" algn="l">
              <a:lnSpc>
                <a:spcPct val="100000"/>
              </a:lnSpc>
              <a:spcBef>
                <a:spcPts val="1600"/>
              </a:spcBef>
              <a:spcAft>
                <a:spcPts val="0"/>
              </a:spcAft>
              <a:buNone/>
            </a:pPr>
            <a:r>
              <a:t/>
            </a:r>
            <a:endParaRPr>
              <a:solidFill>
                <a:srgbClr val="FFFFFF"/>
              </a:solidFill>
              <a:latin typeface="Open Sans"/>
              <a:ea typeface="Open Sans"/>
              <a:cs typeface="Open Sans"/>
              <a:sym typeface="Open Sans"/>
            </a:endParaRPr>
          </a:p>
          <a:p>
            <a:pPr indent="0" lvl="0" marL="0" rtl="0" algn="l">
              <a:lnSpc>
                <a:spcPct val="100000"/>
              </a:lnSpc>
              <a:spcBef>
                <a:spcPts val="1600"/>
              </a:spcBef>
              <a:spcAft>
                <a:spcPts val="1600"/>
              </a:spcAft>
              <a:buNone/>
            </a:pPr>
            <a:r>
              <a:t/>
            </a:r>
            <a:endParaRPr>
              <a:solidFill>
                <a:srgbClr val="FFFFFF"/>
              </a:solidFill>
              <a:latin typeface="Open Sans"/>
              <a:ea typeface="Open Sans"/>
              <a:cs typeface="Open Sans"/>
              <a:sym typeface="Open Sans"/>
            </a:endParaRPr>
          </a:p>
        </p:txBody>
      </p:sp>
      <p:sp>
        <p:nvSpPr>
          <p:cNvPr id="901" name="Google Shape;901;p167"/>
          <p:cNvSpPr/>
          <p:nvPr/>
        </p:nvSpPr>
        <p:spPr>
          <a:xfrm>
            <a:off x="4601450" y="1040300"/>
            <a:ext cx="3580800" cy="3720900"/>
          </a:xfrm>
          <a:prstGeom prst="rect">
            <a:avLst/>
          </a:prstGeom>
          <a:solidFill>
            <a:srgbClr val="00B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167"/>
          <p:cNvSpPr txBox="1"/>
          <p:nvPr/>
        </p:nvSpPr>
        <p:spPr>
          <a:xfrm>
            <a:off x="4800650" y="1811350"/>
            <a:ext cx="3182400" cy="1410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pt-BR" sz="1800">
                <a:solidFill>
                  <a:srgbClr val="FFFFFF"/>
                </a:solidFill>
                <a:latin typeface="Open Sans"/>
                <a:ea typeface="Open Sans"/>
                <a:cs typeface="Open Sans"/>
                <a:sym typeface="Open Sans"/>
              </a:rPr>
              <a:t>O que não é sucesso?</a:t>
            </a:r>
            <a:endParaRPr b="1" sz="1800">
              <a:solidFill>
                <a:srgbClr val="FFFFFF"/>
              </a:solidFill>
              <a:latin typeface="Open Sans"/>
              <a:ea typeface="Open Sans"/>
              <a:cs typeface="Open Sans"/>
              <a:sym typeface="Open Sans"/>
            </a:endParaRPr>
          </a:p>
          <a:p>
            <a:pPr indent="0" lvl="0" marL="0" rtl="0" algn="l">
              <a:spcBef>
                <a:spcPts val="1600"/>
              </a:spcBef>
              <a:spcAft>
                <a:spcPts val="0"/>
              </a:spcAft>
              <a:buNone/>
            </a:pPr>
            <a:r>
              <a:rPr lang="pt-BR" sz="1600">
                <a:solidFill>
                  <a:srgbClr val="FFFFFF"/>
                </a:solidFill>
                <a:latin typeface="Open Sans"/>
                <a:ea typeface="Open Sans"/>
                <a:cs typeface="Open Sans"/>
                <a:sym typeface="Open Sans"/>
              </a:rPr>
              <a:t>Churn com menos de 6 meses (não paga seu CAC)</a:t>
            </a:r>
            <a:endParaRPr sz="1600">
              <a:solidFill>
                <a:srgbClr val="FFFFFF"/>
              </a:solidFill>
              <a:latin typeface="Open Sans"/>
              <a:ea typeface="Open Sans"/>
              <a:cs typeface="Open Sans"/>
              <a:sym typeface="Open Sans"/>
            </a:endParaRPr>
          </a:p>
          <a:p>
            <a:pPr indent="0" lvl="0" marL="0" rtl="0" algn="l">
              <a:spcBef>
                <a:spcPts val="1600"/>
              </a:spcBef>
              <a:spcAft>
                <a:spcPts val="0"/>
              </a:spcAft>
              <a:buNone/>
            </a:pPr>
            <a:r>
              <a:t/>
            </a:r>
            <a:endParaRPr sz="1600">
              <a:solidFill>
                <a:srgbClr val="FFFFFF"/>
              </a:solidFill>
              <a:latin typeface="Open Sans"/>
              <a:ea typeface="Open Sans"/>
              <a:cs typeface="Open Sans"/>
              <a:sym typeface="Open Sans"/>
            </a:endParaRPr>
          </a:p>
          <a:p>
            <a:pPr indent="0" lvl="0" marL="0" rtl="0" algn="l">
              <a:spcBef>
                <a:spcPts val="1600"/>
              </a:spcBef>
              <a:spcAft>
                <a:spcPts val="0"/>
              </a:spcAft>
              <a:buNone/>
            </a:pPr>
            <a:r>
              <a:t/>
            </a:r>
            <a:endParaRPr sz="1600">
              <a:solidFill>
                <a:srgbClr val="FFFFFF"/>
              </a:solidFill>
              <a:latin typeface="Open Sans"/>
              <a:ea typeface="Open Sans"/>
              <a:cs typeface="Open Sans"/>
              <a:sym typeface="Open Sans"/>
            </a:endParaRPr>
          </a:p>
          <a:p>
            <a:pPr indent="0" lvl="0" marL="0" rtl="0" algn="l">
              <a:spcBef>
                <a:spcPts val="1600"/>
              </a:spcBef>
              <a:spcAft>
                <a:spcPts val="1600"/>
              </a:spcAft>
              <a:buNone/>
            </a:pPr>
            <a:r>
              <a:t/>
            </a:r>
            <a:endParaRPr sz="1600">
              <a:solidFill>
                <a:srgbClr val="FFFFFF"/>
              </a:solidFill>
              <a:latin typeface="Open Sans"/>
              <a:ea typeface="Open Sans"/>
              <a:cs typeface="Open Sans"/>
              <a:sym typeface="Open Sans"/>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pic>
        <p:nvPicPr>
          <p:cNvPr descr="lego-unicorn-toy.jpg" id="907" name="Google Shape;907;p168"/>
          <p:cNvPicPr preferRelativeResize="0"/>
          <p:nvPr/>
        </p:nvPicPr>
        <p:blipFill rotWithShape="1">
          <a:blip r:embed="rId3">
            <a:alphaModFix/>
          </a:blip>
          <a:srcRect b="23581" l="0" r="30444" t="17644"/>
          <a:stretch/>
        </p:blipFill>
        <p:spPr>
          <a:xfrm>
            <a:off x="0" y="-575275"/>
            <a:ext cx="9144000" cy="5794976"/>
          </a:xfrm>
          <a:prstGeom prst="rect">
            <a:avLst/>
          </a:prstGeom>
          <a:noFill/>
          <a:ln>
            <a:noFill/>
          </a:ln>
        </p:spPr>
      </p:pic>
      <p:sp>
        <p:nvSpPr>
          <p:cNvPr id="908" name="Google Shape;908;p168"/>
          <p:cNvSpPr txBox="1"/>
          <p:nvPr>
            <p:ph idx="4294967295" type="title"/>
          </p:nvPr>
        </p:nvSpPr>
        <p:spPr>
          <a:xfrm>
            <a:off x="460950" y="2338800"/>
            <a:ext cx="5862600" cy="46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BR" sz="3000">
                <a:solidFill>
                  <a:srgbClr val="FFFFFF"/>
                </a:solidFill>
                <a:latin typeface="Open Sans"/>
                <a:ea typeface="Open Sans"/>
                <a:cs typeface="Open Sans"/>
                <a:sym typeface="Open Sans"/>
              </a:rPr>
              <a:t>Nosso cliente </a:t>
            </a:r>
            <a:r>
              <a:rPr b="1" lang="pt-BR" sz="3000">
                <a:solidFill>
                  <a:srgbClr val="00B050"/>
                </a:solidFill>
                <a:latin typeface="Open Sans"/>
                <a:ea typeface="Open Sans"/>
                <a:cs typeface="Open Sans"/>
                <a:sym typeface="Open Sans"/>
              </a:rPr>
              <a:t>Ideal</a:t>
            </a:r>
            <a:endParaRPr b="1" sz="3000">
              <a:solidFill>
                <a:srgbClr val="00B050"/>
              </a:solidFill>
              <a:latin typeface="Open Sans"/>
              <a:ea typeface="Open Sans"/>
              <a:cs typeface="Open Sans"/>
              <a:sym typeface="Open Sans"/>
            </a:endParaRPr>
          </a:p>
          <a:p>
            <a:pPr indent="0" lvl="0" marL="0" rtl="0" algn="l">
              <a:spcBef>
                <a:spcPts val="0"/>
              </a:spcBef>
              <a:spcAft>
                <a:spcPts val="0"/>
              </a:spcAft>
              <a:buNone/>
            </a:pPr>
            <a:r>
              <a:rPr b="1" lang="pt-BR" sz="3000">
                <a:solidFill>
                  <a:srgbClr val="00B050"/>
                </a:solidFill>
                <a:latin typeface="Open Sans"/>
                <a:ea typeface="Open Sans"/>
                <a:cs typeface="Open Sans"/>
                <a:sym typeface="Open Sans"/>
              </a:rPr>
              <a:t>Z-Api</a:t>
            </a:r>
            <a:endParaRPr b="1" sz="3000">
              <a:solidFill>
                <a:srgbClr val="00B050"/>
              </a:solidFill>
              <a:latin typeface="Open Sans"/>
              <a:ea typeface="Open Sans"/>
              <a:cs typeface="Open Sans"/>
              <a:sym typeface="Open Sans"/>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169"/>
          <p:cNvSpPr/>
          <p:nvPr/>
        </p:nvSpPr>
        <p:spPr>
          <a:xfrm>
            <a:off x="-75" y="4271450"/>
            <a:ext cx="4615500" cy="857400"/>
          </a:xfrm>
          <a:prstGeom prst="rect">
            <a:avLst/>
          </a:prstGeom>
          <a:solidFill>
            <a:srgbClr val="00B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169"/>
          <p:cNvSpPr/>
          <p:nvPr/>
        </p:nvSpPr>
        <p:spPr>
          <a:xfrm>
            <a:off x="4568775" y="4271500"/>
            <a:ext cx="4575300" cy="857400"/>
          </a:xfrm>
          <a:prstGeom prst="rect">
            <a:avLst/>
          </a:prstGeom>
          <a:solidFill>
            <a:srgbClr val="66666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169"/>
          <p:cNvSpPr/>
          <p:nvPr/>
        </p:nvSpPr>
        <p:spPr>
          <a:xfrm>
            <a:off x="-75" y="2080800"/>
            <a:ext cx="4575300" cy="968100"/>
          </a:xfrm>
          <a:prstGeom prst="rect">
            <a:avLst/>
          </a:prstGeom>
          <a:solidFill>
            <a:srgbClr val="00B050"/>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169"/>
          <p:cNvSpPr/>
          <p:nvPr/>
        </p:nvSpPr>
        <p:spPr>
          <a:xfrm>
            <a:off x="4568775" y="2080800"/>
            <a:ext cx="4575300" cy="968100"/>
          </a:xfrm>
          <a:prstGeom prst="rect">
            <a:avLst/>
          </a:prstGeom>
          <a:solidFill>
            <a:srgbClr val="66666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169"/>
          <p:cNvSpPr/>
          <p:nvPr/>
        </p:nvSpPr>
        <p:spPr>
          <a:xfrm>
            <a:off x="-3675" y="3049250"/>
            <a:ext cx="4575300" cy="1222200"/>
          </a:xfrm>
          <a:prstGeom prst="rect">
            <a:avLst/>
          </a:prstGeom>
          <a:solidFill>
            <a:srgbClr val="00B050"/>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169"/>
          <p:cNvSpPr/>
          <p:nvPr/>
        </p:nvSpPr>
        <p:spPr>
          <a:xfrm>
            <a:off x="4568775" y="3048900"/>
            <a:ext cx="4575300" cy="1222200"/>
          </a:xfrm>
          <a:prstGeom prst="rect">
            <a:avLst/>
          </a:prstGeom>
          <a:solidFill>
            <a:srgbClr val="66666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169"/>
          <p:cNvSpPr/>
          <p:nvPr/>
        </p:nvSpPr>
        <p:spPr>
          <a:xfrm>
            <a:off x="-75" y="1078500"/>
            <a:ext cx="4575300" cy="992400"/>
          </a:xfrm>
          <a:prstGeom prst="rect">
            <a:avLst/>
          </a:prstGeom>
          <a:solidFill>
            <a:srgbClr val="00B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169"/>
          <p:cNvSpPr/>
          <p:nvPr/>
        </p:nvSpPr>
        <p:spPr>
          <a:xfrm>
            <a:off x="4568775" y="1078500"/>
            <a:ext cx="4575300" cy="992400"/>
          </a:xfrm>
          <a:prstGeom prst="rect">
            <a:avLst/>
          </a:prstGeom>
          <a:solidFill>
            <a:srgbClr val="66666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169"/>
          <p:cNvSpPr/>
          <p:nvPr/>
        </p:nvSpPr>
        <p:spPr>
          <a:xfrm>
            <a:off x="0" y="0"/>
            <a:ext cx="4575300" cy="1098900"/>
          </a:xfrm>
          <a:prstGeom prst="rect">
            <a:avLst/>
          </a:prstGeom>
          <a:solidFill>
            <a:srgbClr val="00B050"/>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169"/>
          <p:cNvSpPr/>
          <p:nvPr/>
        </p:nvSpPr>
        <p:spPr>
          <a:xfrm>
            <a:off x="4568850" y="0"/>
            <a:ext cx="4575300" cy="1098900"/>
          </a:xfrm>
          <a:prstGeom prst="rect">
            <a:avLst/>
          </a:prstGeom>
          <a:solidFill>
            <a:srgbClr val="66666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169"/>
          <p:cNvSpPr txBox="1"/>
          <p:nvPr/>
        </p:nvSpPr>
        <p:spPr>
          <a:xfrm>
            <a:off x="131775" y="46050"/>
            <a:ext cx="4211700" cy="1307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lang="pt-BR">
                <a:solidFill>
                  <a:srgbClr val="FFFFFF"/>
                </a:solidFill>
                <a:latin typeface="Open Sans"/>
                <a:ea typeface="Open Sans"/>
                <a:cs typeface="Open Sans"/>
                <a:sym typeface="Open Sans"/>
              </a:rPr>
              <a:t>É uma média entre 11 e 290 funcionários </a:t>
            </a:r>
            <a:endParaRPr>
              <a:solidFill>
                <a:srgbClr val="FFFFFF"/>
              </a:solidFill>
              <a:latin typeface="Open Sans"/>
              <a:ea typeface="Open Sans"/>
              <a:cs typeface="Open Sans"/>
              <a:sym typeface="Open Sans"/>
            </a:endParaRPr>
          </a:p>
        </p:txBody>
      </p:sp>
      <p:sp>
        <p:nvSpPr>
          <p:cNvPr id="924" name="Google Shape;924;p169"/>
          <p:cNvSpPr/>
          <p:nvPr/>
        </p:nvSpPr>
        <p:spPr>
          <a:xfrm>
            <a:off x="4306200" y="1451500"/>
            <a:ext cx="531600" cy="287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169"/>
          <p:cNvSpPr txBox="1"/>
          <p:nvPr/>
        </p:nvSpPr>
        <p:spPr>
          <a:xfrm>
            <a:off x="4951175" y="4210077"/>
            <a:ext cx="4038600" cy="1098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lang="pt-BR" sz="1200">
                <a:solidFill>
                  <a:srgbClr val="FFFFFF"/>
                </a:solidFill>
                <a:latin typeface="Open Sans"/>
                <a:ea typeface="Open Sans"/>
                <a:cs typeface="Open Sans"/>
                <a:sym typeface="Open Sans"/>
              </a:rPr>
              <a:t>Clientes que já possuem uma solução estão mais maduros e prontos para uma compra</a:t>
            </a:r>
            <a:endParaRPr sz="1200">
              <a:solidFill>
                <a:srgbClr val="FFFFFF"/>
              </a:solidFill>
              <a:latin typeface="Open Sans"/>
              <a:ea typeface="Open Sans"/>
              <a:cs typeface="Open Sans"/>
              <a:sym typeface="Open Sans"/>
            </a:endParaRPr>
          </a:p>
        </p:txBody>
      </p:sp>
      <p:sp>
        <p:nvSpPr>
          <p:cNvPr id="926" name="Google Shape;926;p169"/>
          <p:cNvSpPr txBox="1"/>
          <p:nvPr/>
        </p:nvSpPr>
        <p:spPr>
          <a:xfrm>
            <a:off x="131875" y="4107450"/>
            <a:ext cx="4138500" cy="1307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lang="pt-BR">
                <a:solidFill>
                  <a:schemeClr val="lt1"/>
                </a:solidFill>
                <a:latin typeface="Open Sans"/>
                <a:ea typeface="Open Sans"/>
                <a:cs typeface="Open Sans"/>
                <a:sym typeface="Open Sans"/>
              </a:rPr>
              <a:t>Já usa uma solução parecida ou está buscando uma solução melhor, mais estável</a:t>
            </a:r>
            <a:endParaRPr>
              <a:solidFill>
                <a:schemeClr val="lt1"/>
              </a:solidFill>
              <a:latin typeface="Open Sans"/>
              <a:ea typeface="Open Sans"/>
              <a:cs typeface="Open Sans"/>
              <a:sym typeface="Open Sans"/>
            </a:endParaRPr>
          </a:p>
        </p:txBody>
      </p:sp>
      <p:sp>
        <p:nvSpPr>
          <p:cNvPr id="927" name="Google Shape;927;p169"/>
          <p:cNvSpPr txBox="1"/>
          <p:nvPr/>
        </p:nvSpPr>
        <p:spPr>
          <a:xfrm>
            <a:off x="131775" y="1059675"/>
            <a:ext cx="4211700" cy="1307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lang="pt-BR">
                <a:solidFill>
                  <a:schemeClr val="lt1"/>
                </a:solidFill>
                <a:latin typeface="Open Sans"/>
                <a:ea typeface="Open Sans"/>
                <a:cs typeface="Open Sans"/>
                <a:sym typeface="Open Sans"/>
              </a:rPr>
              <a:t>Tem ao menos 1 funcionário dedicado ao DevOps, </a:t>
            </a:r>
            <a:r>
              <a:rPr lang="pt-BR">
                <a:solidFill>
                  <a:schemeClr val="lt1"/>
                </a:solidFill>
                <a:latin typeface="Open Sans"/>
                <a:ea typeface="Open Sans"/>
                <a:cs typeface="Open Sans"/>
                <a:sym typeface="Open Sans"/>
              </a:rPr>
              <a:t>Integração</a:t>
            </a:r>
            <a:r>
              <a:rPr lang="pt-BR">
                <a:solidFill>
                  <a:schemeClr val="lt1"/>
                </a:solidFill>
                <a:latin typeface="Open Sans"/>
                <a:ea typeface="Open Sans"/>
                <a:cs typeface="Open Sans"/>
                <a:sym typeface="Open Sans"/>
              </a:rPr>
              <a:t>, Inovações e Novos Produtos</a:t>
            </a:r>
            <a:endParaRPr>
              <a:solidFill>
                <a:schemeClr val="lt1"/>
              </a:solidFill>
              <a:latin typeface="Open Sans"/>
              <a:ea typeface="Open Sans"/>
              <a:cs typeface="Open Sans"/>
              <a:sym typeface="Open Sans"/>
            </a:endParaRPr>
          </a:p>
        </p:txBody>
      </p:sp>
      <p:sp>
        <p:nvSpPr>
          <p:cNvPr id="928" name="Google Shape;928;p169"/>
          <p:cNvSpPr txBox="1"/>
          <p:nvPr/>
        </p:nvSpPr>
        <p:spPr>
          <a:xfrm>
            <a:off x="159975" y="2123375"/>
            <a:ext cx="4038600" cy="1222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lang="pt-BR">
                <a:solidFill>
                  <a:schemeClr val="lt1"/>
                </a:solidFill>
                <a:latin typeface="Open Sans"/>
                <a:ea typeface="Open Sans"/>
                <a:cs typeface="Open Sans"/>
                <a:sym typeface="Open Sans"/>
              </a:rPr>
              <a:t>Tem potencial de crescimento (volume de cliente acima de 100 que precisam do Z-Api)</a:t>
            </a:r>
            <a:endParaRPr>
              <a:solidFill>
                <a:schemeClr val="lt1"/>
              </a:solidFill>
              <a:latin typeface="Open Sans"/>
              <a:ea typeface="Open Sans"/>
              <a:cs typeface="Open Sans"/>
              <a:sym typeface="Open Sans"/>
            </a:endParaRPr>
          </a:p>
        </p:txBody>
      </p:sp>
      <p:sp>
        <p:nvSpPr>
          <p:cNvPr id="929" name="Google Shape;929;p169"/>
          <p:cNvSpPr txBox="1"/>
          <p:nvPr/>
        </p:nvSpPr>
        <p:spPr>
          <a:xfrm>
            <a:off x="4909650" y="46050"/>
            <a:ext cx="4038600" cy="10989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lang="pt-BR" sz="1200">
                <a:solidFill>
                  <a:schemeClr val="lt1"/>
                </a:solidFill>
                <a:latin typeface="Open Sans"/>
                <a:ea typeface="Open Sans"/>
                <a:cs typeface="Open Sans"/>
                <a:sym typeface="Open Sans"/>
              </a:rPr>
              <a:t>C</a:t>
            </a:r>
            <a:r>
              <a:rPr lang="pt-BR" sz="1200">
                <a:solidFill>
                  <a:schemeClr val="lt1"/>
                </a:solidFill>
                <a:latin typeface="Open Sans"/>
                <a:ea typeface="Open Sans"/>
                <a:cs typeface="Open Sans"/>
                <a:sym typeface="Open Sans"/>
              </a:rPr>
              <a:t>hurn com menos de 9 meses têm menos de 10 funcionários.</a:t>
            </a:r>
            <a:r>
              <a:rPr lang="pt-BR" sz="1200">
                <a:solidFill>
                  <a:schemeClr val="dk1"/>
                </a:solidFill>
              </a:rPr>
              <a:t> </a:t>
            </a:r>
            <a:r>
              <a:rPr lang="pt-BR" sz="1200">
                <a:solidFill>
                  <a:schemeClr val="lt1"/>
                </a:solidFill>
                <a:latin typeface="Open Sans"/>
                <a:ea typeface="Open Sans"/>
                <a:cs typeface="Open Sans"/>
                <a:sym typeface="Open Sans"/>
              </a:rPr>
              <a:t>Quanto menor a empresa maior a chance de churn. A partir de 11 func. redução drástica do churn.  </a:t>
            </a:r>
            <a:endParaRPr sz="1200"/>
          </a:p>
        </p:txBody>
      </p:sp>
      <p:sp>
        <p:nvSpPr>
          <p:cNvPr id="930" name="Google Shape;930;p169"/>
          <p:cNvSpPr/>
          <p:nvPr/>
        </p:nvSpPr>
        <p:spPr>
          <a:xfrm>
            <a:off x="4306200" y="451800"/>
            <a:ext cx="531600" cy="287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169"/>
          <p:cNvSpPr/>
          <p:nvPr/>
        </p:nvSpPr>
        <p:spPr>
          <a:xfrm>
            <a:off x="4306200" y="3432700"/>
            <a:ext cx="531600" cy="287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169"/>
          <p:cNvSpPr/>
          <p:nvPr/>
        </p:nvSpPr>
        <p:spPr>
          <a:xfrm>
            <a:off x="4306200" y="2509200"/>
            <a:ext cx="531600" cy="287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169"/>
          <p:cNvSpPr txBox="1"/>
          <p:nvPr/>
        </p:nvSpPr>
        <p:spPr>
          <a:xfrm>
            <a:off x="4945425" y="2103450"/>
            <a:ext cx="3788400" cy="10989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lang="pt-BR" sz="1200">
                <a:solidFill>
                  <a:schemeClr val="lt1"/>
                </a:solidFill>
                <a:latin typeface="Open Sans"/>
                <a:ea typeface="Open Sans"/>
                <a:cs typeface="Open Sans"/>
                <a:sym typeface="Open Sans"/>
              </a:rPr>
              <a:t>Leads com +100 instâncias com a gente pagas, tendem a ter LTV maior, paga o CAC e tem potencial de crescimento.</a:t>
            </a:r>
            <a:endParaRPr sz="1200"/>
          </a:p>
        </p:txBody>
      </p:sp>
      <p:sp>
        <p:nvSpPr>
          <p:cNvPr id="934" name="Google Shape;934;p169"/>
          <p:cNvSpPr/>
          <p:nvPr/>
        </p:nvSpPr>
        <p:spPr>
          <a:xfrm>
            <a:off x="4306200" y="4423300"/>
            <a:ext cx="531600" cy="287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169"/>
          <p:cNvSpPr txBox="1"/>
          <p:nvPr/>
        </p:nvSpPr>
        <p:spPr>
          <a:xfrm>
            <a:off x="131875" y="3085674"/>
            <a:ext cx="4211700" cy="1098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lang="pt-BR">
                <a:solidFill>
                  <a:schemeClr val="lt1"/>
                </a:solidFill>
                <a:latin typeface="Open Sans"/>
                <a:ea typeface="Open Sans"/>
                <a:cs typeface="Open Sans"/>
                <a:sym typeface="Open Sans"/>
              </a:rPr>
              <a:t>Necessitam escalar a venda de serviços através do Whatsapp com uma ferramenta estável e com um custo acessível</a:t>
            </a:r>
            <a:endParaRPr>
              <a:solidFill>
                <a:schemeClr val="lt1"/>
              </a:solidFill>
              <a:latin typeface="Open Sans"/>
              <a:ea typeface="Open Sans"/>
              <a:cs typeface="Open Sans"/>
              <a:sym typeface="Open Sans"/>
            </a:endParaRPr>
          </a:p>
        </p:txBody>
      </p:sp>
      <p:sp>
        <p:nvSpPr>
          <p:cNvPr id="936" name="Google Shape;936;p169"/>
          <p:cNvSpPr txBox="1"/>
          <p:nvPr/>
        </p:nvSpPr>
        <p:spPr>
          <a:xfrm>
            <a:off x="4938700" y="3029550"/>
            <a:ext cx="3965400" cy="1098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pt-BR" sz="1200">
                <a:solidFill>
                  <a:schemeClr val="lt1"/>
                </a:solidFill>
                <a:latin typeface="Open Sans"/>
                <a:ea typeface="Open Sans"/>
                <a:cs typeface="Open Sans"/>
                <a:sym typeface="Open Sans"/>
              </a:rPr>
              <a:t>Perfis de clientes que precisam com urgência e precisam resolver um problema tendem a querer resolver e possivelmente fiquem + tempo como clientes.</a:t>
            </a:r>
            <a:endParaRPr sz="1200"/>
          </a:p>
        </p:txBody>
      </p:sp>
      <p:sp>
        <p:nvSpPr>
          <p:cNvPr id="937" name="Google Shape;937;p169"/>
          <p:cNvSpPr txBox="1"/>
          <p:nvPr/>
        </p:nvSpPr>
        <p:spPr>
          <a:xfrm>
            <a:off x="4938700" y="1048350"/>
            <a:ext cx="3788400" cy="10989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lang="pt-BR" sz="1200">
                <a:solidFill>
                  <a:schemeClr val="lt1"/>
                </a:solidFill>
                <a:latin typeface="Open Sans"/>
                <a:ea typeface="Open Sans"/>
                <a:cs typeface="Open Sans"/>
                <a:sym typeface="Open Sans"/>
              </a:rPr>
              <a:t>Empresas com funcionário dedicado têm 45% menos risco de churn.</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4"/>
                                        </p:tgtEl>
                                        <p:attrNameLst>
                                          <p:attrName>style.visibility</p:attrName>
                                        </p:attrNameLst>
                                      </p:cBhvr>
                                      <p:to>
                                        <p:strVal val="visible"/>
                                      </p:to>
                                    </p:set>
                                    <p:animEffect filter="fade" transition="in">
                                      <p:cBhvr>
                                        <p:cTn dur="1000"/>
                                        <p:tgtEl>
                                          <p:spTgt spid="924"/>
                                        </p:tgtEl>
                                      </p:cBhvr>
                                    </p:animEffect>
                                  </p:childTnLst>
                                </p:cTn>
                              </p:par>
                              <p:par>
                                <p:cTn fill="hold" nodeType="withEffect" presetClass="entr" presetID="10" presetSubtype="0">
                                  <p:stCondLst>
                                    <p:cond delay="0"/>
                                  </p:stCondLst>
                                  <p:childTnLst>
                                    <p:set>
                                      <p:cBhvr>
                                        <p:cTn dur="1" fill="hold">
                                          <p:stCondLst>
                                            <p:cond delay="0"/>
                                          </p:stCondLst>
                                        </p:cTn>
                                        <p:tgtEl>
                                          <p:spTgt spid="927"/>
                                        </p:tgtEl>
                                        <p:attrNameLst>
                                          <p:attrName>style.visibility</p:attrName>
                                        </p:attrNameLst>
                                      </p:cBhvr>
                                      <p:to>
                                        <p:strVal val="visible"/>
                                      </p:to>
                                    </p:set>
                                    <p:animEffect filter="fade" transition="in">
                                      <p:cBhvr>
                                        <p:cTn dur="1000"/>
                                        <p:tgtEl>
                                          <p:spTgt spid="927"/>
                                        </p:tgtEl>
                                      </p:cBhvr>
                                    </p:animEffect>
                                  </p:childTnLst>
                                </p:cTn>
                              </p:par>
                              <p:par>
                                <p:cTn fill="hold" nodeType="withEffect" presetClass="entr" presetID="10" presetSubtype="0">
                                  <p:stCondLst>
                                    <p:cond delay="0"/>
                                  </p:stCondLst>
                                  <p:childTnLst>
                                    <p:set>
                                      <p:cBhvr>
                                        <p:cTn dur="1" fill="hold">
                                          <p:stCondLst>
                                            <p:cond delay="0"/>
                                          </p:stCondLst>
                                        </p:cTn>
                                        <p:tgtEl>
                                          <p:spTgt spid="937"/>
                                        </p:tgtEl>
                                        <p:attrNameLst>
                                          <p:attrName>style.visibility</p:attrName>
                                        </p:attrNameLst>
                                      </p:cBhvr>
                                      <p:to>
                                        <p:strVal val="visible"/>
                                      </p:to>
                                    </p:set>
                                    <p:animEffect filter="fade" transition="in">
                                      <p:cBhvr>
                                        <p:cTn dur="1000"/>
                                        <p:tgtEl>
                                          <p:spTgt spid="9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8"/>
                                        </p:tgtEl>
                                        <p:attrNameLst>
                                          <p:attrName>style.visibility</p:attrName>
                                        </p:attrNameLst>
                                      </p:cBhvr>
                                      <p:to>
                                        <p:strVal val="visible"/>
                                      </p:to>
                                    </p:set>
                                    <p:animEffect filter="fade" transition="in">
                                      <p:cBhvr>
                                        <p:cTn dur="1000"/>
                                        <p:tgtEl>
                                          <p:spTgt spid="928"/>
                                        </p:tgtEl>
                                      </p:cBhvr>
                                    </p:animEffect>
                                  </p:childTnLst>
                                </p:cTn>
                              </p:par>
                              <p:par>
                                <p:cTn fill="hold" nodeType="withEffect" presetClass="entr" presetID="10" presetSubtype="0">
                                  <p:stCondLst>
                                    <p:cond delay="0"/>
                                  </p:stCondLst>
                                  <p:childTnLst>
                                    <p:set>
                                      <p:cBhvr>
                                        <p:cTn dur="1" fill="hold">
                                          <p:stCondLst>
                                            <p:cond delay="0"/>
                                          </p:stCondLst>
                                        </p:cTn>
                                        <p:tgtEl>
                                          <p:spTgt spid="932"/>
                                        </p:tgtEl>
                                        <p:attrNameLst>
                                          <p:attrName>style.visibility</p:attrName>
                                        </p:attrNameLst>
                                      </p:cBhvr>
                                      <p:to>
                                        <p:strVal val="visible"/>
                                      </p:to>
                                    </p:set>
                                    <p:animEffect filter="fade" transition="in">
                                      <p:cBhvr>
                                        <p:cTn dur="1000"/>
                                        <p:tgtEl>
                                          <p:spTgt spid="932"/>
                                        </p:tgtEl>
                                      </p:cBhvr>
                                    </p:animEffect>
                                  </p:childTnLst>
                                </p:cTn>
                              </p:par>
                              <p:par>
                                <p:cTn fill="hold" nodeType="withEffect" presetClass="entr" presetID="10" presetSubtype="0">
                                  <p:stCondLst>
                                    <p:cond delay="0"/>
                                  </p:stCondLst>
                                  <p:childTnLst>
                                    <p:set>
                                      <p:cBhvr>
                                        <p:cTn dur="1" fill="hold">
                                          <p:stCondLst>
                                            <p:cond delay="0"/>
                                          </p:stCondLst>
                                        </p:cTn>
                                        <p:tgtEl>
                                          <p:spTgt spid="933"/>
                                        </p:tgtEl>
                                        <p:attrNameLst>
                                          <p:attrName>style.visibility</p:attrName>
                                        </p:attrNameLst>
                                      </p:cBhvr>
                                      <p:to>
                                        <p:strVal val="visible"/>
                                      </p:to>
                                    </p:set>
                                    <p:animEffect filter="fade" transition="in">
                                      <p:cBhvr>
                                        <p:cTn dur="1000"/>
                                        <p:tgtEl>
                                          <p:spTgt spid="9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6"/>
                                        </p:tgtEl>
                                        <p:attrNameLst>
                                          <p:attrName>style.visibility</p:attrName>
                                        </p:attrNameLst>
                                      </p:cBhvr>
                                      <p:to>
                                        <p:strVal val="visible"/>
                                      </p:to>
                                    </p:set>
                                    <p:animEffect filter="fade" transition="in">
                                      <p:cBhvr>
                                        <p:cTn dur="1000"/>
                                        <p:tgtEl>
                                          <p:spTgt spid="926"/>
                                        </p:tgtEl>
                                      </p:cBhvr>
                                    </p:animEffect>
                                  </p:childTnLst>
                                </p:cTn>
                              </p:par>
                              <p:par>
                                <p:cTn fill="hold" nodeType="withEffect" presetClass="entr" presetID="10" presetSubtype="0">
                                  <p:stCondLst>
                                    <p:cond delay="0"/>
                                  </p:stCondLst>
                                  <p:childTnLst>
                                    <p:set>
                                      <p:cBhvr>
                                        <p:cTn dur="1" fill="hold">
                                          <p:stCondLst>
                                            <p:cond delay="0"/>
                                          </p:stCondLst>
                                        </p:cTn>
                                        <p:tgtEl>
                                          <p:spTgt spid="931"/>
                                        </p:tgtEl>
                                        <p:attrNameLst>
                                          <p:attrName>style.visibility</p:attrName>
                                        </p:attrNameLst>
                                      </p:cBhvr>
                                      <p:to>
                                        <p:strVal val="visible"/>
                                      </p:to>
                                    </p:set>
                                    <p:animEffect filter="fade" transition="in">
                                      <p:cBhvr>
                                        <p:cTn dur="1000"/>
                                        <p:tgtEl>
                                          <p:spTgt spid="931"/>
                                        </p:tgtEl>
                                      </p:cBhvr>
                                    </p:animEffect>
                                  </p:childTnLst>
                                </p:cTn>
                              </p:par>
                              <p:par>
                                <p:cTn fill="hold" nodeType="withEffect" presetClass="entr" presetID="10" presetSubtype="0">
                                  <p:stCondLst>
                                    <p:cond delay="0"/>
                                  </p:stCondLst>
                                  <p:childTnLst>
                                    <p:set>
                                      <p:cBhvr>
                                        <p:cTn dur="1" fill="hold">
                                          <p:stCondLst>
                                            <p:cond delay="0"/>
                                          </p:stCondLst>
                                        </p:cTn>
                                        <p:tgtEl>
                                          <p:spTgt spid="925"/>
                                        </p:tgtEl>
                                        <p:attrNameLst>
                                          <p:attrName>style.visibility</p:attrName>
                                        </p:attrNameLst>
                                      </p:cBhvr>
                                      <p:to>
                                        <p:strVal val="visible"/>
                                      </p:to>
                                    </p:set>
                                    <p:animEffect filter="fade" transition="in">
                                      <p:cBhvr>
                                        <p:cTn dur="1000"/>
                                        <p:tgtEl>
                                          <p:spTgt spid="9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4"/>
                                        </p:tgtEl>
                                        <p:attrNameLst>
                                          <p:attrName>style.visibility</p:attrName>
                                        </p:attrNameLst>
                                      </p:cBhvr>
                                      <p:to>
                                        <p:strVal val="visible"/>
                                      </p:to>
                                    </p:set>
                                    <p:animEffect filter="fade" transition="in">
                                      <p:cBhvr>
                                        <p:cTn dur="1000"/>
                                        <p:tgtEl>
                                          <p:spTgt spid="934"/>
                                        </p:tgtEl>
                                      </p:cBhvr>
                                    </p:animEffect>
                                  </p:childTnLst>
                                </p:cTn>
                              </p:par>
                              <p:par>
                                <p:cTn fill="hold" nodeType="withEffect" presetClass="entr" presetID="10" presetSubtype="0">
                                  <p:stCondLst>
                                    <p:cond delay="0"/>
                                  </p:stCondLst>
                                  <p:childTnLst>
                                    <p:set>
                                      <p:cBhvr>
                                        <p:cTn dur="1" fill="hold">
                                          <p:stCondLst>
                                            <p:cond delay="0"/>
                                          </p:stCondLst>
                                        </p:cTn>
                                        <p:tgtEl>
                                          <p:spTgt spid="936"/>
                                        </p:tgtEl>
                                        <p:attrNameLst>
                                          <p:attrName>style.visibility</p:attrName>
                                        </p:attrNameLst>
                                      </p:cBhvr>
                                      <p:to>
                                        <p:strVal val="visible"/>
                                      </p:to>
                                    </p:set>
                                    <p:animEffect filter="fade" transition="in">
                                      <p:cBhvr>
                                        <p:cTn dur="1000"/>
                                        <p:tgtEl>
                                          <p:spTgt spid="936"/>
                                        </p:tgtEl>
                                      </p:cBhvr>
                                    </p:animEffect>
                                  </p:childTnLst>
                                </p:cTn>
                              </p:par>
                              <p:par>
                                <p:cTn fill="hold" nodeType="withEffect" presetClass="entr" presetID="10" presetSubtype="0">
                                  <p:stCondLst>
                                    <p:cond delay="0"/>
                                  </p:stCondLst>
                                  <p:childTnLst>
                                    <p:set>
                                      <p:cBhvr>
                                        <p:cTn dur="1" fill="hold">
                                          <p:stCondLst>
                                            <p:cond delay="0"/>
                                          </p:stCondLst>
                                        </p:cTn>
                                        <p:tgtEl>
                                          <p:spTgt spid="935"/>
                                        </p:tgtEl>
                                        <p:attrNameLst>
                                          <p:attrName>style.visibility</p:attrName>
                                        </p:attrNameLst>
                                      </p:cBhvr>
                                      <p:to>
                                        <p:strVal val="visible"/>
                                      </p:to>
                                    </p:set>
                                    <p:animEffect filter="fade" transition="in">
                                      <p:cBhvr>
                                        <p:cTn dur="1000"/>
                                        <p:tgtEl>
                                          <p:spTgt spid="9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pic>
        <p:nvPicPr>
          <p:cNvPr descr="lego-unicorn-toy.jpg" id="942" name="Google Shape;942;p170"/>
          <p:cNvPicPr preferRelativeResize="0"/>
          <p:nvPr/>
        </p:nvPicPr>
        <p:blipFill rotWithShape="1">
          <a:blip r:embed="rId3">
            <a:alphaModFix/>
          </a:blip>
          <a:srcRect b="23504" l="939" r="29505" t="17721"/>
          <a:stretch/>
        </p:blipFill>
        <p:spPr>
          <a:xfrm>
            <a:off x="0" y="-575275"/>
            <a:ext cx="9144000" cy="5794976"/>
          </a:xfrm>
          <a:prstGeom prst="rect">
            <a:avLst/>
          </a:prstGeom>
          <a:noFill/>
          <a:ln>
            <a:noFill/>
          </a:ln>
        </p:spPr>
      </p:pic>
      <p:sp>
        <p:nvSpPr>
          <p:cNvPr id="943" name="Google Shape;943;p170"/>
          <p:cNvSpPr txBox="1"/>
          <p:nvPr>
            <p:ph idx="4294967295" type="title"/>
          </p:nvPr>
        </p:nvSpPr>
        <p:spPr>
          <a:xfrm>
            <a:off x="460950" y="2338800"/>
            <a:ext cx="3900000" cy="46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BR" sz="3000">
                <a:solidFill>
                  <a:srgbClr val="FFFFFF"/>
                </a:solidFill>
                <a:latin typeface="Open Sans"/>
                <a:ea typeface="Open Sans"/>
                <a:cs typeface="Open Sans"/>
                <a:sym typeface="Open Sans"/>
              </a:rPr>
              <a:t>Nosso cliente </a:t>
            </a:r>
            <a:r>
              <a:rPr b="1" lang="pt-BR" sz="3000">
                <a:solidFill>
                  <a:srgbClr val="0C487B"/>
                </a:solidFill>
                <a:latin typeface="Open Sans"/>
                <a:ea typeface="Open Sans"/>
                <a:cs typeface="Open Sans"/>
                <a:sym typeface="Open Sans"/>
              </a:rPr>
              <a:t>Plugchat</a:t>
            </a:r>
            <a:endParaRPr b="1" sz="3000">
              <a:solidFill>
                <a:srgbClr val="0C487B"/>
              </a:solidFill>
              <a:latin typeface="Open Sans"/>
              <a:ea typeface="Open Sans"/>
              <a:cs typeface="Open Sans"/>
              <a:sym typeface="Open Sans"/>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sp>
        <p:nvSpPr>
          <p:cNvPr id="948" name="Google Shape;948;p171"/>
          <p:cNvSpPr/>
          <p:nvPr/>
        </p:nvSpPr>
        <p:spPr>
          <a:xfrm>
            <a:off x="-75" y="4271450"/>
            <a:ext cx="4615500" cy="857400"/>
          </a:xfrm>
          <a:prstGeom prst="rect">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171"/>
          <p:cNvSpPr/>
          <p:nvPr/>
        </p:nvSpPr>
        <p:spPr>
          <a:xfrm>
            <a:off x="4568775" y="4271500"/>
            <a:ext cx="4575300" cy="857400"/>
          </a:xfrm>
          <a:prstGeom prst="rect">
            <a:avLst/>
          </a:prstGeom>
          <a:solidFill>
            <a:srgbClr val="66666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171"/>
          <p:cNvSpPr/>
          <p:nvPr/>
        </p:nvSpPr>
        <p:spPr>
          <a:xfrm>
            <a:off x="-75" y="2080800"/>
            <a:ext cx="4575300" cy="968100"/>
          </a:xfrm>
          <a:prstGeom prst="rect">
            <a:avLst/>
          </a:prstGeom>
          <a:solidFill>
            <a:srgbClr val="2E75B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171"/>
          <p:cNvSpPr/>
          <p:nvPr/>
        </p:nvSpPr>
        <p:spPr>
          <a:xfrm>
            <a:off x="4568775" y="2080800"/>
            <a:ext cx="4575300" cy="968100"/>
          </a:xfrm>
          <a:prstGeom prst="rect">
            <a:avLst/>
          </a:prstGeom>
          <a:solidFill>
            <a:srgbClr val="66666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171"/>
          <p:cNvSpPr/>
          <p:nvPr/>
        </p:nvSpPr>
        <p:spPr>
          <a:xfrm>
            <a:off x="-3675" y="3049250"/>
            <a:ext cx="4575300" cy="1222200"/>
          </a:xfrm>
          <a:prstGeom prst="rect">
            <a:avLst/>
          </a:prstGeom>
          <a:solidFill>
            <a:srgbClr val="2E75B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171"/>
          <p:cNvSpPr/>
          <p:nvPr/>
        </p:nvSpPr>
        <p:spPr>
          <a:xfrm>
            <a:off x="4568775" y="3048900"/>
            <a:ext cx="4575300" cy="1222200"/>
          </a:xfrm>
          <a:prstGeom prst="rect">
            <a:avLst/>
          </a:prstGeom>
          <a:solidFill>
            <a:srgbClr val="66666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171"/>
          <p:cNvSpPr/>
          <p:nvPr/>
        </p:nvSpPr>
        <p:spPr>
          <a:xfrm>
            <a:off x="-75" y="1078500"/>
            <a:ext cx="4575300" cy="992400"/>
          </a:xfrm>
          <a:prstGeom prst="rect">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171"/>
          <p:cNvSpPr/>
          <p:nvPr/>
        </p:nvSpPr>
        <p:spPr>
          <a:xfrm>
            <a:off x="4568775" y="1078500"/>
            <a:ext cx="4575300" cy="992400"/>
          </a:xfrm>
          <a:prstGeom prst="rect">
            <a:avLst/>
          </a:prstGeom>
          <a:solidFill>
            <a:srgbClr val="66666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171"/>
          <p:cNvSpPr/>
          <p:nvPr/>
        </p:nvSpPr>
        <p:spPr>
          <a:xfrm>
            <a:off x="0" y="0"/>
            <a:ext cx="4575300" cy="1098900"/>
          </a:xfrm>
          <a:prstGeom prst="rect">
            <a:avLst/>
          </a:prstGeom>
          <a:solidFill>
            <a:srgbClr val="2E75B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171"/>
          <p:cNvSpPr/>
          <p:nvPr/>
        </p:nvSpPr>
        <p:spPr>
          <a:xfrm>
            <a:off x="4568850" y="0"/>
            <a:ext cx="4575300" cy="1098900"/>
          </a:xfrm>
          <a:prstGeom prst="rect">
            <a:avLst/>
          </a:prstGeom>
          <a:solidFill>
            <a:srgbClr val="66666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171"/>
          <p:cNvSpPr txBox="1"/>
          <p:nvPr/>
        </p:nvSpPr>
        <p:spPr>
          <a:xfrm>
            <a:off x="131775" y="46050"/>
            <a:ext cx="4211700" cy="1307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lang="pt-BR">
                <a:solidFill>
                  <a:srgbClr val="FFFFFF"/>
                </a:solidFill>
                <a:latin typeface="Open Sans"/>
                <a:ea typeface="Open Sans"/>
                <a:cs typeface="Open Sans"/>
                <a:sym typeface="Open Sans"/>
              </a:rPr>
              <a:t>É uma média entre 11 e 290 funcionários </a:t>
            </a:r>
            <a:endParaRPr>
              <a:solidFill>
                <a:srgbClr val="FFFFFF"/>
              </a:solidFill>
              <a:latin typeface="Open Sans"/>
              <a:ea typeface="Open Sans"/>
              <a:cs typeface="Open Sans"/>
              <a:sym typeface="Open Sans"/>
            </a:endParaRPr>
          </a:p>
        </p:txBody>
      </p:sp>
      <p:sp>
        <p:nvSpPr>
          <p:cNvPr id="959" name="Google Shape;959;p171"/>
          <p:cNvSpPr/>
          <p:nvPr/>
        </p:nvSpPr>
        <p:spPr>
          <a:xfrm>
            <a:off x="4306200" y="1451500"/>
            <a:ext cx="531600" cy="287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171"/>
          <p:cNvSpPr txBox="1"/>
          <p:nvPr/>
        </p:nvSpPr>
        <p:spPr>
          <a:xfrm>
            <a:off x="4951175" y="4210077"/>
            <a:ext cx="4038600" cy="1098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lang="pt-BR" sz="1200">
                <a:solidFill>
                  <a:srgbClr val="FFFFFF"/>
                </a:solidFill>
                <a:latin typeface="Open Sans"/>
                <a:ea typeface="Open Sans"/>
                <a:cs typeface="Open Sans"/>
                <a:sym typeface="Open Sans"/>
              </a:rPr>
              <a:t>Clientes que já possuem uma solução estão mais maduros e prontos para uma compra</a:t>
            </a:r>
            <a:endParaRPr sz="1200">
              <a:solidFill>
                <a:srgbClr val="FFFFFF"/>
              </a:solidFill>
              <a:latin typeface="Open Sans"/>
              <a:ea typeface="Open Sans"/>
              <a:cs typeface="Open Sans"/>
              <a:sym typeface="Open Sans"/>
            </a:endParaRPr>
          </a:p>
        </p:txBody>
      </p:sp>
      <p:sp>
        <p:nvSpPr>
          <p:cNvPr id="961" name="Google Shape;961;p171"/>
          <p:cNvSpPr txBox="1"/>
          <p:nvPr/>
        </p:nvSpPr>
        <p:spPr>
          <a:xfrm>
            <a:off x="131875" y="4107450"/>
            <a:ext cx="4138500" cy="1307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lang="pt-BR">
                <a:solidFill>
                  <a:schemeClr val="lt1"/>
                </a:solidFill>
                <a:latin typeface="Open Sans"/>
                <a:ea typeface="Open Sans"/>
                <a:cs typeface="Open Sans"/>
                <a:sym typeface="Open Sans"/>
              </a:rPr>
              <a:t>Já usa uma solução parecida ou está buscando uma solução melhor</a:t>
            </a:r>
            <a:endParaRPr>
              <a:solidFill>
                <a:schemeClr val="lt1"/>
              </a:solidFill>
              <a:latin typeface="Open Sans"/>
              <a:ea typeface="Open Sans"/>
              <a:cs typeface="Open Sans"/>
              <a:sym typeface="Open Sans"/>
            </a:endParaRPr>
          </a:p>
        </p:txBody>
      </p:sp>
      <p:sp>
        <p:nvSpPr>
          <p:cNvPr id="962" name="Google Shape;962;p171"/>
          <p:cNvSpPr txBox="1"/>
          <p:nvPr/>
        </p:nvSpPr>
        <p:spPr>
          <a:xfrm>
            <a:off x="131775" y="1059675"/>
            <a:ext cx="4211700" cy="1307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lang="pt-BR">
                <a:solidFill>
                  <a:schemeClr val="lt1"/>
                </a:solidFill>
                <a:latin typeface="Open Sans"/>
                <a:ea typeface="Open Sans"/>
                <a:cs typeface="Open Sans"/>
                <a:sym typeface="Open Sans"/>
              </a:rPr>
              <a:t>Tem ao menos 1 funcionário dedicado a gestão e supervisão do atendimento.</a:t>
            </a:r>
            <a:endParaRPr>
              <a:solidFill>
                <a:schemeClr val="lt1"/>
              </a:solidFill>
              <a:latin typeface="Open Sans"/>
              <a:ea typeface="Open Sans"/>
              <a:cs typeface="Open Sans"/>
              <a:sym typeface="Open Sans"/>
            </a:endParaRPr>
          </a:p>
        </p:txBody>
      </p:sp>
      <p:sp>
        <p:nvSpPr>
          <p:cNvPr id="963" name="Google Shape;963;p171"/>
          <p:cNvSpPr txBox="1"/>
          <p:nvPr/>
        </p:nvSpPr>
        <p:spPr>
          <a:xfrm>
            <a:off x="159975" y="2123375"/>
            <a:ext cx="4038600" cy="1222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lang="pt-BR">
                <a:solidFill>
                  <a:schemeClr val="lt1"/>
                </a:solidFill>
                <a:latin typeface="Open Sans"/>
                <a:ea typeface="Open Sans"/>
                <a:cs typeface="Open Sans"/>
                <a:sym typeface="Open Sans"/>
              </a:rPr>
              <a:t>Tem potencial de crescimento (volume de cliente acima de 5 operadores)</a:t>
            </a:r>
            <a:endParaRPr>
              <a:solidFill>
                <a:schemeClr val="lt1"/>
              </a:solidFill>
              <a:latin typeface="Open Sans"/>
              <a:ea typeface="Open Sans"/>
              <a:cs typeface="Open Sans"/>
              <a:sym typeface="Open Sans"/>
            </a:endParaRPr>
          </a:p>
        </p:txBody>
      </p:sp>
      <p:sp>
        <p:nvSpPr>
          <p:cNvPr id="964" name="Google Shape;964;p171"/>
          <p:cNvSpPr txBox="1"/>
          <p:nvPr/>
        </p:nvSpPr>
        <p:spPr>
          <a:xfrm>
            <a:off x="4909650" y="46050"/>
            <a:ext cx="4038600" cy="10989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lang="pt-BR" sz="1200">
                <a:solidFill>
                  <a:schemeClr val="lt1"/>
                </a:solidFill>
                <a:latin typeface="Open Sans"/>
                <a:ea typeface="Open Sans"/>
                <a:cs typeface="Open Sans"/>
                <a:sym typeface="Open Sans"/>
              </a:rPr>
              <a:t>Churn com menos de 9 meses têm menos de 10 funcionários.</a:t>
            </a:r>
            <a:r>
              <a:rPr lang="pt-BR" sz="1200">
                <a:solidFill>
                  <a:schemeClr val="dk1"/>
                </a:solidFill>
              </a:rPr>
              <a:t> </a:t>
            </a:r>
            <a:r>
              <a:rPr lang="pt-BR" sz="1200">
                <a:solidFill>
                  <a:schemeClr val="lt1"/>
                </a:solidFill>
                <a:latin typeface="Open Sans"/>
                <a:ea typeface="Open Sans"/>
                <a:cs typeface="Open Sans"/>
                <a:sym typeface="Open Sans"/>
              </a:rPr>
              <a:t>Quanto menor a empresa maior a chance de churn. A partir de 11 func. redução drástica do churn.  </a:t>
            </a:r>
            <a:endParaRPr sz="1200"/>
          </a:p>
        </p:txBody>
      </p:sp>
      <p:sp>
        <p:nvSpPr>
          <p:cNvPr id="965" name="Google Shape;965;p171"/>
          <p:cNvSpPr/>
          <p:nvPr/>
        </p:nvSpPr>
        <p:spPr>
          <a:xfrm>
            <a:off x="4306200" y="451800"/>
            <a:ext cx="531600" cy="287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171"/>
          <p:cNvSpPr/>
          <p:nvPr/>
        </p:nvSpPr>
        <p:spPr>
          <a:xfrm>
            <a:off x="4306200" y="3432700"/>
            <a:ext cx="531600" cy="287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171"/>
          <p:cNvSpPr/>
          <p:nvPr/>
        </p:nvSpPr>
        <p:spPr>
          <a:xfrm>
            <a:off x="4306200" y="2509200"/>
            <a:ext cx="531600" cy="287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171"/>
          <p:cNvSpPr txBox="1"/>
          <p:nvPr/>
        </p:nvSpPr>
        <p:spPr>
          <a:xfrm>
            <a:off x="4945425" y="2103450"/>
            <a:ext cx="3788400" cy="8445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lang="pt-BR" sz="1200">
                <a:solidFill>
                  <a:schemeClr val="lt1"/>
                </a:solidFill>
                <a:latin typeface="Open Sans"/>
                <a:ea typeface="Open Sans"/>
                <a:cs typeface="Open Sans"/>
                <a:sym typeface="Open Sans"/>
              </a:rPr>
              <a:t>Leads com +5 operadores tendem a ter LTV maior, paga o CAC e tem potencial de crescimento.</a:t>
            </a:r>
            <a:endParaRPr sz="1200"/>
          </a:p>
        </p:txBody>
      </p:sp>
      <p:sp>
        <p:nvSpPr>
          <p:cNvPr id="969" name="Google Shape;969;p171"/>
          <p:cNvSpPr/>
          <p:nvPr/>
        </p:nvSpPr>
        <p:spPr>
          <a:xfrm>
            <a:off x="4306200" y="4423300"/>
            <a:ext cx="531600" cy="287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171"/>
          <p:cNvSpPr txBox="1"/>
          <p:nvPr/>
        </p:nvSpPr>
        <p:spPr>
          <a:xfrm>
            <a:off x="131875" y="3085672"/>
            <a:ext cx="4211700" cy="1414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lang="pt-BR">
                <a:solidFill>
                  <a:schemeClr val="lt1"/>
                </a:solidFill>
                <a:latin typeface="Open Sans"/>
                <a:ea typeface="Open Sans"/>
                <a:cs typeface="Open Sans"/>
                <a:sym typeface="Open Sans"/>
              </a:rPr>
              <a:t>Necessitam melhorar o atendimento da empresa e unificar pessoas</a:t>
            </a:r>
            <a:endParaRPr>
              <a:solidFill>
                <a:schemeClr val="lt1"/>
              </a:solidFill>
              <a:latin typeface="Open Sans"/>
              <a:ea typeface="Open Sans"/>
              <a:cs typeface="Open Sans"/>
              <a:sym typeface="Open Sans"/>
            </a:endParaRPr>
          </a:p>
        </p:txBody>
      </p:sp>
      <p:sp>
        <p:nvSpPr>
          <p:cNvPr id="971" name="Google Shape;971;p171"/>
          <p:cNvSpPr txBox="1"/>
          <p:nvPr/>
        </p:nvSpPr>
        <p:spPr>
          <a:xfrm>
            <a:off x="4938700" y="3029550"/>
            <a:ext cx="3965400" cy="1098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pt-BR" sz="1200">
                <a:solidFill>
                  <a:schemeClr val="lt1"/>
                </a:solidFill>
                <a:latin typeface="Open Sans"/>
                <a:ea typeface="Open Sans"/>
                <a:cs typeface="Open Sans"/>
                <a:sym typeface="Open Sans"/>
              </a:rPr>
              <a:t>Perfis de clientes que precisam com urgência e precisam resolver um problema tendem a querer resolver e possivelmente fiquem + tempo como clientes.</a:t>
            </a:r>
            <a:endParaRPr sz="1200"/>
          </a:p>
        </p:txBody>
      </p:sp>
      <p:sp>
        <p:nvSpPr>
          <p:cNvPr id="972" name="Google Shape;972;p171"/>
          <p:cNvSpPr txBox="1"/>
          <p:nvPr/>
        </p:nvSpPr>
        <p:spPr>
          <a:xfrm>
            <a:off x="4938700" y="1048350"/>
            <a:ext cx="3788400" cy="10989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lang="pt-BR" sz="1200">
                <a:solidFill>
                  <a:schemeClr val="lt1"/>
                </a:solidFill>
                <a:latin typeface="Open Sans"/>
                <a:ea typeface="Open Sans"/>
                <a:cs typeface="Open Sans"/>
                <a:sym typeface="Open Sans"/>
              </a:rPr>
              <a:t>Empresas com funcionário dedicado têm 45% menos risco de churn.</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9"/>
                                        </p:tgtEl>
                                        <p:attrNameLst>
                                          <p:attrName>style.visibility</p:attrName>
                                        </p:attrNameLst>
                                      </p:cBhvr>
                                      <p:to>
                                        <p:strVal val="visible"/>
                                      </p:to>
                                    </p:set>
                                    <p:animEffect filter="fade" transition="in">
                                      <p:cBhvr>
                                        <p:cTn dur="1000"/>
                                        <p:tgtEl>
                                          <p:spTgt spid="959"/>
                                        </p:tgtEl>
                                      </p:cBhvr>
                                    </p:animEffect>
                                  </p:childTnLst>
                                </p:cTn>
                              </p:par>
                              <p:par>
                                <p:cTn fill="hold" nodeType="withEffect" presetClass="entr" presetID="10" presetSubtype="0">
                                  <p:stCondLst>
                                    <p:cond delay="0"/>
                                  </p:stCondLst>
                                  <p:childTnLst>
                                    <p:set>
                                      <p:cBhvr>
                                        <p:cTn dur="1" fill="hold">
                                          <p:stCondLst>
                                            <p:cond delay="0"/>
                                          </p:stCondLst>
                                        </p:cTn>
                                        <p:tgtEl>
                                          <p:spTgt spid="962"/>
                                        </p:tgtEl>
                                        <p:attrNameLst>
                                          <p:attrName>style.visibility</p:attrName>
                                        </p:attrNameLst>
                                      </p:cBhvr>
                                      <p:to>
                                        <p:strVal val="visible"/>
                                      </p:to>
                                    </p:set>
                                    <p:animEffect filter="fade" transition="in">
                                      <p:cBhvr>
                                        <p:cTn dur="1000"/>
                                        <p:tgtEl>
                                          <p:spTgt spid="962"/>
                                        </p:tgtEl>
                                      </p:cBhvr>
                                    </p:animEffect>
                                  </p:childTnLst>
                                </p:cTn>
                              </p:par>
                              <p:par>
                                <p:cTn fill="hold" nodeType="withEffect" presetClass="entr" presetID="10" presetSubtype="0">
                                  <p:stCondLst>
                                    <p:cond delay="0"/>
                                  </p:stCondLst>
                                  <p:childTnLst>
                                    <p:set>
                                      <p:cBhvr>
                                        <p:cTn dur="1" fill="hold">
                                          <p:stCondLst>
                                            <p:cond delay="0"/>
                                          </p:stCondLst>
                                        </p:cTn>
                                        <p:tgtEl>
                                          <p:spTgt spid="972"/>
                                        </p:tgtEl>
                                        <p:attrNameLst>
                                          <p:attrName>style.visibility</p:attrName>
                                        </p:attrNameLst>
                                      </p:cBhvr>
                                      <p:to>
                                        <p:strVal val="visible"/>
                                      </p:to>
                                    </p:set>
                                    <p:animEffect filter="fade" transition="in">
                                      <p:cBhvr>
                                        <p:cTn dur="1000"/>
                                        <p:tgtEl>
                                          <p:spTgt spid="9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3"/>
                                        </p:tgtEl>
                                        <p:attrNameLst>
                                          <p:attrName>style.visibility</p:attrName>
                                        </p:attrNameLst>
                                      </p:cBhvr>
                                      <p:to>
                                        <p:strVal val="visible"/>
                                      </p:to>
                                    </p:set>
                                    <p:animEffect filter="fade" transition="in">
                                      <p:cBhvr>
                                        <p:cTn dur="1000"/>
                                        <p:tgtEl>
                                          <p:spTgt spid="963"/>
                                        </p:tgtEl>
                                      </p:cBhvr>
                                    </p:animEffect>
                                  </p:childTnLst>
                                </p:cTn>
                              </p:par>
                              <p:par>
                                <p:cTn fill="hold" nodeType="withEffect" presetClass="entr" presetID="10" presetSubtype="0">
                                  <p:stCondLst>
                                    <p:cond delay="0"/>
                                  </p:stCondLst>
                                  <p:childTnLst>
                                    <p:set>
                                      <p:cBhvr>
                                        <p:cTn dur="1" fill="hold">
                                          <p:stCondLst>
                                            <p:cond delay="0"/>
                                          </p:stCondLst>
                                        </p:cTn>
                                        <p:tgtEl>
                                          <p:spTgt spid="967"/>
                                        </p:tgtEl>
                                        <p:attrNameLst>
                                          <p:attrName>style.visibility</p:attrName>
                                        </p:attrNameLst>
                                      </p:cBhvr>
                                      <p:to>
                                        <p:strVal val="visible"/>
                                      </p:to>
                                    </p:set>
                                    <p:animEffect filter="fade" transition="in">
                                      <p:cBhvr>
                                        <p:cTn dur="1000"/>
                                        <p:tgtEl>
                                          <p:spTgt spid="967"/>
                                        </p:tgtEl>
                                      </p:cBhvr>
                                    </p:animEffect>
                                  </p:childTnLst>
                                </p:cTn>
                              </p:par>
                              <p:par>
                                <p:cTn fill="hold" nodeType="withEffect" presetClass="entr" presetID="10" presetSubtype="0">
                                  <p:stCondLst>
                                    <p:cond delay="0"/>
                                  </p:stCondLst>
                                  <p:childTnLst>
                                    <p:set>
                                      <p:cBhvr>
                                        <p:cTn dur="1" fill="hold">
                                          <p:stCondLst>
                                            <p:cond delay="0"/>
                                          </p:stCondLst>
                                        </p:cTn>
                                        <p:tgtEl>
                                          <p:spTgt spid="968"/>
                                        </p:tgtEl>
                                        <p:attrNameLst>
                                          <p:attrName>style.visibility</p:attrName>
                                        </p:attrNameLst>
                                      </p:cBhvr>
                                      <p:to>
                                        <p:strVal val="visible"/>
                                      </p:to>
                                    </p:set>
                                    <p:animEffect filter="fade" transition="in">
                                      <p:cBhvr>
                                        <p:cTn dur="1000"/>
                                        <p:tgtEl>
                                          <p:spTgt spid="9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
                                        </p:tgtEl>
                                        <p:attrNameLst>
                                          <p:attrName>style.visibility</p:attrName>
                                        </p:attrNameLst>
                                      </p:cBhvr>
                                      <p:to>
                                        <p:strVal val="visible"/>
                                      </p:to>
                                    </p:set>
                                    <p:animEffect filter="fade" transition="in">
                                      <p:cBhvr>
                                        <p:cTn dur="1000"/>
                                        <p:tgtEl>
                                          <p:spTgt spid="961"/>
                                        </p:tgtEl>
                                      </p:cBhvr>
                                    </p:animEffect>
                                  </p:childTnLst>
                                </p:cTn>
                              </p:par>
                              <p:par>
                                <p:cTn fill="hold" nodeType="withEffect" presetClass="entr" presetID="10" presetSubtype="0">
                                  <p:stCondLst>
                                    <p:cond delay="0"/>
                                  </p:stCondLst>
                                  <p:childTnLst>
                                    <p:set>
                                      <p:cBhvr>
                                        <p:cTn dur="1" fill="hold">
                                          <p:stCondLst>
                                            <p:cond delay="0"/>
                                          </p:stCondLst>
                                        </p:cTn>
                                        <p:tgtEl>
                                          <p:spTgt spid="966"/>
                                        </p:tgtEl>
                                        <p:attrNameLst>
                                          <p:attrName>style.visibility</p:attrName>
                                        </p:attrNameLst>
                                      </p:cBhvr>
                                      <p:to>
                                        <p:strVal val="visible"/>
                                      </p:to>
                                    </p:set>
                                    <p:animEffect filter="fade" transition="in">
                                      <p:cBhvr>
                                        <p:cTn dur="1000"/>
                                        <p:tgtEl>
                                          <p:spTgt spid="966"/>
                                        </p:tgtEl>
                                      </p:cBhvr>
                                    </p:animEffect>
                                  </p:childTnLst>
                                </p:cTn>
                              </p:par>
                              <p:par>
                                <p:cTn fill="hold" nodeType="withEffect" presetClass="entr" presetID="10" presetSubtype="0">
                                  <p:stCondLst>
                                    <p:cond delay="0"/>
                                  </p:stCondLst>
                                  <p:childTnLst>
                                    <p:set>
                                      <p:cBhvr>
                                        <p:cTn dur="1" fill="hold">
                                          <p:stCondLst>
                                            <p:cond delay="0"/>
                                          </p:stCondLst>
                                        </p:cTn>
                                        <p:tgtEl>
                                          <p:spTgt spid="960"/>
                                        </p:tgtEl>
                                        <p:attrNameLst>
                                          <p:attrName>style.visibility</p:attrName>
                                        </p:attrNameLst>
                                      </p:cBhvr>
                                      <p:to>
                                        <p:strVal val="visible"/>
                                      </p:to>
                                    </p:set>
                                    <p:animEffect filter="fade" transition="in">
                                      <p:cBhvr>
                                        <p:cTn dur="1000"/>
                                        <p:tgtEl>
                                          <p:spTgt spid="9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9"/>
                                        </p:tgtEl>
                                        <p:attrNameLst>
                                          <p:attrName>style.visibility</p:attrName>
                                        </p:attrNameLst>
                                      </p:cBhvr>
                                      <p:to>
                                        <p:strVal val="visible"/>
                                      </p:to>
                                    </p:set>
                                    <p:animEffect filter="fade" transition="in">
                                      <p:cBhvr>
                                        <p:cTn dur="1000"/>
                                        <p:tgtEl>
                                          <p:spTgt spid="969"/>
                                        </p:tgtEl>
                                      </p:cBhvr>
                                    </p:animEffect>
                                  </p:childTnLst>
                                </p:cTn>
                              </p:par>
                              <p:par>
                                <p:cTn fill="hold" nodeType="withEffect" presetClass="entr" presetID="10" presetSubtype="0">
                                  <p:stCondLst>
                                    <p:cond delay="0"/>
                                  </p:stCondLst>
                                  <p:childTnLst>
                                    <p:set>
                                      <p:cBhvr>
                                        <p:cTn dur="1" fill="hold">
                                          <p:stCondLst>
                                            <p:cond delay="0"/>
                                          </p:stCondLst>
                                        </p:cTn>
                                        <p:tgtEl>
                                          <p:spTgt spid="971"/>
                                        </p:tgtEl>
                                        <p:attrNameLst>
                                          <p:attrName>style.visibility</p:attrName>
                                        </p:attrNameLst>
                                      </p:cBhvr>
                                      <p:to>
                                        <p:strVal val="visible"/>
                                      </p:to>
                                    </p:set>
                                    <p:animEffect filter="fade" transition="in">
                                      <p:cBhvr>
                                        <p:cTn dur="1000"/>
                                        <p:tgtEl>
                                          <p:spTgt spid="971"/>
                                        </p:tgtEl>
                                      </p:cBhvr>
                                    </p:animEffect>
                                  </p:childTnLst>
                                </p:cTn>
                              </p:par>
                              <p:par>
                                <p:cTn fill="hold" nodeType="withEffect" presetClass="entr" presetID="10" presetSubtype="0">
                                  <p:stCondLst>
                                    <p:cond delay="0"/>
                                  </p:stCondLst>
                                  <p:childTnLst>
                                    <p:set>
                                      <p:cBhvr>
                                        <p:cTn dur="1" fill="hold">
                                          <p:stCondLst>
                                            <p:cond delay="0"/>
                                          </p:stCondLst>
                                        </p:cTn>
                                        <p:tgtEl>
                                          <p:spTgt spid="970"/>
                                        </p:tgtEl>
                                        <p:attrNameLst>
                                          <p:attrName>style.visibility</p:attrName>
                                        </p:attrNameLst>
                                      </p:cBhvr>
                                      <p:to>
                                        <p:strVal val="visible"/>
                                      </p:to>
                                    </p:set>
                                    <p:animEffect filter="fade" transition="in">
                                      <p:cBhvr>
                                        <p:cTn dur="1000"/>
                                        <p:tgtEl>
                                          <p:spTgt spid="9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pic>
        <p:nvPicPr>
          <p:cNvPr descr="airshow-sky-red-arrow.jpg" id="977" name="Google Shape;977;p172"/>
          <p:cNvPicPr preferRelativeResize="0"/>
          <p:nvPr/>
        </p:nvPicPr>
        <p:blipFill rotWithShape="1">
          <a:blip r:embed="rId3">
            <a:alphaModFix/>
          </a:blip>
          <a:srcRect b="0" l="0" r="8759" t="0"/>
          <a:stretch/>
        </p:blipFill>
        <p:spPr>
          <a:xfrm>
            <a:off x="-149375" y="0"/>
            <a:ext cx="9293374" cy="5143500"/>
          </a:xfrm>
          <a:prstGeom prst="rect">
            <a:avLst/>
          </a:prstGeom>
          <a:noFill/>
          <a:ln>
            <a:noFill/>
          </a:ln>
        </p:spPr>
      </p:pic>
      <p:sp>
        <p:nvSpPr>
          <p:cNvPr id="978" name="Google Shape;978;p172"/>
          <p:cNvSpPr/>
          <p:nvPr/>
        </p:nvSpPr>
        <p:spPr>
          <a:xfrm>
            <a:off x="3839450" y="3910050"/>
            <a:ext cx="1750800" cy="851100"/>
          </a:xfrm>
          <a:prstGeom prst="rect">
            <a:avLst/>
          </a:prstGeom>
          <a:solidFill>
            <a:srgbClr val="00B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172"/>
          <p:cNvSpPr txBox="1"/>
          <p:nvPr/>
        </p:nvSpPr>
        <p:spPr>
          <a:xfrm>
            <a:off x="4125450" y="3899950"/>
            <a:ext cx="1578900" cy="1085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pt-BR" sz="4800">
                <a:solidFill>
                  <a:srgbClr val="FFFFFF"/>
                </a:solidFill>
                <a:latin typeface="Open Sans"/>
                <a:ea typeface="Open Sans"/>
                <a:cs typeface="Open Sans"/>
                <a:sym typeface="Open Sans"/>
              </a:rPr>
              <a:t>ICP</a:t>
            </a:r>
            <a:endParaRPr sz="4800">
              <a:solidFill>
                <a:srgbClr val="FFFFFF"/>
              </a:solidFill>
            </a:endParaRPr>
          </a:p>
        </p:txBody>
      </p:sp>
      <p:sp>
        <p:nvSpPr>
          <p:cNvPr id="980" name="Google Shape;980;p172"/>
          <p:cNvSpPr txBox="1"/>
          <p:nvPr/>
        </p:nvSpPr>
        <p:spPr>
          <a:xfrm>
            <a:off x="6714350" y="991200"/>
            <a:ext cx="1578900" cy="1085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pt-BR" sz="2400">
                <a:latin typeface="Open Sans"/>
                <a:ea typeface="Open Sans"/>
                <a:cs typeface="Open Sans"/>
                <a:sym typeface="Open Sans"/>
              </a:rPr>
              <a:t>SLA</a:t>
            </a:r>
            <a:endParaRPr sz="2400"/>
          </a:p>
        </p:txBody>
      </p:sp>
      <p:sp>
        <p:nvSpPr>
          <p:cNvPr id="981" name="Google Shape;981;p172"/>
          <p:cNvSpPr txBox="1"/>
          <p:nvPr/>
        </p:nvSpPr>
        <p:spPr>
          <a:xfrm>
            <a:off x="3564600" y="270050"/>
            <a:ext cx="2014800" cy="1085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pt-BR" sz="2400">
                <a:latin typeface="Open Sans"/>
                <a:ea typeface="Open Sans"/>
                <a:cs typeface="Open Sans"/>
                <a:sym typeface="Open Sans"/>
              </a:rPr>
              <a:t>PERSONAS</a:t>
            </a:r>
            <a:endParaRPr sz="2400"/>
          </a:p>
        </p:txBody>
      </p:sp>
      <p:sp>
        <p:nvSpPr>
          <p:cNvPr id="982" name="Google Shape;982;p172"/>
          <p:cNvSpPr txBox="1"/>
          <p:nvPr/>
        </p:nvSpPr>
        <p:spPr>
          <a:xfrm>
            <a:off x="1665950" y="1061650"/>
            <a:ext cx="1578900" cy="1085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pt-BR" sz="2400">
                <a:latin typeface="Open Sans"/>
                <a:ea typeface="Open Sans"/>
                <a:cs typeface="Open Sans"/>
                <a:sym typeface="Open Sans"/>
              </a:rPr>
              <a:t>SCORING</a:t>
            </a:r>
            <a:endParaRPr sz="2400"/>
          </a:p>
        </p:txBody>
      </p:sp>
      <p:sp>
        <p:nvSpPr>
          <p:cNvPr id="983" name="Google Shape;983;p172"/>
          <p:cNvSpPr txBox="1"/>
          <p:nvPr/>
        </p:nvSpPr>
        <p:spPr>
          <a:xfrm>
            <a:off x="87050" y="2390225"/>
            <a:ext cx="2441400" cy="1085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pt-BR" sz="1800">
                <a:latin typeface="Open Sans"/>
                <a:ea typeface="Open Sans"/>
                <a:cs typeface="Open Sans"/>
                <a:sym typeface="Open Sans"/>
              </a:rPr>
              <a:t>QUALIFICAÇÃO AO LONGO DO FUNIL</a:t>
            </a:r>
            <a:endParaRPr sz="18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pic>
        <p:nvPicPr>
          <p:cNvPr descr="lego-unicorn-toy.jpg" id="988" name="Google Shape;988;p173"/>
          <p:cNvPicPr preferRelativeResize="0"/>
          <p:nvPr/>
        </p:nvPicPr>
        <p:blipFill rotWithShape="1">
          <a:blip r:embed="rId3">
            <a:alphaModFix/>
          </a:blip>
          <a:srcRect b="23581" l="0" r="30444" t="17644"/>
          <a:stretch/>
        </p:blipFill>
        <p:spPr>
          <a:xfrm>
            <a:off x="0" y="-575275"/>
            <a:ext cx="9144000" cy="5794976"/>
          </a:xfrm>
          <a:prstGeom prst="rect">
            <a:avLst/>
          </a:prstGeom>
          <a:noFill/>
          <a:ln>
            <a:noFill/>
          </a:ln>
        </p:spPr>
      </p:pic>
      <p:sp>
        <p:nvSpPr>
          <p:cNvPr id="989" name="Google Shape;989;p173"/>
          <p:cNvSpPr txBox="1"/>
          <p:nvPr>
            <p:ph idx="4294967295" type="title"/>
          </p:nvPr>
        </p:nvSpPr>
        <p:spPr>
          <a:xfrm>
            <a:off x="460950" y="2338800"/>
            <a:ext cx="5862600" cy="46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BR" sz="3000">
                <a:solidFill>
                  <a:srgbClr val="00B050"/>
                </a:solidFill>
                <a:latin typeface="Open Sans"/>
                <a:ea typeface="Open Sans"/>
                <a:cs typeface="Open Sans"/>
                <a:sym typeface="Open Sans"/>
              </a:rPr>
              <a:t>Z-Api</a:t>
            </a:r>
            <a:endParaRPr b="1" sz="3000">
              <a:solidFill>
                <a:srgbClr val="00B050"/>
              </a:solidFill>
              <a:latin typeface="Open Sans"/>
              <a:ea typeface="Open Sans"/>
              <a:cs typeface="Open Sans"/>
              <a:sym typeface="Open Sans"/>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174"/>
          <p:cNvSpPr txBox="1"/>
          <p:nvPr>
            <p:ph type="title"/>
          </p:nvPr>
        </p:nvSpPr>
        <p:spPr>
          <a:xfrm>
            <a:off x="311700" y="445025"/>
            <a:ext cx="8832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pt-BR">
                <a:solidFill>
                  <a:srgbClr val="00B050"/>
                </a:solidFill>
              </a:rPr>
              <a:t>1 - O sonho de cliente - A</a:t>
            </a:r>
            <a:endParaRPr>
              <a:solidFill>
                <a:srgbClr val="00B050"/>
              </a:solidFill>
            </a:endParaRPr>
          </a:p>
        </p:txBody>
      </p:sp>
      <p:sp>
        <p:nvSpPr>
          <p:cNvPr id="995" name="Google Shape;995;p174"/>
          <p:cNvSpPr txBox="1"/>
          <p:nvPr/>
        </p:nvSpPr>
        <p:spPr>
          <a:xfrm>
            <a:off x="219175" y="1587600"/>
            <a:ext cx="4120800" cy="3461700"/>
          </a:xfrm>
          <a:prstGeom prst="rect">
            <a:avLst/>
          </a:prstGeom>
          <a:noFill/>
          <a:ln>
            <a:noFill/>
          </a:ln>
        </p:spPr>
        <p:txBody>
          <a:bodyPr anchorCtr="0" anchor="t" bIns="91425" lIns="91425" spcFirstLastPara="1" rIns="91425" wrap="square" tIns="91425">
            <a:noAutofit/>
          </a:bodyPr>
          <a:lstStyle/>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Funcionários: +100 </a:t>
            </a:r>
            <a:endParaRPr>
              <a:solidFill>
                <a:srgbClr val="0C487B"/>
              </a:solidFill>
              <a:latin typeface="Open Sans"/>
              <a:ea typeface="Open Sans"/>
              <a:cs typeface="Open Sans"/>
              <a:sym typeface="Open Sans"/>
            </a:endParaRPr>
          </a:p>
          <a:p>
            <a:pPr indent="0" lvl="0" marL="457200" rtl="0" algn="just">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Fee mensal médio: R$ 100.000</a:t>
            </a:r>
            <a:endParaRPr>
              <a:solidFill>
                <a:srgbClr val="0C487B"/>
              </a:solidFill>
              <a:latin typeface="Open Sans"/>
              <a:ea typeface="Open Sans"/>
              <a:cs typeface="Open Sans"/>
              <a:sym typeface="Open Sans"/>
            </a:endParaRPr>
          </a:p>
          <a:p>
            <a:pPr indent="0" lvl="0" marL="0" rtl="0" algn="just">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Instâncias conosco: +1.700</a:t>
            </a:r>
            <a:endParaRPr>
              <a:solidFill>
                <a:srgbClr val="0C487B"/>
              </a:solidFill>
              <a:latin typeface="Open Sans"/>
              <a:ea typeface="Open Sans"/>
              <a:cs typeface="Open Sans"/>
              <a:sym typeface="Open Sans"/>
            </a:endParaRPr>
          </a:p>
          <a:p>
            <a:pPr indent="0" lvl="0" marL="0" rtl="0" algn="just">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Z-Api Partner Black Diamond</a:t>
            </a:r>
            <a:endParaRPr>
              <a:solidFill>
                <a:srgbClr val="0C487B"/>
              </a:solidFill>
              <a:latin typeface="Open Sans"/>
              <a:ea typeface="Open Sans"/>
              <a:cs typeface="Open Sans"/>
              <a:sym typeface="Open Sans"/>
            </a:endParaRPr>
          </a:p>
          <a:p>
            <a:pPr indent="0" lvl="0" marL="0" rtl="0" algn="just">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Profissional de Integrações: Possui</a:t>
            </a:r>
            <a:endParaRPr>
              <a:solidFill>
                <a:srgbClr val="0C487B"/>
              </a:solidFill>
              <a:latin typeface="Open Sans"/>
              <a:ea typeface="Open Sans"/>
              <a:cs typeface="Open Sans"/>
              <a:sym typeface="Open Sans"/>
            </a:endParaRPr>
          </a:p>
          <a:p>
            <a:pPr indent="0" lvl="0" marL="0" rtl="0" algn="just">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Tem ou já teve uma API: Sim</a:t>
            </a:r>
            <a:endParaRPr>
              <a:solidFill>
                <a:srgbClr val="0C487B"/>
              </a:solidFill>
              <a:latin typeface="Open Sans"/>
              <a:ea typeface="Open Sans"/>
              <a:cs typeface="Open Sans"/>
              <a:sym typeface="Open Sans"/>
            </a:endParaRPr>
          </a:p>
          <a:p>
            <a:pPr indent="0" lvl="0" marL="0" rtl="0" algn="just">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Tem certa urgência para migrar: Sim</a:t>
            </a:r>
            <a:endParaRPr>
              <a:solidFill>
                <a:srgbClr val="0C487B"/>
              </a:solidFill>
              <a:latin typeface="Open Sans"/>
              <a:ea typeface="Open Sans"/>
              <a:cs typeface="Open Sans"/>
              <a:sym typeface="Open Sans"/>
            </a:endParaRPr>
          </a:p>
          <a:p>
            <a:pPr indent="0" lvl="0" marL="457200" rtl="0" algn="just">
              <a:spcBef>
                <a:spcPts val="0"/>
              </a:spcBef>
              <a:spcAft>
                <a:spcPts val="0"/>
              </a:spcAft>
              <a:buNone/>
            </a:pPr>
            <a:r>
              <a:t/>
            </a:r>
            <a:endParaRPr>
              <a:solidFill>
                <a:srgbClr val="0C487B"/>
              </a:solidFill>
              <a:latin typeface="Open Sans"/>
              <a:ea typeface="Open Sans"/>
              <a:cs typeface="Open Sans"/>
              <a:sym typeface="Open Sans"/>
            </a:endParaRPr>
          </a:p>
          <a:p>
            <a:pPr indent="0" lvl="0" marL="457200" rtl="0" algn="just">
              <a:spcBef>
                <a:spcPts val="0"/>
              </a:spcBef>
              <a:spcAft>
                <a:spcPts val="0"/>
              </a:spcAft>
              <a:buNone/>
            </a:pPr>
            <a:r>
              <a:rPr lang="pt-BR">
                <a:solidFill>
                  <a:srgbClr val="0C487B"/>
                </a:solidFill>
                <a:latin typeface="Open Sans"/>
                <a:ea typeface="Open Sans"/>
                <a:cs typeface="Open Sans"/>
                <a:sym typeface="Open Sans"/>
              </a:rPr>
              <a:t>    </a:t>
            </a:r>
            <a:endParaRPr>
              <a:solidFill>
                <a:srgbClr val="0C487B"/>
              </a:solidFill>
              <a:latin typeface="Open Sans"/>
              <a:ea typeface="Open Sans"/>
              <a:cs typeface="Open Sans"/>
              <a:sym typeface="Open Sans"/>
            </a:endParaRPr>
          </a:p>
          <a:p>
            <a:pPr indent="0" lvl="0" marL="457200" rtl="0" algn="l">
              <a:spcBef>
                <a:spcPts val="0"/>
              </a:spcBef>
              <a:spcAft>
                <a:spcPts val="0"/>
              </a:spcAft>
              <a:buNone/>
            </a:pPr>
            <a:r>
              <a:t/>
            </a:r>
            <a:endParaRPr>
              <a:solidFill>
                <a:srgbClr val="0C487B"/>
              </a:solidFill>
              <a:latin typeface="Open Sans"/>
              <a:ea typeface="Open Sans"/>
              <a:cs typeface="Open Sans"/>
              <a:sym typeface="Open Sans"/>
            </a:endParaRPr>
          </a:p>
        </p:txBody>
      </p:sp>
      <p:pic>
        <p:nvPicPr>
          <p:cNvPr id="996" name="Google Shape;996;p174"/>
          <p:cNvPicPr preferRelativeResize="0"/>
          <p:nvPr/>
        </p:nvPicPr>
        <p:blipFill>
          <a:blip r:embed="rId3">
            <a:alphaModFix/>
          </a:blip>
          <a:stretch>
            <a:fillRect/>
          </a:stretch>
        </p:blipFill>
        <p:spPr>
          <a:xfrm>
            <a:off x="4339975" y="1587601"/>
            <a:ext cx="4567350" cy="2569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5">
                                            <p:txEl>
                                              <p:pRg end="0" st="0"/>
                                            </p:txEl>
                                          </p:spTgt>
                                        </p:tgtEl>
                                        <p:attrNameLst>
                                          <p:attrName>style.visibility</p:attrName>
                                        </p:attrNameLst>
                                      </p:cBhvr>
                                      <p:to>
                                        <p:strVal val="visible"/>
                                      </p:to>
                                    </p:set>
                                    <p:animEffect filter="fade" transition="in">
                                      <p:cBhvr>
                                        <p:cTn dur="1000"/>
                                        <p:tgtEl>
                                          <p:spTgt spid="99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5">
                                            <p:txEl>
                                              <p:pRg end="1" st="1"/>
                                            </p:txEl>
                                          </p:spTgt>
                                        </p:tgtEl>
                                        <p:attrNameLst>
                                          <p:attrName>style.visibility</p:attrName>
                                        </p:attrNameLst>
                                      </p:cBhvr>
                                      <p:to>
                                        <p:strVal val="visible"/>
                                      </p:to>
                                    </p:set>
                                    <p:animEffect filter="fade" transition="in">
                                      <p:cBhvr>
                                        <p:cTn dur="1000"/>
                                        <p:tgtEl>
                                          <p:spTgt spid="99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5">
                                            <p:txEl>
                                              <p:pRg end="2" st="2"/>
                                            </p:txEl>
                                          </p:spTgt>
                                        </p:tgtEl>
                                        <p:attrNameLst>
                                          <p:attrName>style.visibility</p:attrName>
                                        </p:attrNameLst>
                                      </p:cBhvr>
                                      <p:to>
                                        <p:strVal val="visible"/>
                                      </p:to>
                                    </p:set>
                                    <p:animEffect filter="fade" transition="in">
                                      <p:cBhvr>
                                        <p:cTn dur="1000"/>
                                        <p:tgtEl>
                                          <p:spTgt spid="99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5">
                                            <p:txEl>
                                              <p:pRg end="3" st="3"/>
                                            </p:txEl>
                                          </p:spTgt>
                                        </p:tgtEl>
                                        <p:attrNameLst>
                                          <p:attrName>style.visibility</p:attrName>
                                        </p:attrNameLst>
                                      </p:cBhvr>
                                      <p:to>
                                        <p:strVal val="visible"/>
                                      </p:to>
                                    </p:set>
                                    <p:animEffect filter="fade" transition="in">
                                      <p:cBhvr>
                                        <p:cTn dur="1000"/>
                                        <p:tgtEl>
                                          <p:spTgt spid="99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5">
                                            <p:txEl>
                                              <p:pRg end="4" st="4"/>
                                            </p:txEl>
                                          </p:spTgt>
                                        </p:tgtEl>
                                        <p:attrNameLst>
                                          <p:attrName>style.visibility</p:attrName>
                                        </p:attrNameLst>
                                      </p:cBhvr>
                                      <p:to>
                                        <p:strVal val="visible"/>
                                      </p:to>
                                    </p:set>
                                    <p:animEffect filter="fade" transition="in">
                                      <p:cBhvr>
                                        <p:cTn dur="1000"/>
                                        <p:tgtEl>
                                          <p:spTgt spid="99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5">
                                            <p:txEl>
                                              <p:pRg end="5" st="5"/>
                                            </p:txEl>
                                          </p:spTgt>
                                        </p:tgtEl>
                                        <p:attrNameLst>
                                          <p:attrName>style.visibility</p:attrName>
                                        </p:attrNameLst>
                                      </p:cBhvr>
                                      <p:to>
                                        <p:strVal val="visible"/>
                                      </p:to>
                                    </p:set>
                                    <p:animEffect filter="fade" transition="in">
                                      <p:cBhvr>
                                        <p:cTn dur="1000"/>
                                        <p:tgtEl>
                                          <p:spTgt spid="99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5">
                                            <p:txEl>
                                              <p:pRg end="6" st="6"/>
                                            </p:txEl>
                                          </p:spTgt>
                                        </p:tgtEl>
                                        <p:attrNameLst>
                                          <p:attrName>style.visibility</p:attrName>
                                        </p:attrNameLst>
                                      </p:cBhvr>
                                      <p:to>
                                        <p:strVal val="visible"/>
                                      </p:to>
                                    </p:set>
                                    <p:animEffect filter="fade" transition="in">
                                      <p:cBhvr>
                                        <p:cTn dur="1000"/>
                                        <p:tgtEl>
                                          <p:spTgt spid="99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5">
                                            <p:txEl>
                                              <p:pRg end="7" st="7"/>
                                            </p:txEl>
                                          </p:spTgt>
                                        </p:tgtEl>
                                        <p:attrNameLst>
                                          <p:attrName>style.visibility</p:attrName>
                                        </p:attrNameLst>
                                      </p:cBhvr>
                                      <p:to>
                                        <p:strVal val="visible"/>
                                      </p:to>
                                    </p:set>
                                    <p:animEffect filter="fade" transition="in">
                                      <p:cBhvr>
                                        <p:cTn dur="1000"/>
                                        <p:tgtEl>
                                          <p:spTgt spid="99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5">
                                            <p:txEl>
                                              <p:pRg end="8" st="8"/>
                                            </p:txEl>
                                          </p:spTgt>
                                        </p:tgtEl>
                                        <p:attrNameLst>
                                          <p:attrName>style.visibility</p:attrName>
                                        </p:attrNameLst>
                                      </p:cBhvr>
                                      <p:to>
                                        <p:strVal val="visible"/>
                                      </p:to>
                                    </p:set>
                                    <p:animEffect filter="fade" transition="in">
                                      <p:cBhvr>
                                        <p:cTn dur="1000"/>
                                        <p:tgtEl>
                                          <p:spTgt spid="99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5">
                                            <p:txEl>
                                              <p:pRg end="9" st="9"/>
                                            </p:txEl>
                                          </p:spTgt>
                                        </p:tgtEl>
                                        <p:attrNameLst>
                                          <p:attrName>style.visibility</p:attrName>
                                        </p:attrNameLst>
                                      </p:cBhvr>
                                      <p:to>
                                        <p:strVal val="visible"/>
                                      </p:to>
                                    </p:set>
                                    <p:animEffect filter="fade" transition="in">
                                      <p:cBhvr>
                                        <p:cTn dur="1000"/>
                                        <p:tgtEl>
                                          <p:spTgt spid="99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5">
                                            <p:txEl>
                                              <p:pRg end="10" st="10"/>
                                            </p:txEl>
                                          </p:spTgt>
                                        </p:tgtEl>
                                        <p:attrNameLst>
                                          <p:attrName>style.visibility</p:attrName>
                                        </p:attrNameLst>
                                      </p:cBhvr>
                                      <p:to>
                                        <p:strVal val="visible"/>
                                      </p:to>
                                    </p:set>
                                    <p:animEffect filter="fade" transition="in">
                                      <p:cBhvr>
                                        <p:cTn dur="1000"/>
                                        <p:tgtEl>
                                          <p:spTgt spid="99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5">
                                            <p:txEl>
                                              <p:pRg end="11" st="11"/>
                                            </p:txEl>
                                          </p:spTgt>
                                        </p:tgtEl>
                                        <p:attrNameLst>
                                          <p:attrName>style.visibility</p:attrName>
                                        </p:attrNameLst>
                                      </p:cBhvr>
                                      <p:to>
                                        <p:strVal val="visible"/>
                                      </p:to>
                                    </p:set>
                                    <p:animEffect filter="fade" transition="in">
                                      <p:cBhvr>
                                        <p:cTn dur="1000"/>
                                        <p:tgtEl>
                                          <p:spTgt spid="995">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5">
                                            <p:txEl>
                                              <p:pRg end="12" st="12"/>
                                            </p:txEl>
                                          </p:spTgt>
                                        </p:tgtEl>
                                        <p:attrNameLst>
                                          <p:attrName>style.visibility</p:attrName>
                                        </p:attrNameLst>
                                      </p:cBhvr>
                                      <p:to>
                                        <p:strVal val="visible"/>
                                      </p:to>
                                    </p:set>
                                    <p:animEffect filter="fade" transition="in">
                                      <p:cBhvr>
                                        <p:cTn dur="1000"/>
                                        <p:tgtEl>
                                          <p:spTgt spid="995">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5">
                                            <p:txEl>
                                              <p:pRg end="13" st="13"/>
                                            </p:txEl>
                                          </p:spTgt>
                                        </p:tgtEl>
                                        <p:attrNameLst>
                                          <p:attrName>style.visibility</p:attrName>
                                        </p:attrNameLst>
                                      </p:cBhvr>
                                      <p:to>
                                        <p:strVal val="visible"/>
                                      </p:to>
                                    </p:set>
                                    <p:animEffect filter="fade" transition="in">
                                      <p:cBhvr>
                                        <p:cTn dur="1000"/>
                                        <p:tgtEl>
                                          <p:spTgt spid="995">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5">
                                            <p:txEl>
                                              <p:pRg end="14" st="14"/>
                                            </p:txEl>
                                          </p:spTgt>
                                        </p:tgtEl>
                                        <p:attrNameLst>
                                          <p:attrName>style.visibility</p:attrName>
                                        </p:attrNameLst>
                                      </p:cBhvr>
                                      <p:to>
                                        <p:strVal val="visible"/>
                                      </p:to>
                                    </p:set>
                                    <p:animEffect filter="fade" transition="in">
                                      <p:cBhvr>
                                        <p:cTn dur="1000"/>
                                        <p:tgtEl>
                                          <p:spTgt spid="995">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5">
                                            <p:txEl>
                                              <p:pRg end="15" st="15"/>
                                            </p:txEl>
                                          </p:spTgt>
                                        </p:tgtEl>
                                        <p:attrNameLst>
                                          <p:attrName>style.visibility</p:attrName>
                                        </p:attrNameLst>
                                      </p:cBhvr>
                                      <p:to>
                                        <p:strVal val="visible"/>
                                      </p:to>
                                    </p:set>
                                    <p:animEffect filter="fade" transition="in">
                                      <p:cBhvr>
                                        <p:cTn dur="1000"/>
                                        <p:tgtEl>
                                          <p:spTgt spid="995">
                                            <p:txEl>
                                              <p:pRg end="15" st="1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175"/>
          <p:cNvSpPr txBox="1"/>
          <p:nvPr>
            <p:ph type="title"/>
          </p:nvPr>
        </p:nvSpPr>
        <p:spPr>
          <a:xfrm>
            <a:off x="311700" y="445025"/>
            <a:ext cx="8832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pt-BR">
                <a:solidFill>
                  <a:srgbClr val="00B050"/>
                </a:solidFill>
              </a:rPr>
              <a:t>2</a:t>
            </a:r>
            <a:r>
              <a:rPr lang="pt-BR">
                <a:solidFill>
                  <a:srgbClr val="00B050"/>
                </a:solidFill>
              </a:rPr>
              <a:t> - Excelente Parceiros - B</a:t>
            </a:r>
            <a:endParaRPr>
              <a:solidFill>
                <a:srgbClr val="00B050"/>
              </a:solidFill>
            </a:endParaRPr>
          </a:p>
        </p:txBody>
      </p:sp>
      <p:sp>
        <p:nvSpPr>
          <p:cNvPr id="1002" name="Google Shape;1002;p175"/>
          <p:cNvSpPr txBox="1"/>
          <p:nvPr/>
        </p:nvSpPr>
        <p:spPr>
          <a:xfrm>
            <a:off x="160725" y="1383025"/>
            <a:ext cx="4120800" cy="3461700"/>
          </a:xfrm>
          <a:prstGeom prst="rect">
            <a:avLst/>
          </a:prstGeom>
          <a:noFill/>
          <a:ln>
            <a:noFill/>
          </a:ln>
        </p:spPr>
        <p:txBody>
          <a:bodyPr anchorCtr="0" anchor="t" bIns="91425" lIns="91425" spcFirstLastPara="1" rIns="91425" wrap="square" tIns="91425">
            <a:noAutofit/>
          </a:bodyPr>
          <a:lstStyle/>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Funcionários: 50</a:t>
            </a:r>
            <a:endParaRPr>
              <a:solidFill>
                <a:srgbClr val="0C487B"/>
              </a:solidFill>
              <a:latin typeface="Open Sans"/>
              <a:ea typeface="Open Sans"/>
              <a:cs typeface="Open Sans"/>
              <a:sym typeface="Open Sans"/>
            </a:endParaRPr>
          </a:p>
          <a:p>
            <a:pPr indent="0" lvl="0" marL="457200" rtl="0" algn="just">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Fee mensal médio: de R$35k a 70k</a:t>
            </a:r>
            <a:endParaRPr>
              <a:solidFill>
                <a:srgbClr val="0C487B"/>
              </a:solidFill>
              <a:latin typeface="Open Sans"/>
              <a:ea typeface="Open Sans"/>
              <a:cs typeface="Open Sans"/>
              <a:sym typeface="Open Sans"/>
            </a:endParaRPr>
          </a:p>
          <a:p>
            <a:pPr indent="0" lvl="0" marL="0" rtl="0" algn="just">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Instâncias conosco: 500 a 1000</a:t>
            </a:r>
            <a:endParaRPr>
              <a:solidFill>
                <a:srgbClr val="0C487B"/>
              </a:solidFill>
              <a:latin typeface="Open Sans"/>
              <a:ea typeface="Open Sans"/>
              <a:cs typeface="Open Sans"/>
              <a:sym typeface="Open Sans"/>
            </a:endParaRPr>
          </a:p>
          <a:p>
            <a:pPr indent="0" lvl="0" marL="0" rtl="0" algn="just">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Z-Api Partner Diamond</a:t>
            </a:r>
            <a:endParaRPr>
              <a:solidFill>
                <a:srgbClr val="0C487B"/>
              </a:solidFill>
              <a:latin typeface="Open Sans"/>
              <a:ea typeface="Open Sans"/>
              <a:cs typeface="Open Sans"/>
              <a:sym typeface="Open Sans"/>
            </a:endParaRPr>
          </a:p>
          <a:p>
            <a:pPr indent="0" lvl="0" marL="0" rtl="0" algn="just">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Profissional de Integrações: Possui</a:t>
            </a:r>
            <a:endParaRPr>
              <a:solidFill>
                <a:srgbClr val="0C487B"/>
              </a:solidFill>
              <a:latin typeface="Open Sans"/>
              <a:ea typeface="Open Sans"/>
              <a:cs typeface="Open Sans"/>
              <a:sym typeface="Open Sans"/>
            </a:endParaRPr>
          </a:p>
          <a:p>
            <a:pPr indent="0" lvl="0" marL="0" rtl="0" algn="just">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Tem ou já teve uma API: Sim</a:t>
            </a:r>
            <a:endParaRPr>
              <a:solidFill>
                <a:srgbClr val="0C487B"/>
              </a:solidFill>
              <a:latin typeface="Open Sans"/>
              <a:ea typeface="Open Sans"/>
              <a:cs typeface="Open Sans"/>
              <a:sym typeface="Open Sans"/>
            </a:endParaRPr>
          </a:p>
          <a:p>
            <a:pPr indent="0" lvl="0" marL="0" rtl="0" algn="just">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Tem certa urgência para migrar: Sim</a:t>
            </a:r>
            <a:endParaRPr>
              <a:solidFill>
                <a:srgbClr val="0C487B"/>
              </a:solidFill>
              <a:latin typeface="Open Sans"/>
              <a:ea typeface="Open Sans"/>
              <a:cs typeface="Open Sans"/>
              <a:sym typeface="Open Sans"/>
            </a:endParaRPr>
          </a:p>
          <a:p>
            <a:pPr indent="0" lvl="0" marL="457200" rtl="0" algn="just">
              <a:spcBef>
                <a:spcPts val="0"/>
              </a:spcBef>
              <a:spcAft>
                <a:spcPts val="0"/>
              </a:spcAft>
              <a:buNone/>
            </a:pPr>
            <a:r>
              <a:t/>
            </a:r>
            <a:endParaRPr>
              <a:solidFill>
                <a:srgbClr val="0C487B"/>
              </a:solidFill>
              <a:latin typeface="Open Sans"/>
              <a:ea typeface="Open Sans"/>
              <a:cs typeface="Open Sans"/>
              <a:sym typeface="Open Sans"/>
            </a:endParaRPr>
          </a:p>
          <a:p>
            <a:pPr indent="0" lvl="0" marL="457200" rtl="0" algn="just">
              <a:spcBef>
                <a:spcPts val="0"/>
              </a:spcBef>
              <a:spcAft>
                <a:spcPts val="0"/>
              </a:spcAft>
              <a:buNone/>
            </a:pPr>
            <a:r>
              <a:rPr lang="pt-BR">
                <a:solidFill>
                  <a:srgbClr val="0C487B"/>
                </a:solidFill>
                <a:latin typeface="Open Sans"/>
                <a:ea typeface="Open Sans"/>
                <a:cs typeface="Open Sans"/>
                <a:sym typeface="Open Sans"/>
              </a:rPr>
              <a:t>    </a:t>
            </a:r>
            <a:endParaRPr>
              <a:solidFill>
                <a:srgbClr val="0C487B"/>
              </a:solidFill>
              <a:latin typeface="Open Sans"/>
              <a:ea typeface="Open Sans"/>
              <a:cs typeface="Open Sans"/>
              <a:sym typeface="Open Sans"/>
            </a:endParaRPr>
          </a:p>
          <a:p>
            <a:pPr indent="0" lvl="0" marL="457200" rtl="0" algn="l">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t/>
            </a:r>
            <a:endParaRPr>
              <a:solidFill>
                <a:srgbClr val="0C487B"/>
              </a:solidFill>
              <a:latin typeface="Open Sans"/>
              <a:ea typeface="Open Sans"/>
              <a:cs typeface="Open Sans"/>
              <a:sym typeface="Open Sans"/>
            </a:endParaRPr>
          </a:p>
        </p:txBody>
      </p:sp>
      <p:pic>
        <p:nvPicPr>
          <p:cNvPr id="1003" name="Google Shape;1003;p175"/>
          <p:cNvPicPr preferRelativeResize="0"/>
          <p:nvPr/>
        </p:nvPicPr>
        <p:blipFill>
          <a:blip r:embed="rId3">
            <a:alphaModFix/>
          </a:blip>
          <a:stretch>
            <a:fillRect/>
          </a:stretch>
        </p:blipFill>
        <p:spPr>
          <a:xfrm>
            <a:off x="4339975" y="1587601"/>
            <a:ext cx="4567350" cy="2569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2">
                                            <p:txEl>
                                              <p:pRg end="0" st="0"/>
                                            </p:txEl>
                                          </p:spTgt>
                                        </p:tgtEl>
                                        <p:attrNameLst>
                                          <p:attrName>style.visibility</p:attrName>
                                        </p:attrNameLst>
                                      </p:cBhvr>
                                      <p:to>
                                        <p:strVal val="visible"/>
                                      </p:to>
                                    </p:set>
                                    <p:animEffect filter="fade" transition="in">
                                      <p:cBhvr>
                                        <p:cTn dur="1000"/>
                                        <p:tgtEl>
                                          <p:spTgt spid="10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2">
                                            <p:txEl>
                                              <p:pRg end="1" st="1"/>
                                            </p:txEl>
                                          </p:spTgt>
                                        </p:tgtEl>
                                        <p:attrNameLst>
                                          <p:attrName>style.visibility</p:attrName>
                                        </p:attrNameLst>
                                      </p:cBhvr>
                                      <p:to>
                                        <p:strVal val="visible"/>
                                      </p:to>
                                    </p:set>
                                    <p:animEffect filter="fade" transition="in">
                                      <p:cBhvr>
                                        <p:cTn dur="1000"/>
                                        <p:tgtEl>
                                          <p:spTgt spid="100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2">
                                            <p:txEl>
                                              <p:pRg end="2" st="2"/>
                                            </p:txEl>
                                          </p:spTgt>
                                        </p:tgtEl>
                                        <p:attrNameLst>
                                          <p:attrName>style.visibility</p:attrName>
                                        </p:attrNameLst>
                                      </p:cBhvr>
                                      <p:to>
                                        <p:strVal val="visible"/>
                                      </p:to>
                                    </p:set>
                                    <p:animEffect filter="fade" transition="in">
                                      <p:cBhvr>
                                        <p:cTn dur="1000"/>
                                        <p:tgtEl>
                                          <p:spTgt spid="100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2">
                                            <p:txEl>
                                              <p:pRg end="3" st="3"/>
                                            </p:txEl>
                                          </p:spTgt>
                                        </p:tgtEl>
                                        <p:attrNameLst>
                                          <p:attrName>style.visibility</p:attrName>
                                        </p:attrNameLst>
                                      </p:cBhvr>
                                      <p:to>
                                        <p:strVal val="visible"/>
                                      </p:to>
                                    </p:set>
                                    <p:animEffect filter="fade" transition="in">
                                      <p:cBhvr>
                                        <p:cTn dur="1000"/>
                                        <p:tgtEl>
                                          <p:spTgt spid="100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2">
                                            <p:txEl>
                                              <p:pRg end="4" st="4"/>
                                            </p:txEl>
                                          </p:spTgt>
                                        </p:tgtEl>
                                        <p:attrNameLst>
                                          <p:attrName>style.visibility</p:attrName>
                                        </p:attrNameLst>
                                      </p:cBhvr>
                                      <p:to>
                                        <p:strVal val="visible"/>
                                      </p:to>
                                    </p:set>
                                    <p:animEffect filter="fade" transition="in">
                                      <p:cBhvr>
                                        <p:cTn dur="1000"/>
                                        <p:tgtEl>
                                          <p:spTgt spid="100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2">
                                            <p:txEl>
                                              <p:pRg end="5" st="5"/>
                                            </p:txEl>
                                          </p:spTgt>
                                        </p:tgtEl>
                                        <p:attrNameLst>
                                          <p:attrName>style.visibility</p:attrName>
                                        </p:attrNameLst>
                                      </p:cBhvr>
                                      <p:to>
                                        <p:strVal val="visible"/>
                                      </p:to>
                                    </p:set>
                                    <p:animEffect filter="fade" transition="in">
                                      <p:cBhvr>
                                        <p:cTn dur="1000"/>
                                        <p:tgtEl>
                                          <p:spTgt spid="100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2">
                                            <p:txEl>
                                              <p:pRg end="6" st="6"/>
                                            </p:txEl>
                                          </p:spTgt>
                                        </p:tgtEl>
                                        <p:attrNameLst>
                                          <p:attrName>style.visibility</p:attrName>
                                        </p:attrNameLst>
                                      </p:cBhvr>
                                      <p:to>
                                        <p:strVal val="visible"/>
                                      </p:to>
                                    </p:set>
                                    <p:animEffect filter="fade" transition="in">
                                      <p:cBhvr>
                                        <p:cTn dur="1000"/>
                                        <p:tgtEl>
                                          <p:spTgt spid="100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2">
                                            <p:txEl>
                                              <p:pRg end="7" st="7"/>
                                            </p:txEl>
                                          </p:spTgt>
                                        </p:tgtEl>
                                        <p:attrNameLst>
                                          <p:attrName>style.visibility</p:attrName>
                                        </p:attrNameLst>
                                      </p:cBhvr>
                                      <p:to>
                                        <p:strVal val="visible"/>
                                      </p:to>
                                    </p:set>
                                    <p:animEffect filter="fade" transition="in">
                                      <p:cBhvr>
                                        <p:cTn dur="1000"/>
                                        <p:tgtEl>
                                          <p:spTgt spid="100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2">
                                            <p:txEl>
                                              <p:pRg end="8" st="8"/>
                                            </p:txEl>
                                          </p:spTgt>
                                        </p:tgtEl>
                                        <p:attrNameLst>
                                          <p:attrName>style.visibility</p:attrName>
                                        </p:attrNameLst>
                                      </p:cBhvr>
                                      <p:to>
                                        <p:strVal val="visible"/>
                                      </p:to>
                                    </p:set>
                                    <p:animEffect filter="fade" transition="in">
                                      <p:cBhvr>
                                        <p:cTn dur="1000"/>
                                        <p:tgtEl>
                                          <p:spTgt spid="100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2">
                                            <p:txEl>
                                              <p:pRg end="9" st="9"/>
                                            </p:txEl>
                                          </p:spTgt>
                                        </p:tgtEl>
                                        <p:attrNameLst>
                                          <p:attrName>style.visibility</p:attrName>
                                        </p:attrNameLst>
                                      </p:cBhvr>
                                      <p:to>
                                        <p:strVal val="visible"/>
                                      </p:to>
                                    </p:set>
                                    <p:animEffect filter="fade" transition="in">
                                      <p:cBhvr>
                                        <p:cTn dur="1000"/>
                                        <p:tgtEl>
                                          <p:spTgt spid="100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2">
                                            <p:txEl>
                                              <p:pRg end="10" st="10"/>
                                            </p:txEl>
                                          </p:spTgt>
                                        </p:tgtEl>
                                        <p:attrNameLst>
                                          <p:attrName>style.visibility</p:attrName>
                                        </p:attrNameLst>
                                      </p:cBhvr>
                                      <p:to>
                                        <p:strVal val="visible"/>
                                      </p:to>
                                    </p:set>
                                    <p:animEffect filter="fade" transition="in">
                                      <p:cBhvr>
                                        <p:cTn dur="1000"/>
                                        <p:tgtEl>
                                          <p:spTgt spid="100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2">
                                            <p:txEl>
                                              <p:pRg end="11" st="11"/>
                                            </p:txEl>
                                          </p:spTgt>
                                        </p:tgtEl>
                                        <p:attrNameLst>
                                          <p:attrName>style.visibility</p:attrName>
                                        </p:attrNameLst>
                                      </p:cBhvr>
                                      <p:to>
                                        <p:strVal val="visible"/>
                                      </p:to>
                                    </p:set>
                                    <p:animEffect filter="fade" transition="in">
                                      <p:cBhvr>
                                        <p:cTn dur="1000"/>
                                        <p:tgtEl>
                                          <p:spTgt spid="1002">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2">
                                            <p:txEl>
                                              <p:pRg end="12" st="12"/>
                                            </p:txEl>
                                          </p:spTgt>
                                        </p:tgtEl>
                                        <p:attrNameLst>
                                          <p:attrName>style.visibility</p:attrName>
                                        </p:attrNameLst>
                                      </p:cBhvr>
                                      <p:to>
                                        <p:strVal val="visible"/>
                                      </p:to>
                                    </p:set>
                                    <p:animEffect filter="fade" transition="in">
                                      <p:cBhvr>
                                        <p:cTn dur="1000"/>
                                        <p:tgtEl>
                                          <p:spTgt spid="1002">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2">
                                            <p:txEl>
                                              <p:pRg end="13" st="13"/>
                                            </p:txEl>
                                          </p:spTgt>
                                        </p:tgtEl>
                                        <p:attrNameLst>
                                          <p:attrName>style.visibility</p:attrName>
                                        </p:attrNameLst>
                                      </p:cBhvr>
                                      <p:to>
                                        <p:strVal val="visible"/>
                                      </p:to>
                                    </p:set>
                                    <p:animEffect filter="fade" transition="in">
                                      <p:cBhvr>
                                        <p:cTn dur="1000"/>
                                        <p:tgtEl>
                                          <p:spTgt spid="1002">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2">
                                            <p:txEl>
                                              <p:pRg end="14" st="14"/>
                                            </p:txEl>
                                          </p:spTgt>
                                        </p:tgtEl>
                                        <p:attrNameLst>
                                          <p:attrName>style.visibility</p:attrName>
                                        </p:attrNameLst>
                                      </p:cBhvr>
                                      <p:to>
                                        <p:strVal val="visible"/>
                                      </p:to>
                                    </p:set>
                                    <p:animEffect filter="fade" transition="in">
                                      <p:cBhvr>
                                        <p:cTn dur="1000"/>
                                        <p:tgtEl>
                                          <p:spTgt spid="1002">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2">
                                            <p:txEl>
                                              <p:pRg end="15" st="15"/>
                                            </p:txEl>
                                          </p:spTgt>
                                        </p:tgtEl>
                                        <p:attrNameLst>
                                          <p:attrName>style.visibility</p:attrName>
                                        </p:attrNameLst>
                                      </p:cBhvr>
                                      <p:to>
                                        <p:strVal val="visible"/>
                                      </p:to>
                                    </p:set>
                                    <p:animEffect filter="fade" transition="in">
                                      <p:cBhvr>
                                        <p:cTn dur="1000"/>
                                        <p:tgtEl>
                                          <p:spTgt spid="1002">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2">
                                            <p:txEl>
                                              <p:pRg end="16" st="16"/>
                                            </p:txEl>
                                          </p:spTgt>
                                        </p:tgtEl>
                                        <p:attrNameLst>
                                          <p:attrName>style.visibility</p:attrName>
                                        </p:attrNameLst>
                                      </p:cBhvr>
                                      <p:to>
                                        <p:strVal val="visible"/>
                                      </p:to>
                                    </p:set>
                                    <p:animEffect filter="fade" transition="in">
                                      <p:cBhvr>
                                        <p:cTn dur="1000"/>
                                        <p:tgtEl>
                                          <p:spTgt spid="1002">
                                            <p:txEl>
                                              <p:pRg end="16" st="1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176"/>
          <p:cNvSpPr txBox="1"/>
          <p:nvPr>
            <p:ph type="title"/>
          </p:nvPr>
        </p:nvSpPr>
        <p:spPr>
          <a:xfrm>
            <a:off x="311700" y="445025"/>
            <a:ext cx="8832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pt-BR">
                <a:solidFill>
                  <a:srgbClr val="00B050"/>
                </a:solidFill>
              </a:rPr>
              <a:t>3</a:t>
            </a:r>
            <a:r>
              <a:rPr lang="pt-BR">
                <a:solidFill>
                  <a:srgbClr val="00B050"/>
                </a:solidFill>
              </a:rPr>
              <a:t> - Bons Parceiros- C</a:t>
            </a:r>
            <a:endParaRPr>
              <a:solidFill>
                <a:srgbClr val="00B050"/>
              </a:solidFill>
            </a:endParaRPr>
          </a:p>
        </p:txBody>
      </p:sp>
      <p:pic>
        <p:nvPicPr>
          <p:cNvPr id="1009" name="Google Shape;1009;p176"/>
          <p:cNvPicPr preferRelativeResize="0"/>
          <p:nvPr/>
        </p:nvPicPr>
        <p:blipFill>
          <a:blip r:embed="rId3">
            <a:alphaModFix/>
          </a:blip>
          <a:stretch>
            <a:fillRect/>
          </a:stretch>
        </p:blipFill>
        <p:spPr>
          <a:xfrm>
            <a:off x="4339975" y="1587601"/>
            <a:ext cx="4567350" cy="2569125"/>
          </a:xfrm>
          <a:prstGeom prst="rect">
            <a:avLst/>
          </a:prstGeom>
          <a:noFill/>
          <a:ln>
            <a:noFill/>
          </a:ln>
        </p:spPr>
      </p:pic>
      <p:sp>
        <p:nvSpPr>
          <p:cNvPr id="1010" name="Google Shape;1010;p176"/>
          <p:cNvSpPr txBox="1"/>
          <p:nvPr/>
        </p:nvSpPr>
        <p:spPr>
          <a:xfrm>
            <a:off x="160725" y="1383025"/>
            <a:ext cx="4120800" cy="3461700"/>
          </a:xfrm>
          <a:prstGeom prst="rect">
            <a:avLst/>
          </a:prstGeom>
          <a:noFill/>
          <a:ln>
            <a:noFill/>
          </a:ln>
        </p:spPr>
        <p:txBody>
          <a:bodyPr anchorCtr="0" anchor="t" bIns="91425" lIns="91425" spcFirstLastPara="1" rIns="91425" wrap="square" tIns="91425">
            <a:noAutofit/>
          </a:bodyPr>
          <a:lstStyle/>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Funcionários: 20 à 30</a:t>
            </a:r>
            <a:endParaRPr>
              <a:solidFill>
                <a:srgbClr val="0C487B"/>
              </a:solidFill>
              <a:latin typeface="Open Sans"/>
              <a:ea typeface="Open Sans"/>
              <a:cs typeface="Open Sans"/>
              <a:sym typeface="Open Sans"/>
            </a:endParaRPr>
          </a:p>
          <a:p>
            <a:pPr indent="0" lvl="0" marL="457200" rtl="0" algn="just">
              <a:spcBef>
                <a:spcPts val="0"/>
              </a:spcBef>
              <a:spcAft>
                <a:spcPts val="0"/>
              </a:spcAft>
              <a:buClr>
                <a:schemeClr val="dk1"/>
              </a:buClr>
              <a:buSzPts val="1100"/>
              <a:buFont typeface="Arial"/>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Fee mensal médio: de R$8k a 30k</a:t>
            </a:r>
            <a:endParaRPr>
              <a:solidFill>
                <a:srgbClr val="0C487B"/>
              </a:solidFill>
              <a:latin typeface="Open Sans"/>
              <a:ea typeface="Open Sans"/>
              <a:cs typeface="Open Sans"/>
              <a:sym typeface="Open Sans"/>
            </a:endParaRPr>
          </a:p>
          <a:p>
            <a:pPr indent="0" lvl="0" marL="0" rtl="0" algn="just">
              <a:spcBef>
                <a:spcPts val="0"/>
              </a:spcBef>
              <a:spcAft>
                <a:spcPts val="0"/>
              </a:spcAft>
              <a:buClr>
                <a:schemeClr val="dk1"/>
              </a:buClr>
              <a:buSzPts val="1100"/>
              <a:buFont typeface="Arial"/>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Instâncias conosco: 100 a 400</a:t>
            </a:r>
            <a:endParaRPr>
              <a:solidFill>
                <a:srgbClr val="0C487B"/>
              </a:solidFill>
              <a:latin typeface="Open Sans"/>
              <a:ea typeface="Open Sans"/>
              <a:cs typeface="Open Sans"/>
              <a:sym typeface="Open Sans"/>
            </a:endParaRPr>
          </a:p>
          <a:p>
            <a:pPr indent="0" lvl="0" marL="0" rtl="0" algn="just">
              <a:spcBef>
                <a:spcPts val="0"/>
              </a:spcBef>
              <a:spcAft>
                <a:spcPts val="0"/>
              </a:spcAft>
              <a:buClr>
                <a:schemeClr val="dk1"/>
              </a:buClr>
              <a:buSzPts val="1100"/>
              <a:buFont typeface="Arial"/>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Z-Api Partner Gold</a:t>
            </a:r>
            <a:endParaRPr>
              <a:solidFill>
                <a:srgbClr val="0C487B"/>
              </a:solidFill>
              <a:latin typeface="Open Sans"/>
              <a:ea typeface="Open Sans"/>
              <a:cs typeface="Open Sans"/>
              <a:sym typeface="Open Sans"/>
            </a:endParaRPr>
          </a:p>
          <a:p>
            <a:pPr indent="0" lvl="0" marL="0" rtl="0" algn="just">
              <a:spcBef>
                <a:spcPts val="0"/>
              </a:spcBef>
              <a:spcAft>
                <a:spcPts val="0"/>
              </a:spcAft>
              <a:buClr>
                <a:schemeClr val="dk1"/>
              </a:buClr>
              <a:buSzPts val="1100"/>
              <a:buFont typeface="Arial"/>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Profissional de Integrações: Não</a:t>
            </a:r>
            <a:endParaRPr>
              <a:solidFill>
                <a:srgbClr val="0C487B"/>
              </a:solidFill>
              <a:latin typeface="Open Sans"/>
              <a:ea typeface="Open Sans"/>
              <a:cs typeface="Open Sans"/>
              <a:sym typeface="Open Sans"/>
            </a:endParaRPr>
          </a:p>
          <a:p>
            <a:pPr indent="0" lvl="0" marL="0" rtl="0" algn="just">
              <a:spcBef>
                <a:spcPts val="0"/>
              </a:spcBef>
              <a:spcAft>
                <a:spcPts val="0"/>
              </a:spcAft>
              <a:buClr>
                <a:schemeClr val="dk1"/>
              </a:buClr>
              <a:buSzPts val="1100"/>
              <a:buFont typeface="Arial"/>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Tem ou já teve uma API: Sim</a:t>
            </a:r>
            <a:endParaRPr>
              <a:solidFill>
                <a:srgbClr val="0C487B"/>
              </a:solidFill>
              <a:latin typeface="Open Sans"/>
              <a:ea typeface="Open Sans"/>
              <a:cs typeface="Open Sans"/>
              <a:sym typeface="Open Sans"/>
            </a:endParaRPr>
          </a:p>
          <a:p>
            <a:pPr indent="0" lvl="0" marL="0" rtl="0" algn="just">
              <a:spcBef>
                <a:spcPts val="0"/>
              </a:spcBef>
              <a:spcAft>
                <a:spcPts val="0"/>
              </a:spcAft>
              <a:buClr>
                <a:schemeClr val="dk1"/>
              </a:buClr>
              <a:buSzPts val="1100"/>
              <a:buFont typeface="Arial"/>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Tem certa urgência para migrar: Sim</a:t>
            </a:r>
            <a:endParaRPr>
              <a:solidFill>
                <a:srgbClr val="0C487B"/>
              </a:solidFill>
              <a:latin typeface="Open Sans"/>
              <a:ea typeface="Open Sans"/>
              <a:cs typeface="Open Sans"/>
              <a:sym typeface="Open Sans"/>
            </a:endParaRPr>
          </a:p>
          <a:p>
            <a:pPr indent="0" lvl="0" marL="457200" rtl="0" algn="just">
              <a:spcBef>
                <a:spcPts val="0"/>
              </a:spcBef>
              <a:spcAft>
                <a:spcPts val="0"/>
              </a:spcAft>
              <a:buClr>
                <a:schemeClr val="dk1"/>
              </a:buClr>
              <a:buSzPts val="1100"/>
              <a:buFont typeface="Arial"/>
              <a:buNone/>
            </a:pPr>
            <a:r>
              <a:t/>
            </a:r>
            <a:endParaRPr>
              <a:solidFill>
                <a:srgbClr val="0C487B"/>
              </a:solidFill>
              <a:latin typeface="Open Sans"/>
              <a:ea typeface="Open Sans"/>
              <a:cs typeface="Open Sans"/>
              <a:sym typeface="Open Sans"/>
            </a:endParaRPr>
          </a:p>
          <a:p>
            <a:pPr indent="0" lvl="0" marL="457200" rtl="0" algn="just">
              <a:spcBef>
                <a:spcPts val="0"/>
              </a:spcBef>
              <a:spcAft>
                <a:spcPts val="0"/>
              </a:spcAft>
              <a:buClr>
                <a:schemeClr val="dk1"/>
              </a:buClr>
              <a:buSzPts val="1100"/>
              <a:buFont typeface="Arial"/>
              <a:buNone/>
            </a:pPr>
            <a:r>
              <a:rPr lang="pt-BR">
                <a:solidFill>
                  <a:srgbClr val="0C487B"/>
                </a:solidFill>
                <a:latin typeface="Open Sans"/>
                <a:ea typeface="Open Sans"/>
                <a:cs typeface="Open Sans"/>
                <a:sym typeface="Open Sans"/>
              </a:rPr>
              <a:t>    </a:t>
            </a:r>
            <a:endParaRPr>
              <a:solidFill>
                <a:srgbClr val="0C487B"/>
              </a:solidFill>
              <a:latin typeface="Open Sans"/>
              <a:ea typeface="Open Sans"/>
              <a:cs typeface="Open Sans"/>
              <a:sym typeface="Open Sans"/>
            </a:endParaRPr>
          </a:p>
          <a:p>
            <a:pPr indent="0" lvl="0" marL="457200" rtl="0" algn="l">
              <a:spcBef>
                <a:spcPts val="0"/>
              </a:spcBef>
              <a:spcAft>
                <a:spcPts val="0"/>
              </a:spcAft>
              <a:buClr>
                <a:schemeClr val="dk1"/>
              </a:buClr>
              <a:buSzPts val="1100"/>
              <a:buFont typeface="Arial"/>
              <a:buNone/>
            </a:pPr>
            <a:r>
              <a:t/>
            </a:r>
            <a:endParaRPr>
              <a:solidFill>
                <a:srgbClr val="0C487B"/>
              </a:solidFill>
              <a:latin typeface="Open Sans"/>
              <a:ea typeface="Open Sans"/>
              <a:cs typeface="Open Sans"/>
              <a:sym typeface="Open Sans"/>
            </a:endParaRPr>
          </a:p>
          <a:p>
            <a:pPr indent="0" lvl="0" marL="457200" rtl="0" algn="just">
              <a:spcBef>
                <a:spcPts val="0"/>
              </a:spcBef>
              <a:spcAft>
                <a:spcPts val="0"/>
              </a:spcAft>
              <a:buNone/>
            </a:pPr>
            <a:r>
              <a:t/>
            </a:r>
            <a:endParaRPr>
              <a:solidFill>
                <a:srgbClr val="0C487B"/>
              </a:solidFill>
              <a:latin typeface="Open Sans"/>
              <a:ea typeface="Open Sans"/>
              <a:cs typeface="Open Sans"/>
              <a:sym typeface="Open Sans"/>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p177"/>
          <p:cNvSpPr txBox="1"/>
          <p:nvPr>
            <p:ph type="title"/>
          </p:nvPr>
        </p:nvSpPr>
        <p:spPr>
          <a:xfrm>
            <a:off x="311700" y="445025"/>
            <a:ext cx="8832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pt-BR">
                <a:solidFill>
                  <a:srgbClr val="00B050"/>
                </a:solidFill>
              </a:rPr>
              <a:t>4 </a:t>
            </a:r>
            <a:r>
              <a:rPr lang="pt-BR">
                <a:solidFill>
                  <a:srgbClr val="00B050"/>
                </a:solidFill>
              </a:rPr>
              <a:t>- Cuidado - D</a:t>
            </a:r>
            <a:endParaRPr>
              <a:solidFill>
                <a:srgbClr val="00B050"/>
              </a:solidFill>
            </a:endParaRPr>
          </a:p>
        </p:txBody>
      </p:sp>
      <p:sp>
        <p:nvSpPr>
          <p:cNvPr id="1016" name="Google Shape;1016;p177"/>
          <p:cNvSpPr txBox="1"/>
          <p:nvPr/>
        </p:nvSpPr>
        <p:spPr>
          <a:xfrm>
            <a:off x="160725" y="1383025"/>
            <a:ext cx="4120800" cy="3461700"/>
          </a:xfrm>
          <a:prstGeom prst="rect">
            <a:avLst/>
          </a:prstGeom>
          <a:noFill/>
          <a:ln>
            <a:noFill/>
          </a:ln>
        </p:spPr>
        <p:txBody>
          <a:bodyPr anchorCtr="0" anchor="t" bIns="91425" lIns="91425" spcFirstLastPara="1" rIns="91425" wrap="square" tIns="91425">
            <a:noAutofit/>
          </a:bodyPr>
          <a:lstStyle/>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Funcionários: 10 à 15</a:t>
            </a:r>
            <a:endParaRPr>
              <a:solidFill>
                <a:srgbClr val="0C487B"/>
              </a:solidFill>
              <a:latin typeface="Open Sans"/>
              <a:ea typeface="Open Sans"/>
              <a:cs typeface="Open Sans"/>
              <a:sym typeface="Open Sans"/>
            </a:endParaRPr>
          </a:p>
          <a:p>
            <a:pPr indent="0" lvl="0" marL="457200" rtl="0" algn="just">
              <a:spcBef>
                <a:spcPts val="0"/>
              </a:spcBef>
              <a:spcAft>
                <a:spcPts val="0"/>
              </a:spcAft>
              <a:buClr>
                <a:schemeClr val="dk1"/>
              </a:buClr>
              <a:buSzPts val="1100"/>
              <a:buFont typeface="Arial"/>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Fee mensal médio: de R$2.5k aR$ 5.5k</a:t>
            </a:r>
            <a:endParaRPr>
              <a:solidFill>
                <a:srgbClr val="0C487B"/>
              </a:solidFill>
              <a:latin typeface="Open Sans"/>
              <a:ea typeface="Open Sans"/>
              <a:cs typeface="Open Sans"/>
              <a:sym typeface="Open Sans"/>
            </a:endParaRPr>
          </a:p>
          <a:p>
            <a:pPr indent="0" lvl="0" marL="0" rtl="0" algn="just">
              <a:spcBef>
                <a:spcPts val="0"/>
              </a:spcBef>
              <a:spcAft>
                <a:spcPts val="0"/>
              </a:spcAft>
              <a:buClr>
                <a:schemeClr val="dk1"/>
              </a:buClr>
              <a:buSzPts val="1100"/>
              <a:buFont typeface="Arial"/>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Instâncias conosco: 25 a 50</a:t>
            </a:r>
            <a:endParaRPr>
              <a:solidFill>
                <a:srgbClr val="0C487B"/>
              </a:solidFill>
              <a:latin typeface="Open Sans"/>
              <a:ea typeface="Open Sans"/>
              <a:cs typeface="Open Sans"/>
              <a:sym typeface="Open Sans"/>
            </a:endParaRPr>
          </a:p>
          <a:p>
            <a:pPr indent="0" lvl="0" marL="0" rtl="0" algn="just">
              <a:spcBef>
                <a:spcPts val="0"/>
              </a:spcBef>
              <a:spcAft>
                <a:spcPts val="0"/>
              </a:spcAft>
              <a:buClr>
                <a:schemeClr val="dk1"/>
              </a:buClr>
              <a:buSzPts val="1100"/>
              <a:buFont typeface="Arial"/>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Z-Api Partner Silver</a:t>
            </a:r>
            <a:endParaRPr>
              <a:solidFill>
                <a:srgbClr val="0C487B"/>
              </a:solidFill>
              <a:latin typeface="Open Sans"/>
              <a:ea typeface="Open Sans"/>
              <a:cs typeface="Open Sans"/>
              <a:sym typeface="Open Sans"/>
            </a:endParaRPr>
          </a:p>
          <a:p>
            <a:pPr indent="0" lvl="0" marL="0" rtl="0" algn="just">
              <a:spcBef>
                <a:spcPts val="0"/>
              </a:spcBef>
              <a:spcAft>
                <a:spcPts val="0"/>
              </a:spcAft>
              <a:buClr>
                <a:schemeClr val="dk1"/>
              </a:buClr>
              <a:buSzPts val="1100"/>
              <a:buFont typeface="Arial"/>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Profissional de Integrações: Não</a:t>
            </a:r>
            <a:endParaRPr>
              <a:solidFill>
                <a:srgbClr val="0C487B"/>
              </a:solidFill>
              <a:latin typeface="Open Sans"/>
              <a:ea typeface="Open Sans"/>
              <a:cs typeface="Open Sans"/>
              <a:sym typeface="Open Sans"/>
            </a:endParaRPr>
          </a:p>
          <a:p>
            <a:pPr indent="0" lvl="0" marL="0" rtl="0" algn="just">
              <a:spcBef>
                <a:spcPts val="0"/>
              </a:spcBef>
              <a:spcAft>
                <a:spcPts val="0"/>
              </a:spcAft>
              <a:buClr>
                <a:schemeClr val="dk1"/>
              </a:buClr>
              <a:buSzPts val="1100"/>
              <a:buFont typeface="Arial"/>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Tem ou já teve uma API: Não</a:t>
            </a:r>
            <a:endParaRPr>
              <a:solidFill>
                <a:srgbClr val="0C487B"/>
              </a:solidFill>
              <a:latin typeface="Open Sans"/>
              <a:ea typeface="Open Sans"/>
              <a:cs typeface="Open Sans"/>
              <a:sym typeface="Open Sans"/>
            </a:endParaRPr>
          </a:p>
          <a:p>
            <a:pPr indent="0" lvl="0" marL="0" rtl="0" algn="just">
              <a:spcBef>
                <a:spcPts val="0"/>
              </a:spcBef>
              <a:spcAft>
                <a:spcPts val="0"/>
              </a:spcAft>
              <a:buClr>
                <a:schemeClr val="dk1"/>
              </a:buClr>
              <a:buSzPts val="1100"/>
              <a:buFont typeface="Arial"/>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Tem certa urgência para migrar: Não</a:t>
            </a:r>
            <a:endParaRPr>
              <a:solidFill>
                <a:srgbClr val="0C487B"/>
              </a:solidFill>
              <a:latin typeface="Open Sans"/>
              <a:ea typeface="Open Sans"/>
              <a:cs typeface="Open Sans"/>
              <a:sym typeface="Open Sans"/>
            </a:endParaRPr>
          </a:p>
        </p:txBody>
      </p:sp>
      <p:pic>
        <p:nvPicPr>
          <p:cNvPr id="1017" name="Google Shape;1017;p177"/>
          <p:cNvPicPr preferRelativeResize="0"/>
          <p:nvPr/>
        </p:nvPicPr>
        <p:blipFill>
          <a:blip r:embed="rId3">
            <a:alphaModFix/>
          </a:blip>
          <a:stretch>
            <a:fillRect/>
          </a:stretch>
        </p:blipFill>
        <p:spPr>
          <a:xfrm>
            <a:off x="4281525" y="1383025"/>
            <a:ext cx="4557674" cy="25636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6">
                                            <p:txEl>
                                              <p:pRg end="0" st="0"/>
                                            </p:txEl>
                                          </p:spTgt>
                                        </p:tgtEl>
                                        <p:attrNameLst>
                                          <p:attrName>style.visibility</p:attrName>
                                        </p:attrNameLst>
                                      </p:cBhvr>
                                      <p:to>
                                        <p:strVal val="visible"/>
                                      </p:to>
                                    </p:set>
                                    <p:animEffect filter="fade" transition="in">
                                      <p:cBhvr>
                                        <p:cTn dur="1000"/>
                                        <p:tgtEl>
                                          <p:spTgt spid="101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6">
                                            <p:txEl>
                                              <p:pRg end="1" st="1"/>
                                            </p:txEl>
                                          </p:spTgt>
                                        </p:tgtEl>
                                        <p:attrNameLst>
                                          <p:attrName>style.visibility</p:attrName>
                                        </p:attrNameLst>
                                      </p:cBhvr>
                                      <p:to>
                                        <p:strVal val="visible"/>
                                      </p:to>
                                    </p:set>
                                    <p:animEffect filter="fade" transition="in">
                                      <p:cBhvr>
                                        <p:cTn dur="1000"/>
                                        <p:tgtEl>
                                          <p:spTgt spid="101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6">
                                            <p:txEl>
                                              <p:pRg end="2" st="2"/>
                                            </p:txEl>
                                          </p:spTgt>
                                        </p:tgtEl>
                                        <p:attrNameLst>
                                          <p:attrName>style.visibility</p:attrName>
                                        </p:attrNameLst>
                                      </p:cBhvr>
                                      <p:to>
                                        <p:strVal val="visible"/>
                                      </p:to>
                                    </p:set>
                                    <p:animEffect filter="fade" transition="in">
                                      <p:cBhvr>
                                        <p:cTn dur="1000"/>
                                        <p:tgtEl>
                                          <p:spTgt spid="101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6">
                                            <p:txEl>
                                              <p:pRg end="3" st="3"/>
                                            </p:txEl>
                                          </p:spTgt>
                                        </p:tgtEl>
                                        <p:attrNameLst>
                                          <p:attrName>style.visibility</p:attrName>
                                        </p:attrNameLst>
                                      </p:cBhvr>
                                      <p:to>
                                        <p:strVal val="visible"/>
                                      </p:to>
                                    </p:set>
                                    <p:animEffect filter="fade" transition="in">
                                      <p:cBhvr>
                                        <p:cTn dur="1000"/>
                                        <p:tgtEl>
                                          <p:spTgt spid="101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6">
                                            <p:txEl>
                                              <p:pRg end="4" st="4"/>
                                            </p:txEl>
                                          </p:spTgt>
                                        </p:tgtEl>
                                        <p:attrNameLst>
                                          <p:attrName>style.visibility</p:attrName>
                                        </p:attrNameLst>
                                      </p:cBhvr>
                                      <p:to>
                                        <p:strVal val="visible"/>
                                      </p:to>
                                    </p:set>
                                    <p:animEffect filter="fade" transition="in">
                                      <p:cBhvr>
                                        <p:cTn dur="1000"/>
                                        <p:tgtEl>
                                          <p:spTgt spid="101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6">
                                            <p:txEl>
                                              <p:pRg end="5" st="5"/>
                                            </p:txEl>
                                          </p:spTgt>
                                        </p:tgtEl>
                                        <p:attrNameLst>
                                          <p:attrName>style.visibility</p:attrName>
                                        </p:attrNameLst>
                                      </p:cBhvr>
                                      <p:to>
                                        <p:strVal val="visible"/>
                                      </p:to>
                                    </p:set>
                                    <p:animEffect filter="fade" transition="in">
                                      <p:cBhvr>
                                        <p:cTn dur="1000"/>
                                        <p:tgtEl>
                                          <p:spTgt spid="101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6">
                                            <p:txEl>
                                              <p:pRg end="6" st="6"/>
                                            </p:txEl>
                                          </p:spTgt>
                                        </p:tgtEl>
                                        <p:attrNameLst>
                                          <p:attrName>style.visibility</p:attrName>
                                        </p:attrNameLst>
                                      </p:cBhvr>
                                      <p:to>
                                        <p:strVal val="visible"/>
                                      </p:to>
                                    </p:set>
                                    <p:animEffect filter="fade" transition="in">
                                      <p:cBhvr>
                                        <p:cTn dur="1000"/>
                                        <p:tgtEl>
                                          <p:spTgt spid="101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6">
                                            <p:txEl>
                                              <p:pRg end="7" st="7"/>
                                            </p:txEl>
                                          </p:spTgt>
                                        </p:tgtEl>
                                        <p:attrNameLst>
                                          <p:attrName>style.visibility</p:attrName>
                                        </p:attrNameLst>
                                      </p:cBhvr>
                                      <p:to>
                                        <p:strVal val="visible"/>
                                      </p:to>
                                    </p:set>
                                    <p:animEffect filter="fade" transition="in">
                                      <p:cBhvr>
                                        <p:cTn dur="1000"/>
                                        <p:tgtEl>
                                          <p:spTgt spid="101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6">
                                            <p:txEl>
                                              <p:pRg end="8" st="8"/>
                                            </p:txEl>
                                          </p:spTgt>
                                        </p:tgtEl>
                                        <p:attrNameLst>
                                          <p:attrName>style.visibility</p:attrName>
                                        </p:attrNameLst>
                                      </p:cBhvr>
                                      <p:to>
                                        <p:strVal val="visible"/>
                                      </p:to>
                                    </p:set>
                                    <p:animEffect filter="fade" transition="in">
                                      <p:cBhvr>
                                        <p:cTn dur="1000"/>
                                        <p:tgtEl>
                                          <p:spTgt spid="101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6">
                                            <p:txEl>
                                              <p:pRg end="9" st="9"/>
                                            </p:txEl>
                                          </p:spTgt>
                                        </p:tgtEl>
                                        <p:attrNameLst>
                                          <p:attrName>style.visibility</p:attrName>
                                        </p:attrNameLst>
                                      </p:cBhvr>
                                      <p:to>
                                        <p:strVal val="visible"/>
                                      </p:to>
                                    </p:set>
                                    <p:animEffect filter="fade" transition="in">
                                      <p:cBhvr>
                                        <p:cTn dur="1000"/>
                                        <p:tgtEl>
                                          <p:spTgt spid="101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6">
                                            <p:txEl>
                                              <p:pRg end="10" st="10"/>
                                            </p:txEl>
                                          </p:spTgt>
                                        </p:tgtEl>
                                        <p:attrNameLst>
                                          <p:attrName>style.visibility</p:attrName>
                                        </p:attrNameLst>
                                      </p:cBhvr>
                                      <p:to>
                                        <p:strVal val="visible"/>
                                      </p:to>
                                    </p:set>
                                    <p:animEffect filter="fade" transition="in">
                                      <p:cBhvr>
                                        <p:cTn dur="1000"/>
                                        <p:tgtEl>
                                          <p:spTgt spid="101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6">
                                            <p:txEl>
                                              <p:pRg end="11" st="11"/>
                                            </p:txEl>
                                          </p:spTgt>
                                        </p:tgtEl>
                                        <p:attrNameLst>
                                          <p:attrName>style.visibility</p:attrName>
                                        </p:attrNameLst>
                                      </p:cBhvr>
                                      <p:to>
                                        <p:strVal val="visible"/>
                                      </p:to>
                                    </p:set>
                                    <p:animEffect filter="fade" transition="in">
                                      <p:cBhvr>
                                        <p:cTn dur="1000"/>
                                        <p:tgtEl>
                                          <p:spTgt spid="1016">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6">
                                            <p:txEl>
                                              <p:pRg end="12" st="12"/>
                                            </p:txEl>
                                          </p:spTgt>
                                        </p:tgtEl>
                                        <p:attrNameLst>
                                          <p:attrName>style.visibility</p:attrName>
                                        </p:attrNameLst>
                                      </p:cBhvr>
                                      <p:to>
                                        <p:strVal val="visible"/>
                                      </p:to>
                                    </p:set>
                                    <p:animEffect filter="fade" transition="in">
                                      <p:cBhvr>
                                        <p:cTn dur="1000"/>
                                        <p:tgtEl>
                                          <p:spTgt spid="1016">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178"/>
          <p:cNvSpPr txBox="1"/>
          <p:nvPr>
            <p:ph type="title"/>
          </p:nvPr>
        </p:nvSpPr>
        <p:spPr>
          <a:xfrm>
            <a:off x="311700" y="445025"/>
            <a:ext cx="8832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pt-BR">
                <a:solidFill>
                  <a:srgbClr val="00B050"/>
                </a:solidFill>
              </a:rPr>
              <a:t>4 - Cliente Sardinha- E / </a:t>
            </a:r>
            <a:r>
              <a:rPr lang="pt-BR" sz="1500">
                <a:solidFill>
                  <a:srgbClr val="00B050"/>
                </a:solidFill>
              </a:rPr>
              <a:t>Precisa muitos desses para preencher 1</a:t>
            </a:r>
            <a:endParaRPr sz="1500">
              <a:solidFill>
                <a:srgbClr val="00B050"/>
              </a:solidFill>
            </a:endParaRPr>
          </a:p>
        </p:txBody>
      </p:sp>
      <p:sp>
        <p:nvSpPr>
          <p:cNvPr id="1023" name="Google Shape;1023;p178"/>
          <p:cNvSpPr txBox="1"/>
          <p:nvPr/>
        </p:nvSpPr>
        <p:spPr>
          <a:xfrm>
            <a:off x="160725" y="1383025"/>
            <a:ext cx="4120800" cy="3461700"/>
          </a:xfrm>
          <a:prstGeom prst="rect">
            <a:avLst/>
          </a:prstGeom>
          <a:noFill/>
          <a:ln>
            <a:noFill/>
          </a:ln>
        </p:spPr>
        <p:txBody>
          <a:bodyPr anchorCtr="0" anchor="t" bIns="91425" lIns="91425" spcFirstLastPara="1" rIns="91425" wrap="square" tIns="91425">
            <a:noAutofit/>
          </a:bodyPr>
          <a:lstStyle/>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Funcionários: 1 à 5</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Fee mensal médio: de R$99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Instâncias conosco: 1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Z-Api Partner: Não</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Profissional de Integrações: Não</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Tem ou já teve uma API: Não</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Tem certa urgência para migrar: Não</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Pretensão de volume: Só 1 utilização</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Clientes: -10</a:t>
            </a:r>
            <a:endParaRPr>
              <a:solidFill>
                <a:srgbClr val="0C487B"/>
              </a:solidFill>
              <a:latin typeface="Open Sans"/>
              <a:ea typeface="Open Sans"/>
              <a:cs typeface="Open Sans"/>
              <a:sym typeface="Open Sans"/>
            </a:endParaRPr>
          </a:p>
          <a:p>
            <a:pPr indent="0" lvl="0" marL="457200" rtl="0" algn="just">
              <a:spcBef>
                <a:spcPts val="0"/>
              </a:spcBef>
              <a:spcAft>
                <a:spcPts val="0"/>
              </a:spcAft>
              <a:buNone/>
            </a:pPr>
            <a:r>
              <a:t/>
            </a:r>
            <a:endParaRPr>
              <a:solidFill>
                <a:srgbClr val="0C487B"/>
              </a:solidFill>
              <a:latin typeface="Open Sans"/>
              <a:ea typeface="Open Sans"/>
              <a:cs typeface="Open Sans"/>
              <a:sym typeface="Open Sans"/>
            </a:endParaRPr>
          </a:p>
          <a:p>
            <a:pPr indent="0" lvl="0" marL="0" rtl="0" algn="just">
              <a:spcBef>
                <a:spcPts val="0"/>
              </a:spcBef>
              <a:spcAft>
                <a:spcPts val="0"/>
              </a:spcAft>
              <a:buNone/>
            </a:pPr>
            <a:r>
              <a:t/>
            </a:r>
            <a:endParaRPr>
              <a:solidFill>
                <a:srgbClr val="0C487B"/>
              </a:solidFill>
              <a:latin typeface="Open Sans"/>
              <a:ea typeface="Open Sans"/>
              <a:cs typeface="Open Sans"/>
              <a:sym typeface="Open Sans"/>
            </a:endParaRPr>
          </a:p>
        </p:txBody>
      </p:sp>
      <p:pic>
        <p:nvPicPr>
          <p:cNvPr id="1024" name="Google Shape;1024;p178"/>
          <p:cNvPicPr preferRelativeResize="0"/>
          <p:nvPr/>
        </p:nvPicPr>
        <p:blipFill>
          <a:blip r:embed="rId3">
            <a:alphaModFix/>
          </a:blip>
          <a:stretch>
            <a:fillRect/>
          </a:stretch>
        </p:blipFill>
        <p:spPr>
          <a:xfrm>
            <a:off x="4251925" y="1170125"/>
            <a:ext cx="4557676" cy="252951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xEl>
                                              <p:pRg end="0" st="0"/>
                                            </p:txEl>
                                          </p:spTgt>
                                        </p:tgtEl>
                                        <p:attrNameLst>
                                          <p:attrName>style.visibility</p:attrName>
                                        </p:attrNameLst>
                                      </p:cBhvr>
                                      <p:to>
                                        <p:strVal val="visible"/>
                                      </p:to>
                                    </p:set>
                                    <p:animEffect filter="fade" transition="in">
                                      <p:cBhvr>
                                        <p:cTn dur="1000"/>
                                        <p:tgtEl>
                                          <p:spTgt spid="102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xEl>
                                              <p:pRg end="1" st="1"/>
                                            </p:txEl>
                                          </p:spTgt>
                                        </p:tgtEl>
                                        <p:attrNameLst>
                                          <p:attrName>style.visibility</p:attrName>
                                        </p:attrNameLst>
                                      </p:cBhvr>
                                      <p:to>
                                        <p:strVal val="visible"/>
                                      </p:to>
                                    </p:set>
                                    <p:animEffect filter="fade" transition="in">
                                      <p:cBhvr>
                                        <p:cTn dur="1000"/>
                                        <p:tgtEl>
                                          <p:spTgt spid="102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xEl>
                                              <p:pRg end="2" st="2"/>
                                            </p:txEl>
                                          </p:spTgt>
                                        </p:tgtEl>
                                        <p:attrNameLst>
                                          <p:attrName>style.visibility</p:attrName>
                                        </p:attrNameLst>
                                      </p:cBhvr>
                                      <p:to>
                                        <p:strVal val="visible"/>
                                      </p:to>
                                    </p:set>
                                    <p:animEffect filter="fade" transition="in">
                                      <p:cBhvr>
                                        <p:cTn dur="1000"/>
                                        <p:tgtEl>
                                          <p:spTgt spid="102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xEl>
                                              <p:pRg end="3" st="3"/>
                                            </p:txEl>
                                          </p:spTgt>
                                        </p:tgtEl>
                                        <p:attrNameLst>
                                          <p:attrName>style.visibility</p:attrName>
                                        </p:attrNameLst>
                                      </p:cBhvr>
                                      <p:to>
                                        <p:strVal val="visible"/>
                                      </p:to>
                                    </p:set>
                                    <p:animEffect filter="fade" transition="in">
                                      <p:cBhvr>
                                        <p:cTn dur="1000"/>
                                        <p:tgtEl>
                                          <p:spTgt spid="102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xEl>
                                              <p:pRg end="4" st="4"/>
                                            </p:txEl>
                                          </p:spTgt>
                                        </p:tgtEl>
                                        <p:attrNameLst>
                                          <p:attrName>style.visibility</p:attrName>
                                        </p:attrNameLst>
                                      </p:cBhvr>
                                      <p:to>
                                        <p:strVal val="visible"/>
                                      </p:to>
                                    </p:set>
                                    <p:animEffect filter="fade" transition="in">
                                      <p:cBhvr>
                                        <p:cTn dur="1000"/>
                                        <p:tgtEl>
                                          <p:spTgt spid="102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xEl>
                                              <p:pRg end="5" st="5"/>
                                            </p:txEl>
                                          </p:spTgt>
                                        </p:tgtEl>
                                        <p:attrNameLst>
                                          <p:attrName>style.visibility</p:attrName>
                                        </p:attrNameLst>
                                      </p:cBhvr>
                                      <p:to>
                                        <p:strVal val="visible"/>
                                      </p:to>
                                    </p:set>
                                    <p:animEffect filter="fade" transition="in">
                                      <p:cBhvr>
                                        <p:cTn dur="1000"/>
                                        <p:tgtEl>
                                          <p:spTgt spid="102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xEl>
                                              <p:pRg end="6" st="6"/>
                                            </p:txEl>
                                          </p:spTgt>
                                        </p:tgtEl>
                                        <p:attrNameLst>
                                          <p:attrName>style.visibility</p:attrName>
                                        </p:attrNameLst>
                                      </p:cBhvr>
                                      <p:to>
                                        <p:strVal val="visible"/>
                                      </p:to>
                                    </p:set>
                                    <p:animEffect filter="fade" transition="in">
                                      <p:cBhvr>
                                        <p:cTn dur="1000"/>
                                        <p:tgtEl>
                                          <p:spTgt spid="102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xEl>
                                              <p:pRg end="7" st="7"/>
                                            </p:txEl>
                                          </p:spTgt>
                                        </p:tgtEl>
                                        <p:attrNameLst>
                                          <p:attrName>style.visibility</p:attrName>
                                        </p:attrNameLst>
                                      </p:cBhvr>
                                      <p:to>
                                        <p:strVal val="visible"/>
                                      </p:to>
                                    </p:set>
                                    <p:animEffect filter="fade" transition="in">
                                      <p:cBhvr>
                                        <p:cTn dur="1000"/>
                                        <p:tgtEl>
                                          <p:spTgt spid="102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xEl>
                                              <p:pRg end="8" st="8"/>
                                            </p:txEl>
                                          </p:spTgt>
                                        </p:tgtEl>
                                        <p:attrNameLst>
                                          <p:attrName>style.visibility</p:attrName>
                                        </p:attrNameLst>
                                      </p:cBhvr>
                                      <p:to>
                                        <p:strVal val="visible"/>
                                      </p:to>
                                    </p:set>
                                    <p:animEffect filter="fade" transition="in">
                                      <p:cBhvr>
                                        <p:cTn dur="1000"/>
                                        <p:tgtEl>
                                          <p:spTgt spid="102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xEl>
                                              <p:pRg end="9" st="9"/>
                                            </p:txEl>
                                          </p:spTgt>
                                        </p:tgtEl>
                                        <p:attrNameLst>
                                          <p:attrName>style.visibility</p:attrName>
                                        </p:attrNameLst>
                                      </p:cBhvr>
                                      <p:to>
                                        <p:strVal val="visible"/>
                                      </p:to>
                                    </p:set>
                                    <p:animEffect filter="fade" transition="in">
                                      <p:cBhvr>
                                        <p:cTn dur="1000"/>
                                        <p:tgtEl>
                                          <p:spTgt spid="102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xEl>
                                              <p:pRg end="10" st="10"/>
                                            </p:txEl>
                                          </p:spTgt>
                                        </p:tgtEl>
                                        <p:attrNameLst>
                                          <p:attrName>style.visibility</p:attrName>
                                        </p:attrNameLst>
                                      </p:cBhvr>
                                      <p:to>
                                        <p:strVal val="visible"/>
                                      </p:to>
                                    </p:set>
                                    <p:animEffect filter="fade" transition="in">
                                      <p:cBhvr>
                                        <p:cTn dur="1000"/>
                                        <p:tgtEl>
                                          <p:spTgt spid="1023">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pic>
        <p:nvPicPr>
          <p:cNvPr descr="lego-unicorn-toy.jpg" id="1029" name="Google Shape;1029;p179"/>
          <p:cNvPicPr preferRelativeResize="0"/>
          <p:nvPr/>
        </p:nvPicPr>
        <p:blipFill rotWithShape="1">
          <a:blip r:embed="rId3">
            <a:alphaModFix/>
          </a:blip>
          <a:srcRect b="23504" l="939" r="29505" t="17721"/>
          <a:stretch/>
        </p:blipFill>
        <p:spPr>
          <a:xfrm>
            <a:off x="0" y="-575275"/>
            <a:ext cx="9144000" cy="5794976"/>
          </a:xfrm>
          <a:prstGeom prst="rect">
            <a:avLst/>
          </a:prstGeom>
          <a:noFill/>
          <a:ln>
            <a:noFill/>
          </a:ln>
        </p:spPr>
      </p:pic>
      <p:sp>
        <p:nvSpPr>
          <p:cNvPr id="1030" name="Google Shape;1030;p179"/>
          <p:cNvSpPr txBox="1"/>
          <p:nvPr>
            <p:ph idx="4294967295" type="title"/>
          </p:nvPr>
        </p:nvSpPr>
        <p:spPr>
          <a:xfrm>
            <a:off x="460950" y="2338800"/>
            <a:ext cx="3900000" cy="46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BR" sz="3000">
                <a:solidFill>
                  <a:srgbClr val="0C487B"/>
                </a:solidFill>
                <a:latin typeface="Open Sans"/>
                <a:ea typeface="Open Sans"/>
                <a:cs typeface="Open Sans"/>
                <a:sym typeface="Open Sans"/>
              </a:rPr>
              <a:t>Plugchat</a:t>
            </a:r>
            <a:endParaRPr b="1" sz="3000">
              <a:solidFill>
                <a:srgbClr val="0C487B"/>
              </a:solidFill>
              <a:latin typeface="Open Sans"/>
              <a:ea typeface="Open Sans"/>
              <a:cs typeface="Open Sans"/>
              <a:sym typeface="Open Sans"/>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p180"/>
          <p:cNvSpPr txBox="1"/>
          <p:nvPr>
            <p:ph type="title"/>
          </p:nvPr>
        </p:nvSpPr>
        <p:spPr>
          <a:xfrm>
            <a:off x="311700" y="445025"/>
            <a:ext cx="8832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pt-BR">
                <a:solidFill>
                  <a:srgbClr val="2E75B6"/>
                </a:solidFill>
              </a:rPr>
              <a:t>1 - O sonho de cliente - A</a:t>
            </a:r>
            <a:endParaRPr>
              <a:solidFill>
                <a:srgbClr val="2E75B6"/>
              </a:solidFill>
            </a:endParaRPr>
          </a:p>
        </p:txBody>
      </p:sp>
      <p:sp>
        <p:nvSpPr>
          <p:cNvPr id="1036" name="Google Shape;1036;p180"/>
          <p:cNvSpPr txBox="1"/>
          <p:nvPr/>
        </p:nvSpPr>
        <p:spPr>
          <a:xfrm>
            <a:off x="219175" y="1587600"/>
            <a:ext cx="4120800" cy="3461700"/>
          </a:xfrm>
          <a:prstGeom prst="rect">
            <a:avLst/>
          </a:prstGeom>
          <a:noFill/>
          <a:ln>
            <a:noFill/>
          </a:ln>
        </p:spPr>
        <p:txBody>
          <a:bodyPr anchorCtr="0" anchor="t" bIns="91425" lIns="91425" spcFirstLastPara="1" rIns="91425" wrap="square" tIns="91425">
            <a:noAutofit/>
          </a:bodyPr>
          <a:lstStyle/>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Funcionários: +100 </a:t>
            </a:r>
            <a:endParaRPr>
              <a:solidFill>
                <a:srgbClr val="0C487B"/>
              </a:solidFill>
              <a:latin typeface="Open Sans"/>
              <a:ea typeface="Open Sans"/>
              <a:cs typeface="Open Sans"/>
              <a:sym typeface="Open Sans"/>
            </a:endParaRPr>
          </a:p>
          <a:p>
            <a:pPr indent="0" lvl="0" marL="457200" rtl="0" algn="just">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Fee mensal médio: +R$ 4.000</a:t>
            </a:r>
            <a:endParaRPr>
              <a:solidFill>
                <a:srgbClr val="0C487B"/>
              </a:solidFill>
              <a:latin typeface="Open Sans"/>
              <a:ea typeface="Open Sans"/>
              <a:cs typeface="Open Sans"/>
              <a:sym typeface="Open Sans"/>
            </a:endParaRPr>
          </a:p>
          <a:p>
            <a:pPr indent="0" lvl="0" marL="0" rtl="0" algn="just">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Operadores conosco: +100</a:t>
            </a:r>
            <a:endParaRPr>
              <a:solidFill>
                <a:srgbClr val="0C487B"/>
              </a:solidFill>
              <a:latin typeface="Open Sans"/>
              <a:ea typeface="Open Sans"/>
              <a:cs typeface="Open Sans"/>
              <a:sym typeface="Open Sans"/>
            </a:endParaRPr>
          </a:p>
          <a:p>
            <a:pPr indent="0" lvl="0" marL="0" rtl="0" algn="just">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Gestor de Atendimento: Possui</a:t>
            </a:r>
            <a:endParaRPr>
              <a:solidFill>
                <a:srgbClr val="0C487B"/>
              </a:solidFill>
              <a:latin typeface="Open Sans"/>
              <a:ea typeface="Open Sans"/>
              <a:cs typeface="Open Sans"/>
              <a:sym typeface="Open Sans"/>
            </a:endParaRPr>
          </a:p>
          <a:p>
            <a:pPr indent="0" lvl="0" marL="0" rtl="0" algn="just">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Tem ou já teve solução: Sim</a:t>
            </a:r>
            <a:endParaRPr>
              <a:solidFill>
                <a:srgbClr val="0C487B"/>
              </a:solidFill>
              <a:latin typeface="Open Sans"/>
              <a:ea typeface="Open Sans"/>
              <a:cs typeface="Open Sans"/>
              <a:sym typeface="Open Sans"/>
            </a:endParaRPr>
          </a:p>
          <a:p>
            <a:pPr indent="0" lvl="0" marL="0" rtl="0" algn="just">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Tem certa urgência para resolver: Sim</a:t>
            </a:r>
            <a:endParaRPr>
              <a:solidFill>
                <a:srgbClr val="0C487B"/>
              </a:solidFill>
              <a:latin typeface="Open Sans"/>
              <a:ea typeface="Open Sans"/>
              <a:cs typeface="Open Sans"/>
              <a:sym typeface="Open Sans"/>
            </a:endParaRPr>
          </a:p>
          <a:p>
            <a:pPr indent="0" lvl="0" marL="457200" rtl="0" algn="just">
              <a:spcBef>
                <a:spcPts val="0"/>
              </a:spcBef>
              <a:spcAft>
                <a:spcPts val="0"/>
              </a:spcAft>
              <a:buNone/>
            </a:pPr>
            <a:r>
              <a:t/>
            </a:r>
            <a:endParaRPr>
              <a:solidFill>
                <a:srgbClr val="0C487B"/>
              </a:solidFill>
              <a:latin typeface="Open Sans"/>
              <a:ea typeface="Open Sans"/>
              <a:cs typeface="Open Sans"/>
              <a:sym typeface="Open Sans"/>
            </a:endParaRPr>
          </a:p>
          <a:p>
            <a:pPr indent="0" lvl="0" marL="457200" rtl="0" algn="just">
              <a:spcBef>
                <a:spcPts val="0"/>
              </a:spcBef>
              <a:spcAft>
                <a:spcPts val="0"/>
              </a:spcAft>
              <a:buNone/>
            </a:pPr>
            <a:r>
              <a:rPr lang="pt-BR">
                <a:solidFill>
                  <a:srgbClr val="0C487B"/>
                </a:solidFill>
                <a:latin typeface="Open Sans"/>
                <a:ea typeface="Open Sans"/>
                <a:cs typeface="Open Sans"/>
                <a:sym typeface="Open Sans"/>
              </a:rPr>
              <a:t>    </a:t>
            </a:r>
            <a:endParaRPr>
              <a:solidFill>
                <a:srgbClr val="0C487B"/>
              </a:solidFill>
              <a:latin typeface="Open Sans"/>
              <a:ea typeface="Open Sans"/>
              <a:cs typeface="Open Sans"/>
              <a:sym typeface="Open Sans"/>
            </a:endParaRPr>
          </a:p>
          <a:p>
            <a:pPr indent="0" lvl="0" marL="457200" rtl="0" algn="l">
              <a:spcBef>
                <a:spcPts val="0"/>
              </a:spcBef>
              <a:spcAft>
                <a:spcPts val="0"/>
              </a:spcAft>
              <a:buNone/>
            </a:pPr>
            <a:r>
              <a:t/>
            </a:r>
            <a:endParaRPr>
              <a:solidFill>
                <a:srgbClr val="0C487B"/>
              </a:solidFill>
              <a:latin typeface="Open Sans"/>
              <a:ea typeface="Open Sans"/>
              <a:cs typeface="Open Sans"/>
              <a:sym typeface="Open Sans"/>
            </a:endParaRPr>
          </a:p>
        </p:txBody>
      </p:sp>
      <p:pic>
        <p:nvPicPr>
          <p:cNvPr id="1037" name="Google Shape;1037;p180"/>
          <p:cNvPicPr preferRelativeResize="0"/>
          <p:nvPr/>
        </p:nvPicPr>
        <p:blipFill>
          <a:blip r:embed="rId3">
            <a:alphaModFix/>
          </a:blip>
          <a:stretch>
            <a:fillRect/>
          </a:stretch>
        </p:blipFill>
        <p:spPr>
          <a:xfrm>
            <a:off x="4339975" y="1587601"/>
            <a:ext cx="4567350" cy="2569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6">
                                            <p:txEl>
                                              <p:pRg end="0" st="0"/>
                                            </p:txEl>
                                          </p:spTgt>
                                        </p:tgtEl>
                                        <p:attrNameLst>
                                          <p:attrName>style.visibility</p:attrName>
                                        </p:attrNameLst>
                                      </p:cBhvr>
                                      <p:to>
                                        <p:strVal val="visible"/>
                                      </p:to>
                                    </p:set>
                                    <p:animEffect filter="fade" transition="in">
                                      <p:cBhvr>
                                        <p:cTn dur="1000"/>
                                        <p:tgtEl>
                                          <p:spTgt spid="103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6">
                                            <p:txEl>
                                              <p:pRg end="1" st="1"/>
                                            </p:txEl>
                                          </p:spTgt>
                                        </p:tgtEl>
                                        <p:attrNameLst>
                                          <p:attrName>style.visibility</p:attrName>
                                        </p:attrNameLst>
                                      </p:cBhvr>
                                      <p:to>
                                        <p:strVal val="visible"/>
                                      </p:to>
                                    </p:set>
                                    <p:animEffect filter="fade" transition="in">
                                      <p:cBhvr>
                                        <p:cTn dur="1000"/>
                                        <p:tgtEl>
                                          <p:spTgt spid="103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6">
                                            <p:txEl>
                                              <p:pRg end="2" st="2"/>
                                            </p:txEl>
                                          </p:spTgt>
                                        </p:tgtEl>
                                        <p:attrNameLst>
                                          <p:attrName>style.visibility</p:attrName>
                                        </p:attrNameLst>
                                      </p:cBhvr>
                                      <p:to>
                                        <p:strVal val="visible"/>
                                      </p:to>
                                    </p:set>
                                    <p:animEffect filter="fade" transition="in">
                                      <p:cBhvr>
                                        <p:cTn dur="1000"/>
                                        <p:tgtEl>
                                          <p:spTgt spid="103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6">
                                            <p:txEl>
                                              <p:pRg end="3" st="3"/>
                                            </p:txEl>
                                          </p:spTgt>
                                        </p:tgtEl>
                                        <p:attrNameLst>
                                          <p:attrName>style.visibility</p:attrName>
                                        </p:attrNameLst>
                                      </p:cBhvr>
                                      <p:to>
                                        <p:strVal val="visible"/>
                                      </p:to>
                                    </p:set>
                                    <p:animEffect filter="fade" transition="in">
                                      <p:cBhvr>
                                        <p:cTn dur="1000"/>
                                        <p:tgtEl>
                                          <p:spTgt spid="103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6">
                                            <p:txEl>
                                              <p:pRg end="4" st="4"/>
                                            </p:txEl>
                                          </p:spTgt>
                                        </p:tgtEl>
                                        <p:attrNameLst>
                                          <p:attrName>style.visibility</p:attrName>
                                        </p:attrNameLst>
                                      </p:cBhvr>
                                      <p:to>
                                        <p:strVal val="visible"/>
                                      </p:to>
                                    </p:set>
                                    <p:animEffect filter="fade" transition="in">
                                      <p:cBhvr>
                                        <p:cTn dur="1000"/>
                                        <p:tgtEl>
                                          <p:spTgt spid="103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6">
                                            <p:txEl>
                                              <p:pRg end="5" st="5"/>
                                            </p:txEl>
                                          </p:spTgt>
                                        </p:tgtEl>
                                        <p:attrNameLst>
                                          <p:attrName>style.visibility</p:attrName>
                                        </p:attrNameLst>
                                      </p:cBhvr>
                                      <p:to>
                                        <p:strVal val="visible"/>
                                      </p:to>
                                    </p:set>
                                    <p:animEffect filter="fade" transition="in">
                                      <p:cBhvr>
                                        <p:cTn dur="1000"/>
                                        <p:tgtEl>
                                          <p:spTgt spid="103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6">
                                            <p:txEl>
                                              <p:pRg end="6" st="6"/>
                                            </p:txEl>
                                          </p:spTgt>
                                        </p:tgtEl>
                                        <p:attrNameLst>
                                          <p:attrName>style.visibility</p:attrName>
                                        </p:attrNameLst>
                                      </p:cBhvr>
                                      <p:to>
                                        <p:strVal val="visible"/>
                                      </p:to>
                                    </p:set>
                                    <p:animEffect filter="fade" transition="in">
                                      <p:cBhvr>
                                        <p:cTn dur="1000"/>
                                        <p:tgtEl>
                                          <p:spTgt spid="103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6">
                                            <p:txEl>
                                              <p:pRg end="7" st="7"/>
                                            </p:txEl>
                                          </p:spTgt>
                                        </p:tgtEl>
                                        <p:attrNameLst>
                                          <p:attrName>style.visibility</p:attrName>
                                        </p:attrNameLst>
                                      </p:cBhvr>
                                      <p:to>
                                        <p:strVal val="visible"/>
                                      </p:to>
                                    </p:set>
                                    <p:animEffect filter="fade" transition="in">
                                      <p:cBhvr>
                                        <p:cTn dur="1000"/>
                                        <p:tgtEl>
                                          <p:spTgt spid="103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6">
                                            <p:txEl>
                                              <p:pRg end="8" st="8"/>
                                            </p:txEl>
                                          </p:spTgt>
                                        </p:tgtEl>
                                        <p:attrNameLst>
                                          <p:attrName>style.visibility</p:attrName>
                                        </p:attrNameLst>
                                      </p:cBhvr>
                                      <p:to>
                                        <p:strVal val="visible"/>
                                      </p:to>
                                    </p:set>
                                    <p:animEffect filter="fade" transition="in">
                                      <p:cBhvr>
                                        <p:cTn dur="1000"/>
                                        <p:tgtEl>
                                          <p:spTgt spid="103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6">
                                            <p:txEl>
                                              <p:pRg end="9" st="9"/>
                                            </p:txEl>
                                          </p:spTgt>
                                        </p:tgtEl>
                                        <p:attrNameLst>
                                          <p:attrName>style.visibility</p:attrName>
                                        </p:attrNameLst>
                                      </p:cBhvr>
                                      <p:to>
                                        <p:strVal val="visible"/>
                                      </p:to>
                                    </p:set>
                                    <p:animEffect filter="fade" transition="in">
                                      <p:cBhvr>
                                        <p:cTn dur="1000"/>
                                        <p:tgtEl>
                                          <p:spTgt spid="103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6">
                                            <p:txEl>
                                              <p:pRg end="10" st="10"/>
                                            </p:txEl>
                                          </p:spTgt>
                                        </p:tgtEl>
                                        <p:attrNameLst>
                                          <p:attrName>style.visibility</p:attrName>
                                        </p:attrNameLst>
                                      </p:cBhvr>
                                      <p:to>
                                        <p:strVal val="visible"/>
                                      </p:to>
                                    </p:set>
                                    <p:animEffect filter="fade" transition="in">
                                      <p:cBhvr>
                                        <p:cTn dur="1000"/>
                                        <p:tgtEl>
                                          <p:spTgt spid="103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6">
                                            <p:txEl>
                                              <p:pRg end="11" st="11"/>
                                            </p:txEl>
                                          </p:spTgt>
                                        </p:tgtEl>
                                        <p:attrNameLst>
                                          <p:attrName>style.visibility</p:attrName>
                                        </p:attrNameLst>
                                      </p:cBhvr>
                                      <p:to>
                                        <p:strVal val="visible"/>
                                      </p:to>
                                    </p:set>
                                    <p:animEffect filter="fade" transition="in">
                                      <p:cBhvr>
                                        <p:cTn dur="1000"/>
                                        <p:tgtEl>
                                          <p:spTgt spid="1036">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6">
                                            <p:txEl>
                                              <p:pRg end="12" st="12"/>
                                            </p:txEl>
                                          </p:spTgt>
                                        </p:tgtEl>
                                        <p:attrNameLst>
                                          <p:attrName>style.visibility</p:attrName>
                                        </p:attrNameLst>
                                      </p:cBhvr>
                                      <p:to>
                                        <p:strVal val="visible"/>
                                      </p:to>
                                    </p:set>
                                    <p:animEffect filter="fade" transition="in">
                                      <p:cBhvr>
                                        <p:cTn dur="1000"/>
                                        <p:tgtEl>
                                          <p:spTgt spid="1036">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6">
                                            <p:txEl>
                                              <p:pRg end="13" st="13"/>
                                            </p:txEl>
                                          </p:spTgt>
                                        </p:tgtEl>
                                        <p:attrNameLst>
                                          <p:attrName>style.visibility</p:attrName>
                                        </p:attrNameLst>
                                      </p:cBhvr>
                                      <p:to>
                                        <p:strVal val="visible"/>
                                      </p:to>
                                    </p:set>
                                    <p:animEffect filter="fade" transition="in">
                                      <p:cBhvr>
                                        <p:cTn dur="1000"/>
                                        <p:tgtEl>
                                          <p:spTgt spid="1036">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181"/>
          <p:cNvSpPr txBox="1"/>
          <p:nvPr>
            <p:ph type="title"/>
          </p:nvPr>
        </p:nvSpPr>
        <p:spPr>
          <a:xfrm>
            <a:off x="311700" y="445025"/>
            <a:ext cx="8832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pt-BR">
                <a:solidFill>
                  <a:srgbClr val="2E75B6"/>
                </a:solidFill>
              </a:rPr>
              <a:t>2 - Excelente Clientes - B</a:t>
            </a:r>
            <a:endParaRPr>
              <a:solidFill>
                <a:srgbClr val="2E75B6"/>
              </a:solidFill>
            </a:endParaRPr>
          </a:p>
        </p:txBody>
      </p:sp>
      <p:sp>
        <p:nvSpPr>
          <p:cNvPr id="1043" name="Google Shape;1043;p181"/>
          <p:cNvSpPr txBox="1"/>
          <p:nvPr/>
        </p:nvSpPr>
        <p:spPr>
          <a:xfrm>
            <a:off x="160725" y="1383025"/>
            <a:ext cx="4120800" cy="3461700"/>
          </a:xfrm>
          <a:prstGeom prst="rect">
            <a:avLst/>
          </a:prstGeom>
          <a:noFill/>
          <a:ln>
            <a:noFill/>
          </a:ln>
        </p:spPr>
        <p:txBody>
          <a:bodyPr anchorCtr="0" anchor="t" bIns="91425" lIns="91425" spcFirstLastPara="1" rIns="91425" wrap="square" tIns="91425">
            <a:noAutofit/>
          </a:bodyPr>
          <a:lstStyle/>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Funcionários: +50 </a:t>
            </a:r>
            <a:endParaRPr>
              <a:solidFill>
                <a:srgbClr val="0C487B"/>
              </a:solidFill>
              <a:latin typeface="Open Sans"/>
              <a:ea typeface="Open Sans"/>
              <a:cs typeface="Open Sans"/>
              <a:sym typeface="Open Sans"/>
            </a:endParaRPr>
          </a:p>
          <a:p>
            <a:pPr indent="0" lvl="0" marL="457200" rtl="0" algn="just">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Fee mensal médio: +R$ 2.000</a:t>
            </a:r>
            <a:endParaRPr>
              <a:solidFill>
                <a:srgbClr val="0C487B"/>
              </a:solidFill>
              <a:latin typeface="Open Sans"/>
              <a:ea typeface="Open Sans"/>
              <a:cs typeface="Open Sans"/>
              <a:sym typeface="Open Sans"/>
            </a:endParaRPr>
          </a:p>
          <a:p>
            <a:pPr indent="0" lvl="0" marL="0" rtl="0" algn="just">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Operadores conosco: +50</a:t>
            </a:r>
            <a:endParaRPr>
              <a:solidFill>
                <a:srgbClr val="0C487B"/>
              </a:solidFill>
              <a:latin typeface="Open Sans"/>
              <a:ea typeface="Open Sans"/>
              <a:cs typeface="Open Sans"/>
              <a:sym typeface="Open Sans"/>
            </a:endParaRPr>
          </a:p>
          <a:p>
            <a:pPr indent="0" lvl="0" marL="0" rtl="0" algn="just">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Gestor de Atendimento: Possui</a:t>
            </a:r>
            <a:endParaRPr>
              <a:solidFill>
                <a:srgbClr val="0C487B"/>
              </a:solidFill>
              <a:latin typeface="Open Sans"/>
              <a:ea typeface="Open Sans"/>
              <a:cs typeface="Open Sans"/>
              <a:sym typeface="Open Sans"/>
            </a:endParaRPr>
          </a:p>
          <a:p>
            <a:pPr indent="0" lvl="0" marL="0" rtl="0" algn="just">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Tem ou já teve solução: Sim</a:t>
            </a:r>
            <a:endParaRPr>
              <a:solidFill>
                <a:srgbClr val="0C487B"/>
              </a:solidFill>
              <a:latin typeface="Open Sans"/>
              <a:ea typeface="Open Sans"/>
              <a:cs typeface="Open Sans"/>
              <a:sym typeface="Open Sans"/>
            </a:endParaRPr>
          </a:p>
          <a:p>
            <a:pPr indent="0" lvl="0" marL="0" rtl="0" algn="just">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Tem certa urgência para resolver: Sim</a:t>
            </a:r>
            <a:endParaRPr>
              <a:solidFill>
                <a:srgbClr val="0C487B"/>
              </a:solidFill>
              <a:latin typeface="Open Sans"/>
              <a:ea typeface="Open Sans"/>
              <a:cs typeface="Open Sans"/>
              <a:sym typeface="Open Sans"/>
            </a:endParaRPr>
          </a:p>
          <a:p>
            <a:pPr indent="0" lvl="0" marL="457200" rtl="0" algn="just">
              <a:spcBef>
                <a:spcPts val="0"/>
              </a:spcBef>
              <a:spcAft>
                <a:spcPts val="0"/>
              </a:spcAft>
              <a:buNone/>
            </a:pPr>
            <a:r>
              <a:t/>
            </a:r>
            <a:endParaRPr>
              <a:solidFill>
                <a:srgbClr val="0C487B"/>
              </a:solidFill>
              <a:latin typeface="Open Sans"/>
              <a:ea typeface="Open Sans"/>
              <a:cs typeface="Open Sans"/>
              <a:sym typeface="Open Sans"/>
            </a:endParaRPr>
          </a:p>
          <a:p>
            <a:pPr indent="0" lvl="0" marL="457200" rtl="0" algn="just">
              <a:spcBef>
                <a:spcPts val="0"/>
              </a:spcBef>
              <a:spcAft>
                <a:spcPts val="0"/>
              </a:spcAft>
              <a:buNone/>
            </a:pPr>
            <a:r>
              <a:rPr lang="pt-BR">
                <a:solidFill>
                  <a:srgbClr val="0C487B"/>
                </a:solidFill>
                <a:latin typeface="Open Sans"/>
                <a:ea typeface="Open Sans"/>
                <a:cs typeface="Open Sans"/>
                <a:sym typeface="Open Sans"/>
              </a:rPr>
              <a:t>    </a:t>
            </a:r>
            <a:endParaRPr>
              <a:solidFill>
                <a:srgbClr val="0C487B"/>
              </a:solidFill>
              <a:latin typeface="Open Sans"/>
              <a:ea typeface="Open Sans"/>
              <a:cs typeface="Open Sans"/>
              <a:sym typeface="Open Sans"/>
            </a:endParaRPr>
          </a:p>
        </p:txBody>
      </p:sp>
      <p:pic>
        <p:nvPicPr>
          <p:cNvPr id="1044" name="Google Shape;1044;p181"/>
          <p:cNvPicPr preferRelativeResize="0"/>
          <p:nvPr/>
        </p:nvPicPr>
        <p:blipFill>
          <a:blip r:embed="rId3">
            <a:alphaModFix/>
          </a:blip>
          <a:stretch>
            <a:fillRect/>
          </a:stretch>
        </p:blipFill>
        <p:spPr>
          <a:xfrm>
            <a:off x="4339975" y="1587601"/>
            <a:ext cx="4567350" cy="2569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3">
                                            <p:txEl>
                                              <p:pRg end="0" st="0"/>
                                            </p:txEl>
                                          </p:spTgt>
                                        </p:tgtEl>
                                        <p:attrNameLst>
                                          <p:attrName>style.visibility</p:attrName>
                                        </p:attrNameLst>
                                      </p:cBhvr>
                                      <p:to>
                                        <p:strVal val="visible"/>
                                      </p:to>
                                    </p:set>
                                    <p:animEffect filter="fade" transition="in">
                                      <p:cBhvr>
                                        <p:cTn dur="1000"/>
                                        <p:tgtEl>
                                          <p:spTgt spid="10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3">
                                            <p:txEl>
                                              <p:pRg end="1" st="1"/>
                                            </p:txEl>
                                          </p:spTgt>
                                        </p:tgtEl>
                                        <p:attrNameLst>
                                          <p:attrName>style.visibility</p:attrName>
                                        </p:attrNameLst>
                                      </p:cBhvr>
                                      <p:to>
                                        <p:strVal val="visible"/>
                                      </p:to>
                                    </p:set>
                                    <p:animEffect filter="fade" transition="in">
                                      <p:cBhvr>
                                        <p:cTn dur="1000"/>
                                        <p:tgtEl>
                                          <p:spTgt spid="104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3">
                                            <p:txEl>
                                              <p:pRg end="2" st="2"/>
                                            </p:txEl>
                                          </p:spTgt>
                                        </p:tgtEl>
                                        <p:attrNameLst>
                                          <p:attrName>style.visibility</p:attrName>
                                        </p:attrNameLst>
                                      </p:cBhvr>
                                      <p:to>
                                        <p:strVal val="visible"/>
                                      </p:to>
                                    </p:set>
                                    <p:animEffect filter="fade" transition="in">
                                      <p:cBhvr>
                                        <p:cTn dur="1000"/>
                                        <p:tgtEl>
                                          <p:spTgt spid="104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3">
                                            <p:txEl>
                                              <p:pRg end="3" st="3"/>
                                            </p:txEl>
                                          </p:spTgt>
                                        </p:tgtEl>
                                        <p:attrNameLst>
                                          <p:attrName>style.visibility</p:attrName>
                                        </p:attrNameLst>
                                      </p:cBhvr>
                                      <p:to>
                                        <p:strVal val="visible"/>
                                      </p:to>
                                    </p:set>
                                    <p:animEffect filter="fade" transition="in">
                                      <p:cBhvr>
                                        <p:cTn dur="1000"/>
                                        <p:tgtEl>
                                          <p:spTgt spid="104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3">
                                            <p:txEl>
                                              <p:pRg end="4" st="4"/>
                                            </p:txEl>
                                          </p:spTgt>
                                        </p:tgtEl>
                                        <p:attrNameLst>
                                          <p:attrName>style.visibility</p:attrName>
                                        </p:attrNameLst>
                                      </p:cBhvr>
                                      <p:to>
                                        <p:strVal val="visible"/>
                                      </p:to>
                                    </p:set>
                                    <p:animEffect filter="fade" transition="in">
                                      <p:cBhvr>
                                        <p:cTn dur="1000"/>
                                        <p:tgtEl>
                                          <p:spTgt spid="104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3">
                                            <p:txEl>
                                              <p:pRg end="5" st="5"/>
                                            </p:txEl>
                                          </p:spTgt>
                                        </p:tgtEl>
                                        <p:attrNameLst>
                                          <p:attrName>style.visibility</p:attrName>
                                        </p:attrNameLst>
                                      </p:cBhvr>
                                      <p:to>
                                        <p:strVal val="visible"/>
                                      </p:to>
                                    </p:set>
                                    <p:animEffect filter="fade" transition="in">
                                      <p:cBhvr>
                                        <p:cTn dur="1000"/>
                                        <p:tgtEl>
                                          <p:spTgt spid="104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3">
                                            <p:txEl>
                                              <p:pRg end="6" st="6"/>
                                            </p:txEl>
                                          </p:spTgt>
                                        </p:tgtEl>
                                        <p:attrNameLst>
                                          <p:attrName>style.visibility</p:attrName>
                                        </p:attrNameLst>
                                      </p:cBhvr>
                                      <p:to>
                                        <p:strVal val="visible"/>
                                      </p:to>
                                    </p:set>
                                    <p:animEffect filter="fade" transition="in">
                                      <p:cBhvr>
                                        <p:cTn dur="1000"/>
                                        <p:tgtEl>
                                          <p:spTgt spid="104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3">
                                            <p:txEl>
                                              <p:pRg end="7" st="7"/>
                                            </p:txEl>
                                          </p:spTgt>
                                        </p:tgtEl>
                                        <p:attrNameLst>
                                          <p:attrName>style.visibility</p:attrName>
                                        </p:attrNameLst>
                                      </p:cBhvr>
                                      <p:to>
                                        <p:strVal val="visible"/>
                                      </p:to>
                                    </p:set>
                                    <p:animEffect filter="fade" transition="in">
                                      <p:cBhvr>
                                        <p:cTn dur="1000"/>
                                        <p:tgtEl>
                                          <p:spTgt spid="104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3">
                                            <p:txEl>
                                              <p:pRg end="8" st="8"/>
                                            </p:txEl>
                                          </p:spTgt>
                                        </p:tgtEl>
                                        <p:attrNameLst>
                                          <p:attrName>style.visibility</p:attrName>
                                        </p:attrNameLst>
                                      </p:cBhvr>
                                      <p:to>
                                        <p:strVal val="visible"/>
                                      </p:to>
                                    </p:set>
                                    <p:animEffect filter="fade" transition="in">
                                      <p:cBhvr>
                                        <p:cTn dur="1000"/>
                                        <p:tgtEl>
                                          <p:spTgt spid="104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3">
                                            <p:txEl>
                                              <p:pRg end="9" st="9"/>
                                            </p:txEl>
                                          </p:spTgt>
                                        </p:tgtEl>
                                        <p:attrNameLst>
                                          <p:attrName>style.visibility</p:attrName>
                                        </p:attrNameLst>
                                      </p:cBhvr>
                                      <p:to>
                                        <p:strVal val="visible"/>
                                      </p:to>
                                    </p:set>
                                    <p:animEffect filter="fade" transition="in">
                                      <p:cBhvr>
                                        <p:cTn dur="1000"/>
                                        <p:tgtEl>
                                          <p:spTgt spid="104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3">
                                            <p:txEl>
                                              <p:pRg end="10" st="10"/>
                                            </p:txEl>
                                          </p:spTgt>
                                        </p:tgtEl>
                                        <p:attrNameLst>
                                          <p:attrName>style.visibility</p:attrName>
                                        </p:attrNameLst>
                                      </p:cBhvr>
                                      <p:to>
                                        <p:strVal val="visible"/>
                                      </p:to>
                                    </p:set>
                                    <p:animEffect filter="fade" transition="in">
                                      <p:cBhvr>
                                        <p:cTn dur="1000"/>
                                        <p:tgtEl>
                                          <p:spTgt spid="1043">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3">
                                            <p:txEl>
                                              <p:pRg end="11" st="11"/>
                                            </p:txEl>
                                          </p:spTgt>
                                        </p:tgtEl>
                                        <p:attrNameLst>
                                          <p:attrName>style.visibility</p:attrName>
                                        </p:attrNameLst>
                                      </p:cBhvr>
                                      <p:to>
                                        <p:strVal val="visible"/>
                                      </p:to>
                                    </p:set>
                                    <p:animEffect filter="fade" transition="in">
                                      <p:cBhvr>
                                        <p:cTn dur="1000"/>
                                        <p:tgtEl>
                                          <p:spTgt spid="1043">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3">
                                            <p:txEl>
                                              <p:pRg end="12" st="12"/>
                                            </p:txEl>
                                          </p:spTgt>
                                        </p:tgtEl>
                                        <p:attrNameLst>
                                          <p:attrName>style.visibility</p:attrName>
                                        </p:attrNameLst>
                                      </p:cBhvr>
                                      <p:to>
                                        <p:strVal val="visible"/>
                                      </p:to>
                                    </p:set>
                                    <p:animEffect filter="fade" transition="in">
                                      <p:cBhvr>
                                        <p:cTn dur="1000"/>
                                        <p:tgtEl>
                                          <p:spTgt spid="1043">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sp>
        <p:nvSpPr>
          <p:cNvPr id="1049" name="Google Shape;1049;p182"/>
          <p:cNvSpPr txBox="1"/>
          <p:nvPr>
            <p:ph type="title"/>
          </p:nvPr>
        </p:nvSpPr>
        <p:spPr>
          <a:xfrm>
            <a:off x="311700" y="445025"/>
            <a:ext cx="8832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pt-BR">
                <a:solidFill>
                  <a:srgbClr val="2E75B6"/>
                </a:solidFill>
              </a:rPr>
              <a:t>3 - Bons Clientes- C</a:t>
            </a:r>
            <a:endParaRPr>
              <a:solidFill>
                <a:srgbClr val="2E75B6"/>
              </a:solidFill>
            </a:endParaRPr>
          </a:p>
        </p:txBody>
      </p:sp>
      <p:pic>
        <p:nvPicPr>
          <p:cNvPr id="1050" name="Google Shape;1050;p182"/>
          <p:cNvPicPr preferRelativeResize="0"/>
          <p:nvPr/>
        </p:nvPicPr>
        <p:blipFill>
          <a:blip r:embed="rId3">
            <a:alphaModFix/>
          </a:blip>
          <a:stretch>
            <a:fillRect/>
          </a:stretch>
        </p:blipFill>
        <p:spPr>
          <a:xfrm>
            <a:off x="4339975" y="1587601"/>
            <a:ext cx="4567350" cy="2569125"/>
          </a:xfrm>
          <a:prstGeom prst="rect">
            <a:avLst/>
          </a:prstGeom>
          <a:noFill/>
          <a:ln>
            <a:noFill/>
          </a:ln>
        </p:spPr>
      </p:pic>
      <p:sp>
        <p:nvSpPr>
          <p:cNvPr id="1051" name="Google Shape;1051;p182"/>
          <p:cNvSpPr txBox="1"/>
          <p:nvPr/>
        </p:nvSpPr>
        <p:spPr>
          <a:xfrm>
            <a:off x="160725" y="1383025"/>
            <a:ext cx="4120800" cy="3461700"/>
          </a:xfrm>
          <a:prstGeom prst="rect">
            <a:avLst/>
          </a:prstGeom>
          <a:noFill/>
          <a:ln>
            <a:noFill/>
          </a:ln>
        </p:spPr>
        <p:txBody>
          <a:bodyPr anchorCtr="0" anchor="t" bIns="91425" lIns="91425" spcFirstLastPara="1" rIns="91425" wrap="square" tIns="91425">
            <a:noAutofit/>
          </a:bodyPr>
          <a:lstStyle/>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Funcionários: +25 </a:t>
            </a:r>
            <a:endParaRPr>
              <a:solidFill>
                <a:srgbClr val="0C487B"/>
              </a:solidFill>
              <a:latin typeface="Open Sans"/>
              <a:ea typeface="Open Sans"/>
              <a:cs typeface="Open Sans"/>
              <a:sym typeface="Open Sans"/>
            </a:endParaRPr>
          </a:p>
          <a:p>
            <a:pPr indent="0" lvl="0" marL="457200" rtl="0" algn="just">
              <a:spcBef>
                <a:spcPts val="0"/>
              </a:spcBef>
              <a:spcAft>
                <a:spcPts val="0"/>
              </a:spcAft>
              <a:buClr>
                <a:schemeClr val="dk1"/>
              </a:buClr>
              <a:buSzPts val="1100"/>
              <a:buFont typeface="Arial"/>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Fee mensal médio: +R$ 1.000</a:t>
            </a:r>
            <a:endParaRPr>
              <a:solidFill>
                <a:srgbClr val="0C487B"/>
              </a:solidFill>
              <a:latin typeface="Open Sans"/>
              <a:ea typeface="Open Sans"/>
              <a:cs typeface="Open Sans"/>
              <a:sym typeface="Open Sans"/>
            </a:endParaRPr>
          </a:p>
          <a:p>
            <a:pPr indent="0" lvl="0" marL="0" rtl="0" algn="just">
              <a:spcBef>
                <a:spcPts val="0"/>
              </a:spcBef>
              <a:spcAft>
                <a:spcPts val="0"/>
              </a:spcAft>
              <a:buClr>
                <a:schemeClr val="dk1"/>
              </a:buClr>
              <a:buSzPts val="1100"/>
              <a:buFont typeface="Arial"/>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Operadores conosco: +25</a:t>
            </a:r>
            <a:endParaRPr>
              <a:solidFill>
                <a:srgbClr val="0C487B"/>
              </a:solidFill>
              <a:latin typeface="Open Sans"/>
              <a:ea typeface="Open Sans"/>
              <a:cs typeface="Open Sans"/>
              <a:sym typeface="Open Sans"/>
            </a:endParaRPr>
          </a:p>
          <a:p>
            <a:pPr indent="0" lvl="0" marL="0" rtl="0" algn="just">
              <a:spcBef>
                <a:spcPts val="0"/>
              </a:spcBef>
              <a:spcAft>
                <a:spcPts val="0"/>
              </a:spcAft>
              <a:buClr>
                <a:schemeClr val="dk1"/>
              </a:buClr>
              <a:buSzPts val="1100"/>
              <a:buFont typeface="Arial"/>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Gestor de Atendimento: Possui</a:t>
            </a:r>
            <a:endParaRPr>
              <a:solidFill>
                <a:srgbClr val="0C487B"/>
              </a:solidFill>
              <a:latin typeface="Open Sans"/>
              <a:ea typeface="Open Sans"/>
              <a:cs typeface="Open Sans"/>
              <a:sym typeface="Open Sans"/>
            </a:endParaRPr>
          </a:p>
          <a:p>
            <a:pPr indent="0" lvl="0" marL="0" rtl="0" algn="just">
              <a:spcBef>
                <a:spcPts val="0"/>
              </a:spcBef>
              <a:spcAft>
                <a:spcPts val="0"/>
              </a:spcAft>
              <a:buClr>
                <a:schemeClr val="dk1"/>
              </a:buClr>
              <a:buSzPts val="1100"/>
              <a:buFont typeface="Arial"/>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Tem ou já teve solução: Não</a:t>
            </a:r>
            <a:endParaRPr>
              <a:solidFill>
                <a:srgbClr val="0C487B"/>
              </a:solidFill>
              <a:latin typeface="Open Sans"/>
              <a:ea typeface="Open Sans"/>
              <a:cs typeface="Open Sans"/>
              <a:sym typeface="Open Sans"/>
            </a:endParaRPr>
          </a:p>
          <a:p>
            <a:pPr indent="0" lvl="0" marL="0" rtl="0" algn="just">
              <a:spcBef>
                <a:spcPts val="0"/>
              </a:spcBef>
              <a:spcAft>
                <a:spcPts val="0"/>
              </a:spcAft>
              <a:buClr>
                <a:schemeClr val="dk1"/>
              </a:buClr>
              <a:buSzPts val="1100"/>
              <a:buFont typeface="Arial"/>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Tem certa urgência para resolver: Sim</a:t>
            </a:r>
            <a:endParaRPr>
              <a:solidFill>
                <a:srgbClr val="0C487B"/>
              </a:solidFill>
              <a:latin typeface="Open Sans"/>
              <a:ea typeface="Open Sans"/>
              <a:cs typeface="Open Sans"/>
              <a:sym typeface="Open Sans"/>
            </a:endParaRPr>
          </a:p>
          <a:p>
            <a:pPr indent="0" lvl="0" marL="457200" rtl="0" algn="just">
              <a:spcBef>
                <a:spcPts val="0"/>
              </a:spcBef>
              <a:spcAft>
                <a:spcPts val="0"/>
              </a:spcAft>
              <a:buClr>
                <a:schemeClr val="dk1"/>
              </a:buClr>
              <a:buSzPts val="1100"/>
              <a:buFont typeface="Arial"/>
              <a:buNone/>
            </a:pPr>
            <a:r>
              <a:t/>
            </a:r>
            <a:endParaRPr>
              <a:solidFill>
                <a:srgbClr val="0C487B"/>
              </a:solidFill>
              <a:latin typeface="Open Sans"/>
              <a:ea typeface="Open Sans"/>
              <a:cs typeface="Open Sans"/>
              <a:sym typeface="Open Sans"/>
            </a:endParaRPr>
          </a:p>
          <a:p>
            <a:pPr indent="0" lvl="0" marL="457200" rtl="0" algn="just">
              <a:spcBef>
                <a:spcPts val="0"/>
              </a:spcBef>
              <a:spcAft>
                <a:spcPts val="0"/>
              </a:spcAft>
              <a:buClr>
                <a:schemeClr val="dk1"/>
              </a:buClr>
              <a:buSzPts val="1100"/>
              <a:buFont typeface="Arial"/>
              <a:buNone/>
            </a:pPr>
            <a:r>
              <a:rPr lang="pt-BR">
                <a:solidFill>
                  <a:srgbClr val="0C487B"/>
                </a:solidFill>
                <a:latin typeface="Open Sans"/>
                <a:ea typeface="Open Sans"/>
                <a:cs typeface="Open Sans"/>
                <a:sym typeface="Open Sans"/>
              </a:rPr>
              <a:t>    </a:t>
            </a:r>
            <a:endParaRPr>
              <a:solidFill>
                <a:srgbClr val="0C487B"/>
              </a:solidFill>
              <a:latin typeface="Open Sans"/>
              <a:ea typeface="Open Sans"/>
              <a:cs typeface="Open Sans"/>
              <a:sym typeface="Open Sans"/>
            </a:endParaRPr>
          </a:p>
          <a:p>
            <a:pPr indent="0" lvl="0" marL="457200" rtl="0" algn="just">
              <a:spcBef>
                <a:spcPts val="0"/>
              </a:spcBef>
              <a:spcAft>
                <a:spcPts val="0"/>
              </a:spcAft>
              <a:buNone/>
            </a:pPr>
            <a:r>
              <a:t/>
            </a:r>
            <a:endParaRPr>
              <a:solidFill>
                <a:srgbClr val="0C487B"/>
              </a:solidFill>
              <a:latin typeface="Open Sans"/>
              <a:ea typeface="Open Sans"/>
              <a:cs typeface="Open Sans"/>
              <a:sym typeface="Open Sans"/>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p183"/>
          <p:cNvSpPr txBox="1"/>
          <p:nvPr>
            <p:ph type="title"/>
          </p:nvPr>
        </p:nvSpPr>
        <p:spPr>
          <a:xfrm>
            <a:off x="311700" y="445025"/>
            <a:ext cx="8832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pt-BR">
                <a:solidFill>
                  <a:srgbClr val="2E75B6"/>
                </a:solidFill>
              </a:rPr>
              <a:t>4 - Cuidado - D</a:t>
            </a:r>
            <a:endParaRPr>
              <a:solidFill>
                <a:srgbClr val="2E75B6"/>
              </a:solidFill>
            </a:endParaRPr>
          </a:p>
        </p:txBody>
      </p:sp>
      <p:pic>
        <p:nvPicPr>
          <p:cNvPr id="1057" name="Google Shape;1057;p183"/>
          <p:cNvPicPr preferRelativeResize="0"/>
          <p:nvPr/>
        </p:nvPicPr>
        <p:blipFill>
          <a:blip r:embed="rId3">
            <a:alphaModFix/>
          </a:blip>
          <a:stretch>
            <a:fillRect/>
          </a:stretch>
        </p:blipFill>
        <p:spPr>
          <a:xfrm>
            <a:off x="4281525" y="1383025"/>
            <a:ext cx="4557674" cy="2563692"/>
          </a:xfrm>
          <a:prstGeom prst="rect">
            <a:avLst/>
          </a:prstGeom>
          <a:noFill/>
          <a:ln>
            <a:noFill/>
          </a:ln>
        </p:spPr>
      </p:pic>
      <p:sp>
        <p:nvSpPr>
          <p:cNvPr id="1058" name="Google Shape;1058;p183"/>
          <p:cNvSpPr txBox="1"/>
          <p:nvPr/>
        </p:nvSpPr>
        <p:spPr>
          <a:xfrm>
            <a:off x="160725" y="1383025"/>
            <a:ext cx="4120800" cy="3461700"/>
          </a:xfrm>
          <a:prstGeom prst="rect">
            <a:avLst/>
          </a:prstGeom>
          <a:noFill/>
          <a:ln>
            <a:noFill/>
          </a:ln>
        </p:spPr>
        <p:txBody>
          <a:bodyPr anchorCtr="0" anchor="t" bIns="91425" lIns="91425" spcFirstLastPara="1" rIns="91425" wrap="square" tIns="91425">
            <a:noAutofit/>
          </a:bodyPr>
          <a:lstStyle/>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Funcionários: +10 </a:t>
            </a:r>
            <a:endParaRPr>
              <a:solidFill>
                <a:srgbClr val="0C487B"/>
              </a:solidFill>
              <a:latin typeface="Open Sans"/>
              <a:ea typeface="Open Sans"/>
              <a:cs typeface="Open Sans"/>
              <a:sym typeface="Open Sans"/>
            </a:endParaRPr>
          </a:p>
          <a:p>
            <a:pPr indent="0" lvl="0" marL="457200" rtl="0" algn="just">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Fee mensal médio: de R$600,00</a:t>
            </a:r>
            <a:endParaRPr>
              <a:solidFill>
                <a:srgbClr val="0C487B"/>
              </a:solidFill>
              <a:latin typeface="Open Sans"/>
              <a:ea typeface="Open Sans"/>
              <a:cs typeface="Open Sans"/>
              <a:sym typeface="Open Sans"/>
            </a:endParaRPr>
          </a:p>
          <a:p>
            <a:pPr indent="0" lvl="0" marL="0" rtl="0" algn="just">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Operadores conosco: 10</a:t>
            </a:r>
            <a:endParaRPr>
              <a:solidFill>
                <a:srgbClr val="0C487B"/>
              </a:solidFill>
              <a:latin typeface="Open Sans"/>
              <a:ea typeface="Open Sans"/>
              <a:cs typeface="Open Sans"/>
              <a:sym typeface="Open Sans"/>
            </a:endParaRPr>
          </a:p>
          <a:p>
            <a:pPr indent="0" lvl="0" marL="0" rtl="0" algn="just">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Gestor de Atendimento: Não</a:t>
            </a:r>
            <a:endParaRPr>
              <a:solidFill>
                <a:srgbClr val="0C487B"/>
              </a:solidFill>
              <a:latin typeface="Open Sans"/>
              <a:ea typeface="Open Sans"/>
              <a:cs typeface="Open Sans"/>
              <a:sym typeface="Open Sans"/>
            </a:endParaRPr>
          </a:p>
          <a:p>
            <a:pPr indent="0" lvl="0" marL="0" rtl="0" algn="just">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Tem ou já teve solução: Não</a:t>
            </a:r>
            <a:endParaRPr>
              <a:solidFill>
                <a:srgbClr val="0C487B"/>
              </a:solidFill>
              <a:latin typeface="Open Sans"/>
              <a:ea typeface="Open Sans"/>
              <a:cs typeface="Open Sans"/>
              <a:sym typeface="Open Sans"/>
            </a:endParaRPr>
          </a:p>
          <a:p>
            <a:pPr indent="0" lvl="0" marL="0" rtl="0" algn="just">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Tem certa urgência para resolver: Não</a:t>
            </a:r>
            <a:endParaRPr>
              <a:solidFill>
                <a:srgbClr val="0C487B"/>
              </a:solidFill>
              <a:latin typeface="Open Sans"/>
              <a:ea typeface="Open Sans"/>
              <a:cs typeface="Open Sans"/>
              <a:sym typeface="Open Sans"/>
            </a:endParaRPr>
          </a:p>
          <a:p>
            <a:pPr indent="0" lvl="0" marL="457200" rtl="0" algn="just">
              <a:spcBef>
                <a:spcPts val="0"/>
              </a:spcBef>
              <a:spcAft>
                <a:spcPts val="0"/>
              </a:spcAft>
              <a:buNone/>
            </a:pPr>
            <a:r>
              <a:t/>
            </a:r>
            <a:endParaRPr>
              <a:solidFill>
                <a:srgbClr val="0C487B"/>
              </a:solidFill>
              <a:latin typeface="Open Sans"/>
              <a:ea typeface="Open Sans"/>
              <a:cs typeface="Open Sans"/>
              <a:sym typeface="Open Sans"/>
            </a:endParaRPr>
          </a:p>
          <a:p>
            <a:pPr indent="0" lvl="0" marL="0" rtl="0" algn="just">
              <a:spcBef>
                <a:spcPts val="0"/>
              </a:spcBef>
              <a:spcAft>
                <a:spcPts val="0"/>
              </a:spcAft>
              <a:buNone/>
            </a:pPr>
            <a:r>
              <a:t/>
            </a:r>
            <a:endParaRPr>
              <a:solidFill>
                <a:srgbClr val="0C487B"/>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xEl>
                                              <p:pRg end="0" st="0"/>
                                            </p:txEl>
                                          </p:spTgt>
                                        </p:tgtEl>
                                        <p:attrNameLst>
                                          <p:attrName>style.visibility</p:attrName>
                                        </p:attrNameLst>
                                      </p:cBhvr>
                                      <p:to>
                                        <p:strVal val="visible"/>
                                      </p:to>
                                    </p:set>
                                    <p:animEffect filter="fade" transition="in">
                                      <p:cBhvr>
                                        <p:cTn dur="1000"/>
                                        <p:tgtEl>
                                          <p:spTgt spid="10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xEl>
                                              <p:pRg end="1" st="1"/>
                                            </p:txEl>
                                          </p:spTgt>
                                        </p:tgtEl>
                                        <p:attrNameLst>
                                          <p:attrName>style.visibility</p:attrName>
                                        </p:attrNameLst>
                                      </p:cBhvr>
                                      <p:to>
                                        <p:strVal val="visible"/>
                                      </p:to>
                                    </p:set>
                                    <p:animEffect filter="fade" transition="in">
                                      <p:cBhvr>
                                        <p:cTn dur="1000"/>
                                        <p:tgtEl>
                                          <p:spTgt spid="10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xEl>
                                              <p:pRg end="2" st="2"/>
                                            </p:txEl>
                                          </p:spTgt>
                                        </p:tgtEl>
                                        <p:attrNameLst>
                                          <p:attrName>style.visibility</p:attrName>
                                        </p:attrNameLst>
                                      </p:cBhvr>
                                      <p:to>
                                        <p:strVal val="visible"/>
                                      </p:to>
                                    </p:set>
                                    <p:animEffect filter="fade" transition="in">
                                      <p:cBhvr>
                                        <p:cTn dur="1000"/>
                                        <p:tgtEl>
                                          <p:spTgt spid="10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xEl>
                                              <p:pRg end="3" st="3"/>
                                            </p:txEl>
                                          </p:spTgt>
                                        </p:tgtEl>
                                        <p:attrNameLst>
                                          <p:attrName>style.visibility</p:attrName>
                                        </p:attrNameLst>
                                      </p:cBhvr>
                                      <p:to>
                                        <p:strVal val="visible"/>
                                      </p:to>
                                    </p:set>
                                    <p:animEffect filter="fade" transition="in">
                                      <p:cBhvr>
                                        <p:cTn dur="1000"/>
                                        <p:tgtEl>
                                          <p:spTgt spid="105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xEl>
                                              <p:pRg end="4" st="4"/>
                                            </p:txEl>
                                          </p:spTgt>
                                        </p:tgtEl>
                                        <p:attrNameLst>
                                          <p:attrName>style.visibility</p:attrName>
                                        </p:attrNameLst>
                                      </p:cBhvr>
                                      <p:to>
                                        <p:strVal val="visible"/>
                                      </p:to>
                                    </p:set>
                                    <p:animEffect filter="fade" transition="in">
                                      <p:cBhvr>
                                        <p:cTn dur="1000"/>
                                        <p:tgtEl>
                                          <p:spTgt spid="105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xEl>
                                              <p:pRg end="5" st="5"/>
                                            </p:txEl>
                                          </p:spTgt>
                                        </p:tgtEl>
                                        <p:attrNameLst>
                                          <p:attrName>style.visibility</p:attrName>
                                        </p:attrNameLst>
                                      </p:cBhvr>
                                      <p:to>
                                        <p:strVal val="visible"/>
                                      </p:to>
                                    </p:set>
                                    <p:animEffect filter="fade" transition="in">
                                      <p:cBhvr>
                                        <p:cTn dur="1000"/>
                                        <p:tgtEl>
                                          <p:spTgt spid="105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xEl>
                                              <p:pRg end="6" st="6"/>
                                            </p:txEl>
                                          </p:spTgt>
                                        </p:tgtEl>
                                        <p:attrNameLst>
                                          <p:attrName>style.visibility</p:attrName>
                                        </p:attrNameLst>
                                      </p:cBhvr>
                                      <p:to>
                                        <p:strVal val="visible"/>
                                      </p:to>
                                    </p:set>
                                    <p:animEffect filter="fade" transition="in">
                                      <p:cBhvr>
                                        <p:cTn dur="1000"/>
                                        <p:tgtEl>
                                          <p:spTgt spid="105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xEl>
                                              <p:pRg end="7" st="7"/>
                                            </p:txEl>
                                          </p:spTgt>
                                        </p:tgtEl>
                                        <p:attrNameLst>
                                          <p:attrName>style.visibility</p:attrName>
                                        </p:attrNameLst>
                                      </p:cBhvr>
                                      <p:to>
                                        <p:strVal val="visible"/>
                                      </p:to>
                                    </p:set>
                                    <p:animEffect filter="fade" transition="in">
                                      <p:cBhvr>
                                        <p:cTn dur="1000"/>
                                        <p:tgtEl>
                                          <p:spTgt spid="105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xEl>
                                              <p:pRg end="8" st="8"/>
                                            </p:txEl>
                                          </p:spTgt>
                                        </p:tgtEl>
                                        <p:attrNameLst>
                                          <p:attrName>style.visibility</p:attrName>
                                        </p:attrNameLst>
                                      </p:cBhvr>
                                      <p:to>
                                        <p:strVal val="visible"/>
                                      </p:to>
                                    </p:set>
                                    <p:animEffect filter="fade" transition="in">
                                      <p:cBhvr>
                                        <p:cTn dur="1000"/>
                                        <p:tgtEl>
                                          <p:spTgt spid="105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xEl>
                                              <p:pRg end="9" st="9"/>
                                            </p:txEl>
                                          </p:spTgt>
                                        </p:tgtEl>
                                        <p:attrNameLst>
                                          <p:attrName>style.visibility</p:attrName>
                                        </p:attrNameLst>
                                      </p:cBhvr>
                                      <p:to>
                                        <p:strVal val="visible"/>
                                      </p:to>
                                    </p:set>
                                    <p:animEffect filter="fade" transition="in">
                                      <p:cBhvr>
                                        <p:cTn dur="1000"/>
                                        <p:tgtEl>
                                          <p:spTgt spid="105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xEl>
                                              <p:pRg end="10" st="10"/>
                                            </p:txEl>
                                          </p:spTgt>
                                        </p:tgtEl>
                                        <p:attrNameLst>
                                          <p:attrName>style.visibility</p:attrName>
                                        </p:attrNameLst>
                                      </p:cBhvr>
                                      <p:to>
                                        <p:strVal val="visible"/>
                                      </p:to>
                                    </p:set>
                                    <p:animEffect filter="fade" transition="in">
                                      <p:cBhvr>
                                        <p:cTn dur="1000"/>
                                        <p:tgtEl>
                                          <p:spTgt spid="105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xEl>
                                              <p:pRg end="11" st="11"/>
                                            </p:txEl>
                                          </p:spTgt>
                                        </p:tgtEl>
                                        <p:attrNameLst>
                                          <p:attrName>style.visibility</p:attrName>
                                        </p:attrNameLst>
                                      </p:cBhvr>
                                      <p:to>
                                        <p:strVal val="visible"/>
                                      </p:to>
                                    </p:set>
                                    <p:animEffect filter="fade" transition="in">
                                      <p:cBhvr>
                                        <p:cTn dur="1000"/>
                                        <p:tgtEl>
                                          <p:spTgt spid="1058">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xEl>
                                              <p:pRg end="12" st="12"/>
                                            </p:txEl>
                                          </p:spTgt>
                                        </p:tgtEl>
                                        <p:attrNameLst>
                                          <p:attrName>style.visibility</p:attrName>
                                        </p:attrNameLst>
                                      </p:cBhvr>
                                      <p:to>
                                        <p:strVal val="visible"/>
                                      </p:to>
                                    </p:set>
                                    <p:animEffect filter="fade" transition="in">
                                      <p:cBhvr>
                                        <p:cTn dur="1000"/>
                                        <p:tgtEl>
                                          <p:spTgt spid="1058">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p184"/>
          <p:cNvSpPr txBox="1"/>
          <p:nvPr>
            <p:ph type="title"/>
          </p:nvPr>
        </p:nvSpPr>
        <p:spPr>
          <a:xfrm>
            <a:off x="311700" y="445025"/>
            <a:ext cx="8832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pt-BR">
                <a:solidFill>
                  <a:srgbClr val="2E75B6"/>
                </a:solidFill>
              </a:rPr>
              <a:t>4 - Cliente Sardinha- E / </a:t>
            </a:r>
            <a:r>
              <a:rPr lang="pt-BR" sz="1500">
                <a:solidFill>
                  <a:srgbClr val="2E75B6"/>
                </a:solidFill>
              </a:rPr>
              <a:t>Precisa muitos desses para preencher 1</a:t>
            </a:r>
            <a:endParaRPr sz="1500">
              <a:solidFill>
                <a:srgbClr val="2E75B6"/>
              </a:solidFill>
            </a:endParaRPr>
          </a:p>
        </p:txBody>
      </p:sp>
      <p:sp>
        <p:nvSpPr>
          <p:cNvPr id="1064" name="Google Shape;1064;p184"/>
          <p:cNvSpPr txBox="1"/>
          <p:nvPr/>
        </p:nvSpPr>
        <p:spPr>
          <a:xfrm>
            <a:off x="160725" y="1383025"/>
            <a:ext cx="4120800" cy="3461700"/>
          </a:xfrm>
          <a:prstGeom prst="rect">
            <a:avLst/>
          </a:prstGeom>
          <a:noFill/>
          <a:ln>
            <a:noFill/>
          </a:ln>
        </p:spPr>
        <p:txBody>
          <a:bodyPr anchorCtr="0" anchor="t" bIns="91425" lIns="91425" spcFirstLastPara="1" rIns="91425" wrap="square" tIns="91425">
            <a:noAutofit/>
          </a:bodyPr>
          <a:lstStyle/>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Funcionários: 3 a 5 </a:t>
            </a:r>
            <a:endParaRPr>
              <a:solidFill>
                <a:srgbClr val="0C487B"/>
              </a:solidFill>
              <a:latin typeface="Open Sans"/>
              <a:ea typeface="Open Sans"/>
              <a:cs typeface="Open Sans"/>
              <a:sym typeface="Open Sans"/>
            </a:endParaRPr>
          </a:p>
          <a:p>
            <a:pPr indent="0" lvl="0" marL="457200" rtl="0" algn="just">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Fee mensal médio: de R$179,00</a:t>
            </a:r>
            <a:endParaRPr>
              <a:solidFill>
                <a:srgbClr val="0C487B"/>
              </a:solidFill>
              <a:latin typeface="Open Sans"/>
              <a:ea typeface="Open Sans"/>
              <a:cs typeface="Open Sans"/>
              <a:sym typeface="Open Sans"/>
            </a:endParaRPr>
          </a:p>
          <a:p>
            <a:pPr indent="0" lvl="0" marL="0" rtl="0" algn="just">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Operadores conosco: 3</a:t>
            </a:r>
            <a:endParaRPr>
              <a:solidFill>
                <a:srgbClr val="0C487B"/>
              </a:solidFill>
              <a:latin typeface="Open Sans"/>
              <a:ea typeface="Open Sans"/>
              <a:cs typeface="Open Sans"/>
              <a:sym typeface="Open Sans"/>
            </a:endParaRPr>
          </a:p>
          <a:p>
            <a:pPr indent="0" lvl="0" marL="0" rtl="0" algn="just">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Gestor de Atendimento: Não</a:t>
            </a:r>
            <a:endParaRPr>
              <a:solidFill>
                <a:srgbClr val="0C487B"/>
              </a:solidFill>
              <a:latin typeface="Open Sans"/>
              <a:ea typeface="Open Sans"/>
              <a:cs typeface="Open Sans"/>
              <a:sym typeface="Open Sans"/>
            </a:endParaRPr>
          </a:p>
          <a:p>
            <a:pPr indent="0" lvl="0" marL="0" rtl="0" algn="just">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Tem ou já teve solução: Não</a:t>
            </a:r>
            <a:endParaRPr>
              <a:solidFill>
                <a:srgbClr val="0C487B"/>
              </a:solidFill>
              <a:latin typeface="Open Sans"/>
              <a:ea typeface="Open Sans"/>
              <a:cs typeface="Open Sans"/>
              <a:sym typeface="Open Sans"/>
            </a:endParaRPr>
          </a:p>
          <a:p>
            <a:pPr indent="0" lvl="0" marL="0" rtl="0" algn="just">
              <a:spcBef>
                <a:spcPts val="0"/>
              </a:spcBef>
              <a:spcAft>
                <a:spcPts val="0"/>
              </a:spcAft>
              <a:buNone/>
            </a:pPr>
            <a:r>
              <a:t/>
            </a:r>
            <a:endParaRPr>
              <a:solidFill>
                <a:srgbClr val="0C487B"/>
              </a:solidFill>
              <a:latin typeface="Open Sans"/>
              <a:ea typeface="Open Sans"/>
              <a:cs typeface="Open Sans"/>
              <a:sym typeface="Open Sans"/>
            </a:endParaRPr>
          </a:p>
          <a:p>
            <a:pPr indent="-317500" lvl="0" marL="457200" rtl="0" algn="just">
              <a:spcBef>
                <a:spcPts val="0"/>
              </a:spcBef>
              <a:spcAft>
                <a:spcPts val="0"/>
              </a:spcAft>
              <a:buClr>
                <a:srgbClr val="0C487B"/>
              </a:buClr>
              <a:buSzPts val="1400"/>
              <a:buFont typeface="Open Sans"/>
              <a:buChar char="●"/>
            </a:pPr>
            <a:r>
              <a:rPr lang="pt-BR">
                <a:solidFill>
                  <a:srgbClr val="0C487B"/>
                </a:solidFill>
                <a:latin typeface="Open Sans"/>
                <a:ea typeface="Open Sans"/>
                <a:cs typeface="Open Sans"/>
                <a:sym typeface="Open Sans"/>
              </a:rPr>
              <a:t>Tem certa urgência para resolver: Não</a:t>
            </a:r>
            <a:endParaRPr>
              <a:solidFill>
                <a:srgbClr val="0C487B"/>
              </a:solidFill>
              <a:latin typeface="Open Sans"/>
              <a:ea typeface="Open Sans"/>
              <a:cs typeface="Open Sans"/>
              <a:sym typeface="Open Sans"/>
            </a:endParaRPr>
          </a:p>
          <a:p>
            <a:pPr indent="0" lvl="0" marL="457200" rtl="0" algn="just">
              <a:spcBef>
                <a:spcPts val="0"/>
              </a:spcBef>
              <a:spcAft>
                <a:spcPts val="0"/>
              </a:spcAft>
              <a:buNone/>
            </a:pPr>
            <a:r>
              <a:t/>
            </a:r>
            <a:endParaRPr>
              <a:solidFill>
                <a:srgbClr val="0C487B"/>
              </a:solidFill>
              <a:latin typeface="Open Sans"/>
              <a:ea typeface="Open Sans"/>
              <a:cs typeface="Open Sans"/>
              <a:sym typeface="Open Sans"/>
            </a:endParaRPr>
          </a:p>
          <a:p>
            <a:pPr indent="0" lvl="0" marL="0" rtl="0" algn="just">
              <a:spcBef>
                <a:spcPts val="0"/>
              </a:spcBef>
              <a:spcAft>
                <a:spcPts val="0"/>
              </a:spcAft>
              <a:buNone/>
            </a:pPr>
            <a:r>
              <a:t/>
            </a:r>
            <a:endParaRPr>
              <a:solidFill>
                <a:srgbClr val="0C487B"/>
              </a:solidFill>
              <a:latin typeface="Open Sans"/>
              <a:ea typeface="Open Sans"/>
              <a:cs typeface="Open Sans"/>
              <a:sym typeface="Open Sans"/>
            </a:endParaRPr>
          </a:p>
        </p:txBody>
      </p:sp>
      <p:pic>
        <p:nvPicPr>
          <p:cNvPr id="1065" name="Google Shape;1065;p184"/>
          <p:cNvPicPr preferRelativeResize="0"/>
          <p:nvPr/>
        </p:nvPicPr>
        <p:blipFill>
          <a:blip r:embed="rId3">
            <a:alphaModFix/>
          </a:blip>
          <a:stretch>
            <a:fillRect/>
          </a:stretch>
        </p:blipFill>
        <p:spPr>
          <a:xfrm>
            <a:off x="4251925" y="1170125"/>
            <a:ext cx="4557676" cy="252951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4">
                                            <p:txEl>
                                              <p:pRg end="0" st="0"/>
                                            </p:txEl>
                                          </p:spTgt>
                                        </p:tgtEl>
                                        <p:attrNameLst>
                                          <p:attrName>style.visibility</p:attrName>
                                        </p:attrNameLst>
                                      </p:cBhvr>
                                      <p:to>
                                        <p:strVal val="visible"/>
                                      </p:to>
                                    </p:set>
                                    <p:animEffect filter="fade" transition="in">
                                      <p:cBhvr>
                                        <p:cTn dur="1000"/>
                                        <p:tgtEl>
                                          <p:spTgt spid="10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4">
                                            <p:txEl>
                                              <p:pRg end="1" st="1"/>
                                            </p:txEl>
                                          </p:spTgt>
                                        </p:tgtEl>
                                        <p:attrNameLst>
                                          <p:attrName>style.visibility</p:attrName>
                                        </p:attrNameLst>
                                      </p:cBhvr>
                                      <p:to>
                                        <p:strVal val="visible"/>
                                      </p:to>
                                    </p:set>
                                    <p:animEffect filter="fade" transition="in">
                                      <p:cBhvr>
                                        <p:cTn dur="1000"/>
                                        <p:tgtEl>
                                          <p:spTgt spid="10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4">
                                            <p:txEl>
                                              <p:pRg end="2" st="2"/>
                                            </p:txEl>
                                          </p:spTgt>
                                        </p:tgtEl>
                                        <p:attrNameLst>
                                          <p:attrName>style.visibility</p:attrName>
                                        </p:attrNameLst>
                                      </p:cBhvr>
                                      <p:to>
                                        <p:strVal val="visible"/>
                                      </p:to>
                                    </p:set>
                                    <p:animEffect filter="fade" transition="in">
                                      <p:cBhvr>
                                        <p:cTn dur="1000"/>
                                        <p:tgtEl>
                                          <p:spTgt spid="10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4">
                                            <p:txEl>
                                              <p:pRg end="3" st="3"/>
                                            </p:txEl>
                                          </p:spTgt>
                                        </p:tgtEl>
                                        <p:attrNameLst>
                                          <p:attrName>style.visibility</p:attrName>
                                        </p:attrNameLst>
                                      </p:cBhvr>
                                      <p:to>
                                        <p:strVal val="visible"/>
                                      </p:to>
                                    </p:set>
                                    <p:animEffect filter="fade" transition="in">
                                      <p:cBhvr>
                                        <p:cTn dur="1000"/>
                                        <p:tgtEl>
                                          <p:spTgt spid="106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4">
                                            <p:txEl>
                                              <p:pRg end="4" st="4"/>
                                            </p:txEl>
                                          </p:spTgt>
                                        </p:tgtEl>
                                        <p:attrNameLst>
                                          <p:attrName>style.visibility</p:attrName>
                                        </p:attrNameLst>
                                      </p:cBhvr>
                                      <p:to>
                                        <p:strVal val="visible"/>
                                      </p:to>
                                    </p:set>
                                    <p:animEffect filter="fade" transition="in">
                                      <p:cBhvr>
                                        <p:cTn dur="1000"/>
                                        <p:tgtEl>
                                          <p:spTgt spid="106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4">
                                            <p:txEl>
                                              <p:pRg end="5" st="5"/>
                                            </p:txEl>
                                          </p:spTgt>
                                        </p:tgtEl>
                                        <p:attrNameLst>
                                          <p:attrName>style.visibility</p:attrName>
                                        </p:attrNameLst>
                                      </p:cBhvr>
                                      <p:to>
                                        <p:strVal val="visible"/>
                                      </p:to>
                                    </p:set>
                                    <p:animEffect filter="fade" transition="in">
                                      <p:cBhvr>
                                        <p:cTn dur="1000"/>
                                        <p:tgtEl>
                                          <p:spTgt spid="106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4">
                                            <p:txEl>
                                              <p:pRg end="6" st="6"/>
                                            </p:txEl>
                                          </p:spTgt>
                                        </p:tgtEl>
                                        <p:attrNameLst>
                                          <p:attrName>style.visibility</p:attrName>
                                        </p:attrNameLst>
                                      </p:cBhvr>
                                      <p:to>
                                        <p:strVal val="visible"/>
                                      </p:to>
                                    </p:set>
                                    <p:animEffect filter="fade" transition="in">
                                      <p:cBhvr>
                                        <p:cTn dur="1000"/>
                                        <p:tgtEl>
                                          <p:spTgt spid="106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4">
                                            <p:txEl>
                                              <p:pRg end="7" st="7"/>
                                            </p:txEl>
                                          </p:spTgt>
                                        </p:tgtEl>
                                        <p:attrNameLst>
                                          <p:attrName>style.visibility</p:attrName>
                                        </p:attrNameLst>
                                      </p:cBhvr>
                                      <p:to>
                                        <p:strVal val="visible"/>
                                      </p:to>
                                    </p:set>
                                    <p:animEffect filter="fade" transition="in">
                                      <p:cBhvr>
                                        <p:cTn dur="1000"/>
                                        <p:tgtEl>
                                          <p:spTgt spid="106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4">
                                            <p:txEl>
                                              <p:pRg end="8" st="8"/>
                                            </p:txEl>
                                          </p:spTgt>
                                        </p:tgtEl>
                                        <p:attrNameLst>
                                          <p:attrName>style.visibility</p:attrName>
                                        </p:attrNameLst>
                                      </p:cBhvr>
                                      <p:to>
                                        <p:strVal val="visible"/>
                                      </p:to>
                                    </p:set>
                                    <p:animEffect filter="fade" transition="in">
                                      <p:cBhvr>
                                        <p:cTn dur="1000"/>
                                        <p:tgtEl>
                                          <p:spTgt spid="106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4">
                                            <p:txEl>
                                              <p:pRg end="9" st="9"/>
                                            </p:txEl>
                                          </p:spTgt>
                                        </p:tgtEl>
                                        <p:attrNameLst>
                                          <p:attrName>style.visibility</p:attrName>
                                        </p:attrNameLst>
                                      </p:cBhvr>
                                      <p:to>
                                        <p:strVal val="visible"/>
                                      </p:to>
                                    </p:set>
                                    <p:animEffect filter="fade" transition="in">
                                      <p:cBhvr>
                                        <p:cTn dur="1000"/>
                                        <p:tgtEl>
                                          <p:spTgt spid="106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4">
                                            <p:txEl>
                                              <p:pRg end="10" st="10"/>
                                            </p:txEl>
                                          </p:spTgt>
                                        </p:tgtEl>
                                        <p:attrNameLst>
                                          <p:attrName>style.visibility</p:attrName>
                                        </p:attrNameLst>
                                      </p:cBhvr>
                                      <p:to>
                                        <p:strVal val="visible"/>
                                      </p:to>
                                    </p:set>
                                    <p:animEffect filter="fade" transition="in">
                                      <p:cBhvr>
                                        <p:cTn dur="1000"/>
                                        <p:tgtEl>
                                          <p:spTgt spid="1064">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4">
                                            <p:txEl>
                                              <p:pRg end="11" st="11"/>
                                            </p:txEl>
                                          </p:spTgt>
                                        </p:tgtEl>
                                        <p:attrNameLst>
                                          <p:attrName>style.visibility</p:attrName>
                                        </p:attrNameLst>
                                      </p:cBhvr>
                                      <p:to>
                                        <p:strVal val="visible"/>
                                      </p:to>
                                    </p:set>
                                    <p:animEffect filter="fade" transition="in">
                                      <p:cBhvr>
                                        <p:cTn dur="1000"/>
                                        <p:tgtEl>
                                          <p:spTgt spid="1064">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4">
                                            <p:txEl>
                                              <p:pRg end="12" st="12"/>
                                            </p:txEl>
                                          </p:spTgt>
                                        </p:tgtEl>
                                        <p:attrNameLst>
                                          <p:attrName>style.visibility</p:attrName>
                                        </p:attrNameLst>
                                      </p:cBhvr>
                                      <p:to>
                                        <p:strVal val="visible"/>
                                      </p:to>
                                    </p:set>
                                    <p:animEffect filter="fade" transition="in">
                                      <p:cBhvr>
                                        <p:cTn dur="1000"/>
                                        <p:tgtEl>
                                          <p:spTgt spid="1064">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69" name="Shape 1069"/>
        <p:cNvGrpSpPr/>
        <p:nvPr/>
      </p:nvGrpSpPr>
      <p:grpSpPr>
        <a:xfrm>
          <a:off x="0" y="0"/>
          <a:ext cx="0" cy="0"/>
          <a:chOff x="0" y="0"/>
          <a:chExt cx="0" cy="0"/>
        </a:xfrm>
      </p:grpSpPr>
      <p:sp>
        <p:nvSpPr>
          <p:cNvPr id="1070" name="Google Shape;1070;p185"/>
          <p:cNvSpPr txBox="1"/>
          <p:nvPr>
            <p:ph type="title"/>
          </p:nvPr>
        </p:nvSpPr>
        <p:spPr>
          <a:xfrm>
            <a:off x="504475" y="1946700"/>
            <a:ext cx="8084700" cy="1319700"/>
          </a:xfrm>
          <a:prstGeom prst="rect">
            <a:avLst/>
          </a:prstGeom>
        </p:spPr>
        <p:txBody>
          <a:bodyPr anchorCtr="0" anchor="ctr" bIns="45700" lIns="91425" spcFirstLastPara="1" rIns="91425" wrap="square" tIns="45700">
            <a:noAutofit/>
          </a:bodyPr>
          <a:lstStyle/>
          <a:p>
            <a:pPr indent="0" lvl="0" marL="457200" rtl="0" algn="ctr">
              <a:lnSpc>
                <a:spcPct val="100000"/>
              </a:lnSpc>
              <a:spcBef>
                <a:spcPts val="0"/>
              </a:spcBef>
              <a:spcAft>
                <a:spcPts val="0"/>
              </a:spcAft>
              <a:buNone/>
            </a:pPr>
            <a:r>
              <a:rPr b="1" lang="pt-BR" sz="3000">
                <a:solidFill>
                  <a:schemeClr val="lt1"/>
                </a:solidFill>
                <a:latin typeface="Montserrat"/>
                <a:ea typeface="Montserrat"/>
                <a:cs typeface="Montserrat"/>
                <a:sym typeface="Montserrat"/>
              </a:rPr>
              <a:t>7</a:t>
            </a:r>
            <a:r>
              <a:rPr b="1" lang="pt-BR" sz="3000">
                <a:solidFill>
                  <a:schemeClr val="lt1"/>
                </a:solidFill>
                <a:latin typeface="Montserrat"/>
                <a:ea typeface="Montserrat"/>
                <a:cs typeface="Montserrat"/>
                <a:sym typeface="Montserrat"/>
              </a:rPr>
              <a:t>. Atendimento</a:t>
            </a:r>
            <a:endParaRPr b="1" sz="3000">
              <a:solidFill>
                <a:schemeClr val="lt1"/>
              </a:solidFill>
              <a:latin typeface="Montserrat"/>
              <a:ea typeface="Montserrat"/>
              <a:cs typeface="Montserrat"/>
              <a:sym typeface="Montserrat"/>
            </a:endParaRPr>
          </a:p>
        </p:txBody>
      </p:sp>
      <p:sp>
        <p:nvSpPr>
          <p:cNvPr id="1071" name="Google Shape;1071;p185"/>
          <p:cNvSpPr txBox="1"/>
          <p:nvPr>
            <p:ph type="title"/>
          </p:nvPr>
        </p:nvSpPr>
        <p:spPr>
          <a:xfrm>
            <a:off x="504475" y="2811959"/>
            <a:ext cx="8084700" cy="318000"/>
          </a:xfrm>
          <a:prstGeom prst="rect">
            <a:avLst/>
          </a:prstGeom>
        </p:spPr>
        <p:txBody>
          <a:bodyPr anchorCtr="0" anchor="ctr" bIns="45700" lIns="91425" spcFirstLastPara="1" rIns="91425" wrap="square" tIns="45700">
            <a:noAutofit/>
          </a:bodyPr>
          <a:lstStyle/>
          <a:p>
            <a:pPr indent="0" lvl="0" marL="457200" rtl="0" algn="ctr">
              <a:lnSpc>
                <a:spcPct val="100000"/>
              </a:lnSpc>
              <a:spcBef>
                <a:spcPts val="0"/>
              </a:spcBef>
              <a:spcAft>
                <a:spcPts val="0"/>
              </a:spcAft>
              <a:buNone/>
            </a:pPr>
            <a:r>
              <a:rPr b="1" lang="pt-BR" sz="1200">
                <a:solidFill>
                  <a:schemeClr val="lt1"/>
                </a:solidFill>
                <a:latin typeface="Montserrat"/>
                <a:ea typeface="Montserrat"/>
                <a:cs typeface="Montserrat"/>
                <a:sym typeface="Montserrat"/>
              </a:rPr>
              <a:t>Abordagem, discurso, tratativa com o cliente e resolução de problemas</a:t>
            </a:r>
            <a:endParaRPr sz="1300">
              <a:solidFill>
                <a:schemeClr val="lt1"/>
              </a:solidFill>
              <a:latin typeface="Montserrat ExtraBold"/>
              <a:ea typeface="Montserrat ExtraBold"/>
              <a:cs typeface="Montserrat ExtraBold"/>
              <a:sym typeface="Montserrat ExtraBo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sp>
        <p:nvSpPr>
          <p:cNvPr id="1076" name="Google Shape;1076;p186"/>
          <p:cNvSpPr txBox="1"/>
          <p:nvPr>
            <p:ph type="title"/>
          </p:nvPr>
        </p:nvSpPr>
        <p:spPr>
          <a:xfrm>
            <a:off x="384050" y="445025"/>
            <a:ext cx="8463600" cy="572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lang="pt-BR">
                <a:solidFill>
                  <a:srgbClr val="00B050"/>
                </a:solidFill>
                <a:latin typeface="Montserrat"/>
                <a:ea typeface="Montserrat"/>
                <a:cs typeface="Montserrat"/>
                <a:sym typeface="Montserrat"/>
              </a:rPr>
              <a:t>Entendendo o cliente que pede Suporte</a:t>
            </a:r>
            <a:endParaRPr>
              <a:solidFill>
                <a:srgbClr val="00B050"/>
              </a:solidFill>
              <a:latin typeface="Montserrat"/>
              <a:ea typeface="Montserrat"/>
              <a:cs typeface="Montserrat"/>
              <a:sym typeface="Montserrat"/>
            </a:endParaRPr>
          </a:p>
        </p:txBody>
      </p:sp>
      <p:sp>
        <p:nvSpPr>
          <p:cNvPr id="1077" name="Google Shape;1077;p186"/>
          <p:cNvSpPr txBox="1"/>
          <p:nvPr/>
        </p:nvSpPr>
        <p:spPr>
          <a:xfrm>
            <a:off x="399500" y="1747975"/>
            <a:ext cx="8432700" cy="4440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t/>
            </a:r>
            <a:endParaRPr sz="1800">
              <a:solidFill>
                <a:srgbClr val="0C487B"/>
              </a:solidFill>
              <a:latin typeface="Open Sans"/>
              <a:ea typeface="Open Sans"/>
              <a:cs typeface="Open Sans"/>
              <a:sym typeface="Open Sans"/>
            </a:endParaRPr>
          </a:p>
        </p:txBody>
      </p:sp>
      <p:sp>
        <p:nvSpPr>
          <p:cNvPr id="1078" name="Google Shape;1078;p186"/>
          <p:cNvSpPr txBox="1"/>
          <p:nvPr>
            <p:ph type="title"/>
          </p:nvPr>
        </p:nvSpPr>
        <p:spPr>
          <a:xfrm>
            <a:off x="384050" y="1404449"/>
            <a:ext cx="8463600" cy="2097300"/>
          </a:xfrm>
          <a:prstGeom prst="rect">
            <a:avLst/>
          </a:prstGeom>
        </p:spPr>
        <p:txBody>
          <a:bodyPr anchorCtr="0" anchor="t" bIns="91425" lIns="91425" spcFirstLastPara="1" rIns="91425" wrap="square" tIns="91425">
            <a:noAutofit/>
          </a:bodyPr>
          <a:lstStyle/>
          <a:p>
            <a:pPr indent="-304800" lvl="0" marL="457200" rtl="0" algn="l">
              <a:lnSpc>
                <a:spcPct val="200000"/>
              </a:lnSpc>
              <a:spcBef>
                <a:spcPts val="0"/>
              </a:spcBef>
              <a:spcAft>
                <a:spcPts val="0"/>
              </a:spcAft>
              <a:buClr>
                <a:srgbClr val="666666"/>
              </a:buClr>
              <a:buSzPts val="1200"/>
              <a:buFont typeface="Montserrat Medium"/>
              <a:buChar char="-"/>
            </a:pPr>
            <a:r>
              <a:rPr b="0" lang="pt-BR" sz="1200">
                <a:solidFill>
                  <a:srgbClr val="666666"/>
                </a:solidFill>
                <a:latin typeface="Montserrat Medium"/>
                <a:ea typeface="Montserrat Medium"/>
                <a:cs typeface="Montserrat Medium"/>
                <a:sym typeface="Montserrat Medium"/>
              </a:rPr>
              <a:t>Enfrentou algum tipo de problema ou dúvida severo</a:t>
            </a:r>
            <a:endParaRPr b="0" sz="1200">
              <a:solidFill>
                <a:srgbClr val="666666"/>
              </a:solidFill>
              <a:latin typeface="Montserrat Medium"/>
              <a:ea typeface="Montserrat Medium"/>
              <a:cs typeface="Montserrat Medium"/>
              <a:sym typeface="Montserrat Medium"/>
            </a:endParaRPr>
          </a:p>
          <a:p>
            <a:pPr indent="-304800" lvl="0" marL="457200" rtl="0" algn="l">
              <a:lnSpc>
                <a:spcPct val="200000"/>
              </a:lnSpc>
              <a:spcBef>
                <a:spcPts val="0"/>
              </a:spcBef>
              <a:spcAft>
                <a:spcPts val="0"/>
              </a:spcAft>
              <a:buClr>
                <a:srgbClr val="666666"/>
              </a:buClr>
              <a:buSzPts val="1200"/>
              <a:buFont typeface="Montserrat Medium"/>
              <a:buChar char="-"/>
            </a:pPr>
            <a:r>
              <a:rPr b="0" lang="pt-BR" sz="1200">
                <a:solidFill>
                  <a:srgbClr val="666666"/>
                </a:solidFill>
                <a:latin typeface="Montserrat Medium"/>
                <a:ea typeface="Montserrat Medium"/>
                <a:cs typeface="Montserrat Medium"/>
                <a:sym typeface="Montserrat Medium"/>
              </a:rPr>
              <a:t>Entrou em contato querendo nos conhecer </a:t>
            </a:r>
            <a:endParaRPr b="0" sz="1200">
              <a:solidFill>
                <a:srgbClr val="666666"/>
              </a:solidFill>
              <a:latin typeface="Montserrat Medium"/>
              <a:ea typeface="Montserrat Medium"/>
              <a:cs typeface="Montserrat Medium"/>
              <a:sym typeface="Montserrat Medium"/>
            </a:endParaRPr>
          </a:p>
          <a:p>
            <a:pPr indent="-304800" lvl="0" marL="457200" rtl="0" algn="l">
              <a:lnSpc>
                <a:spcPct val="200000"/>
              </a:lnSpc>
              <a:spcBef>
                <a:spcPts val="0"/>
              </a:spcBef>
              <a:spcAft>
                <a:spcPts val="0"/>
              </a:spcAft>
              <a:buClr>
                <a:srgbClr val="666666"/>
              </a:buClr>
              <a:buSzPts val="1200"/>
              <a:buFont typeface="Montserrat Medium"/>
              <a:buChar char="-"/>
            </a:pPr>
            <a:r>
              <a:rPr b="0" lang="pt-BR" sz="1200">
                <a:solidFill>
                  <a:srgbClr val="666666"/>
                </a:solidFill>
                <a:latin typeface="Montserrat Medium"/>
                <a:ea typeface="Montserrat Medium"/>
                <a:cs typeface="Montserrat Medium"/>
                <a:sym typeface="Montserrat Medium"/>
              </a:rPr>
              <a:t>Não sentiu confiança em nós</a:t>
            </a:r>
            <a:endParaRPr b="0" sz="1200">
              <a:solidFill>
                <a:srgbClr val="666666"/>
              </a:solidFill>
              <a:latin typeface="Montserrat Medium"/>
              <a:ea typeface="Montserrat Medium"/>
              <a:cs typeface="Montserrat Medium"/>
              <a:sym typeface="Montserrat Medium"/>
            </a:endParaRPr>
          </a:p>
          <a:p>
            <a:pPr indent="-304800" lvl="0" marL="457200" rtl="0" algn="l">
              <a:lnSpc>
                <a:spcPct val="200000"/>
              </a:lnSpc>
              <a:spcBef>
                <a:spcPts val="0"/>
              </a:spcBef>
              <a:spcAft>
                <a:spcPts val="0"/>
              </a:spcAft>
              <a:buClr>
                <a:srgbClr val="666666"/>
              </a:buClr>
              <a:buSzPts val="1200"/>
              <a:buFont typeface="Montserrat Medium"/>
              <a:buChar char="-"/>
            </a:pPr>
            <a:r>
              <a:rPr b="0" lang="pt-BR" sz="1200">
                <a:solidFill>
                  <a:srgbClr val="666666"/>
                </a:solidFill>
                <a:latin typeface="Montserrat Medium"/>
                <a:ea typeface="Montserrat Medium"/>
                <a:cs typeface="Montserrat Medium"/>
                <a:sym typeface="Montserrat Medium"/>
              </a:rPr>
              <a:t>Precisa resolver algo rápido</a:t>
            </a:r>
            <a:endParaRPr b="0" sz="1200">
              <a:solidFill>
                <a:srgbClr val="666666"/>
              </a:solidFill>
              <a:latin typeface="Montserrat Medium"/>
              <a:ea typeface="Montserrat Medium"/>
              <a:cs typeface="Montserrat Medium"/>
              <a:sym typeface="Montserrat Medium"/>
            </a:endParaRPr>
          </a:p>
          <a:p>
            <a:pPr indent="-304800" lvl="0" marL="457200" rtl="0" algn="l">
              <a:lnSpc>
                <a:spcPct val="200000"/>
              </a:lnSpc>
              <a:spcBef>
                <a:spcPts val="0"/>
              </a:spcBef>
              <a:spcAft>
                <a:spcPts val="0"/>
              </a:spcAft>
              <a:buClr>
                <a:srgbClr val="666666"/>
              </a:buClr>
              <a:buSzPts val="1200"/>
              <a:buFont typeface="Montserrat Medium"/>
              <a:buChar char="-"/>
            </a:pPr>
            <a:r>
              <a:rPr b="0" lang="pt-BR" sz="1200">
                <a:solidFill>
                  <a:srgbClr val="666666"/>
                </a:solidFill>
                <a:latin typeface="Montserrat Medium"/>
                <a:ea typeface="Montserrat Medium"/>
                <a:cs typeface="Montserrat Medium"/>
                <a:sym typeface="Montserrat Medium"/>
              </a:rPr>
              <a:t>Provavelmente nos enxergou como uma última tentativa de solução de algo</a:t>
            </a:r>
            <a:endParaRPr b="0" sz="1200">
              <a:solidFill>
                <a:srgbClr val="666666"/>
              </a:solidFill>
              <a:latin typeface="Montserrat Medium"/>
              <a:ea typeface="Montserrat Medium"/>
              <a:cs typeface="Montserrat Medium"/>
              <a:sym typeface="Montserrat Medium"/>
            </a:endParaRPr>
          </a:p>
          <a:p>
            <a:pPr indent="-304800" lvl="0" marL="457200" rtl="0" algn="l">
              <a:lnSpc>
                <a:spcPct val="200000"/>
              </a:lnSpc>
              <a:spcBef>
                <a:spcPts val="0"/>
              </a:spcBef>
              <a:spcAft>
                <a:spcPts val="0"/>
              </a:spcAft>
              <a:buClr>
                <a:srgbClr val="666666"/>
              </a:buClr>
              <a:buSzPts val="1200"/>
              <a:buFont typeface="Montserrat Medium"/>
              <a:buChar char="-"/>
            </a:pPr>
            <a:r>
              <a:rPr b="0" lang="pt-BR" sz="1200">
                <a:solidFill>
                  <a:srgbClr val="666666"/>
                </a:solidFill>
                <a:latin typeface="Montserrat Medium"/>
                <a:ea typeface="Montserrat Medium"/>
                <a:cs typeface="Montserrat Medium"/>
                <a:sym typeface="Montserrat Medium"/>
              </a:rPr>
              <a:t>Possivelmente irritado, estressado e com tom de voz alterado</a:t>
            </a:r>
            <a:endParaRPr b="0" sz="1200">
              <a:solidFill>
                <a:srgbClr val="666666"/>
              </a:solidFill>
              <a:latin typeface="Montserrat Medium"/>
              <a:ea typeface="Montserrat Medium"/>
              <a:cs typeface="Montserrat Medium"/>
              <a:sym typeface="Montserrat Medium"/>
            </a:endParaRPr>
          </a:p>
          <a:p>
            <a:pPr indent="-304800" lvl="0" marL="457200" rtl="0" algn="l">
              <a:lnSpc>
                <a:spcPct val="200000"/>
              </a:lnSpc>
              <a:spcBef>
                <a:spcPts val="0"/>
              </a:spcBef>
              <a:spcAft>
                <a:spcPts val="0"/>
              </a:spcAft>
              <a:buClr>
                <a:srgbClr val="666666"/>
              </a:buClr>
              <a:buSzPts val="1200"/>
              <a:buFont typeface="Montserrat Medium"/>
              <a:buChar char="-"/>
            </a:pPr>
            <a:r>
              <a:rPr b="0" lang="pt-BR" sz="1200">
                <a:solidFill>
                  <a:srgbClr val="666666"/>
                </a:solidFill>
                <a:latin typeface="Montserrat Medium"/>
                <a:ea typeface="Montserrat Medium"/>
                <a:cs typeface="Montserrat Medium"/>
                <a:sym typeface="Montserrat Medium"/>
              </a:rPr>
              <a:t>Fará de tudo para resolver o problema rápido e precisa de agilidade</a:t>
            </a:r>
            <a:endParaRPr b="0" sz="1200">
              <a:solidFill>
                <a:srgbClr val="666666"/>
              </a:solidFill>
              <a:latin typeface="Montserrat Medium"/>
              <a:ea typeface="Montserrat Medium"/>
              <a:cs typeface="Montserrat Medium"/>
              <a:sym typeface="Montserrat Medium"/>
            </a:endParaRPr>
          </a:p>
          <a:p>
            <a:pPr indent="-304800" lvl="0" marL="457200" rtl="0" algn="l">
              <a:lnSpc>
                <a:spcPct val="200000"/>
              </a:lnSpc>
              <a:spcBef>
                <a:spcPts val="0"/>
              </a:spcBef>
              <a:spcAft>
                <a:spcPts val="0"/>
              </a:spcAft>
              <a:buClr>
                <a:srgbClr val="666666"/>
              </a:buClr>
              <a:buSzPts val="1200"/>
              <a:buFont typeface="Montserrat Medium"/>
              <a:buChar char="-"/>
            </a:pPr>
            <a:r>
              <a:rPr b="0" lang="pt-BR" sz="1200">
                <a:solidFill>
                  <a:srgbClr val="666666"/>
                </a:solidFill>
                <a:latin typeface="Montserrat Medium"/>
                <a:ea typeface="Montserrat Medium"/>
                <a:cs typeface="Montserrat Medium"/>
                <a:sym typeface="Montserrat Medium"/>
              </a:rPr>
              <a:t>Se sente especial com muito mais importância que todo o restante</a:t>
            </a:r>
            <a:endParaRPr b="0" sz="1200">
              <a:solidFill>
                <a:srgbClr val="666666"/>
              </a:solidFill>
              <a:latin typeface="Montserrat Medium"/>
              <a:ea typeface="Montserrat Medium"/>
              <a:cs typeface="Montserrat Medium"/>
              <a:sym typeface="Montserrat Medium"/>
            </a:endParaRPr>
          </a:p>
          <a:p>
            <a:pPr indent="-304800" lvl="0" marL="457200" rtl="0" algn="l">
              <a:lnSpc>
                <a:spcPct val="200000"/>
              </a:lnSpc>
              <a:spcBef>
                <a:spcPts val="0"/>
              </a:spcBef>
              <a:spcAft>
                <a:spcPts val="0"/>
              </a:spcAft>
              <a:buClr>
                <a:srgbClr val="666666"/>
              </a:buClr>
              <a:buSzPts val="1200"/>
              <a:buFont typeface="Montserrat Medium"/>
              <a:buChar char="-"/>
            </a:pPr>
            <a:r>
              <a:rPr b="0" lang="pt-BR" sz="1200">
                <a:solidFill>
                  <a:srgbClr val="666666"/>
                </a:solidFill>
                <a:latin typeface="Montserrat Medium"/>
                <a:ea typeface="Montserrat Medium"/>
                <a:cs typeface="Montserrat Medium"/>
                <a:sym typeface="Montserrat Medium"/>
              </a:rPr>
              <a:t>Vai apelar para nós de todas as formas que ele imaginar na hora</a:t>
            </a:r>
            <a:endParaRPr b="0" sz="1200">
              <a:solidFill>
                <a:srgbClr val="666666"/>
              </a:solidFill>
              <a:latin typeface="Montserrat Medium"/>
              <a:ea typeface="Montserrat Medium"/>
              <a:cs typeface="Montserrat Medium"/>
              <a:sym typeface="Montserrat Medium"/>
            </a:endParaRPr>
          </a:p>
          <a:p>
            <a:pPr indent="0" lvl="0" marL="0" rtl="0" algn="l">
              <a:lnSpc>
                <a:spcPct val="200000"/>
              </a:lnSpc>
              <a:spcBef>
                <a:spcPts val="0"/>
              </a:spcBef>
              <a:spcAft>
                <a:spcPts val="0"/>
              </a:spcAft>
              <a:buNone/>
            </a:pPr>
            <a:r>
              <a:t/>
            </a:r>
            <a:endParaRPr b="0" sz="1200">
              <a:solidFill>
                <a:srgbClr val="666666"/>
              </a:solidFill>
              <a:latin typeface="Montserrat Medium"/>
              <a:ea typeface="Montserrat Medium"/>
              <a:cs typeface="Montserrat Medium"/>
              <a:sym typeface="Montserrat Mediu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7">
                                            <p:txEl>
                                              <p:pRg end="0" st="0"/>
                                            </p:txEl>
                                          </p:spTgt>
                                        </p:tgtEl>
                                        <p:attrNameLst>
                                          <p:attrName>style.visibility</p:attrName>
                                        </p:attrNameLst>
                                      </p:cBhvr>
                                      <p:to>
                                        <p:strVal val="visible"/>
                                      </p:to>
                                    </p:set>
                                    <p:animEffect filter="fade" transition="in">
                                      <p:cBhvr>
                                        <p:cTn dur="1000"/>
                                        <p:tgtEl>
                                          <p:spTgt spid="107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7"/>
                                        </p:tgtEl>
                                        <p:attrNameLst>
                                          <p:attrName>style.visibility</p:attrName>
                                        </p:attrNameLst>
                                      </p:cBhvr>
                                      <p:to>
                                        <p:strVal val="visible"/>
                                      </p:to>
                                    </p:set>
                                    <p:animEffect filter="fade" transition="in">
                                      <p:cBhvr>
                                        <p:cTn dur="1000"/>
                                        <p:tgtEl>
                                          <p:spTgt spid="10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p187"/>
          <p:cNvSpPr txBox="1"/>
          <p:nvPr>
            <p:ph type="title"/>
          </p:nvPr>
        </p:nvSpPr>
        <p:spPr>
          <a:xfrm>
            <a:off x="311700" y="445025"/>
            <a:ext cx="8463600" cy="5727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000000"/>
              </a:buClr>
              <a:buSzPts val="1100"/>
              <a:buFont typeface="Arial"/>
              <a:buNone/>
            </a:pPr>
            <a:r>
              <a:rPr b="0" lang="pt-BR">
                <a:solidFill>
                  <a:srgbClr val="404040"/>
                </a:solidFill>
                <a:latin typeface="Montserrat ExtraBold"/>
                <a:ea typeface="Montserrat ExtraBold"/>
                <a:cs typeface="Montserrat ExtraBold"/>
                <a:sym typeface="Montserrat ExtraBold"/>
              </a:rPr>
              <a:t>Possíveis percepções!</a:t>
            </a:r>
            <a:endParaRPr b="0">
              <a:solidFill>
                <a:srgbClr val="404040"/>
              </a:solidFill>
              <a:latin typeface="Montserrat ExtraBold"/>
              <a:ea typeface="Montserrat ExtraBold"/>
              <a:cs typeface="Montserrat ExtraBold"/>
              <a:sym typeface="Montserrat ExtraBold"/>
            </a:endParaRPr>
          </a:p>
        </p:txBody>
      </p:sp>
      <p:sp>
        <p:nvSpPr>
          <p:cNvPr id="1084" name="Google Shape;1084;p187"/>
          <p:cNvSpPr txBox="1"/>
          <p:nvPr/>
        </p:nvSpPr>
        <p:spPr>
          <a:xfrm>
            <a:off x="399500" y="1747975"/>
            <a:ext cx="8432700" cy="4440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t/>
            </a:r>
            <a:endParaRPr sz="1800">
              <a:solidFill>
                <a:srgbClr val="0C487B"/>
              </a:solidFill>
              <a:latin typeface="Open Sans"/>
              <a:ea typeface="Open Sans"/>
              <a:cs typeface="Open Sans"/>
              <a:sym typeface="Open Sans"/>
            </a:endParaRPr>
          </a:p>
        </p:txBody>
      </p:sp>
      <p:sp>
        <p:nvSpPr>
          <p:cNvPr id="1085" name="Google Shape;1085;p187"/>
          <p:cNvSpPr txBox="1"/>
          <p:nvPr>
            <p:ph type="title"/>
          </p:nvPr>
        </p:nvSpPr>
        <p:spPr>
          <a:xfrm>
            <a:off x="384050" y="1747975"/>
            <a:ext cx="8463600" cy="572700"/>
          </a:xfrm>
          <a:prstGeom prst="rect">
            <a:avLst/>
          </a:prstGeom>
        </p:spPr>
        <p:txBody>
          <a:bodyPr anchorCtr="0" anchor="t" bIns="91425" lIns="91425" spcFirstLastPara="1" rIns="91425" wrap="square" tIns="91425">
            <a:noAutofit/>
          </a:bodyPr>
          <a:lstStyle/>
          <a:p>
            <a:pPr indent="-406400" lvl="0" marL="457200" rtl="0" algn="l">
              <a:spcBef>
                <a:spcPts val="0"/>
              </a:spcBef>
              <a:spcAft>
                <a:spcPts val="0"/>
              </a:spcAft>
              <a:buClr>
                <a:srgbClr val="00B050"/>
              </a:buClr>
              <a:buSzPts val="2800"/>
              <a:buFont typeface="Montserrat"/>
              <a:buChar char="-"/>
            </a:pPr>
            <a:r>
              <a:rPr lang="pt-BR">
                <a:solidFill>
                  <a:srgbClr val="00B050"/>
                </a:solidFill>
                <a:latin typeface="Montserrat"/>
                <a:ea typeface="Montserrat"/>
                <a:cs typeface="Montserrat"/>
                <a:sym typeface="Montserrat"/>
              </a:rPr>
              <a:t>Ele não nos conhece</a:t>
            </a:r>
            <a:endParaRPr>
              <a:solidFill>
                <a:srgbClr val="00B050"/>
              </a:solidFill>
              <a:latin typeface="Montserrat"/>
              <a:ea typeface="Montserrat"/>
              <a:cs typeface="Montserrat"/>
              <a:sym typeface="Montserrat"/>
            </a:endParaRPr>
          </a:p>
          <a:p>
            <a:pPr indent="-406400" lvl="0" marL="457200" rtl="0" algn="l">
              <a:spcBef>
                <a:spcPts val="0"/>
              </a:spcBef>
              <a:spcAft>
                <a:spcPts val="0"/>
              </a:spcAft>
              <a:buClr>
                <a:srgbClr val="00B050"/>
              </a:buClr>
              <a:buSzPts val="2800"/>
              <a:buFont typeface="Montserrat"/>
              <a:buChar char="-"/>
            </a:pPr>
            <a:r>
              <a:rPr lang="pt-BR">
                <a:solidFill>
                  <a:srgbClr val="00B050"/>
                </a:solidFill>
                <a:latin typeface="Montserrat"/>
                <a:ea typeface="Montserrat"/>
                <a:cs typeface="Montserrat"/>
                <a:sym typeface="Montserrat"/>
              </a:rPr>
              <a:t>Não confia na empresa</a:t>
            </a:r>
            <a:endParaRPr>
              <a:solidFill>
                <a:srgbClr val="00B050"/>
              </a:solidFill>
              <a:latin typeface="Montserrat"/>
              <a:ea typeface="Montserrat"/>
              <a:cs typeface="Montserrat"/>
              <a:sym typeface="Montserrat"/>
            </a:endParaRPr>
          </a:p>
          <a:p>
            <a:pPr indent="-406400" lvl="0" marL="457200" rtl="0" algn="l">
              <a:spcBef>
                <a:spcPts val="0"/>
              </a:spcBef>
              <a:spcAft>
                <a:spcPts val="0"/>
              </a:spcAft>
              <a:buClr>
                <a:srgbClr val="00B050"/>
              </a:buClr>
              <a:buSzPts val="2800"/>
              <a:buFont typeface="Montserrat"/>
              <a:buChar char="-"/>
            </a:pPr>
            <a:r>
              <a:rPr lang="pt-BR">
                <a:solidFill>
                  <a:srgbClr val="00B050"/>
                </a:solidFill>
                <a:latin typeface="Montserrat"/>
                <a:ea typeface="Montserrat"/>
                <a:cs typeface="Montserrat"/>
                <a:sym typeface="Montserrat"/>
              </a:rPr>
              <a:t>Não confia em você</a:t>
            </a:r>
            <a:endParaRPr>
              <a:solidFill>
                <a:srgbClr val="00B050"/>
              </a:solidFill>
              <a:latin typeface="Montserrat"/>
              <a:ea typeface="Montserrat"/>
              <a:cs typeface="Montserrat"/>
              <a:sym typeface="Montserrat"/>
            </a:endParaRPr>
          </a:p>
          <a:p>
            <a:pPr indent="-406400" lvl="0" marL="457200" rtl="0" algn="l">
              <a:spcBef>
                <a:spcPts val="0"/>
              </a:spcBef>
              <a:spcAft>
                <a:spcPts val="0"/>
              </a:spcAft>
              <a:buClr>
                <a:srgbClr val="00B050"/>
              </a:buClr>
              <a:buSzPts val="2800"/>
              <a:buFont typeface="Montserrat"/>
              <a:buChar char="-"/>
            </a:pPr>
            <a:r>
              <a:rPr lang="pt-BR">
                <a:solidFill>
                  <a:srgbClr val="00B050"/>
                </a:solidFill>
                <a:latin typeface="Montserrat"/>
                <a:ea typeface="Montserrat"/>
                <a:cs typeface="Montserrat"/>
                <a:sym typeface="Montserrat"/>
              </a:rPr>
              <a:t>Não sabe o que você faz</a:t>
            </a:r>
            <a:endParaRPr>
              <a:solidFill>
                <a:srgbClr val="00B050"/>
              </a:solidFill>
              <a:latin typeface="Montserrat"/>
              <a:ea typeface="Montserrat"/>
              <a:cs typeface="Montserrat"/>
              <a:sym typeface="Montserrat"/>
            </a:endParaRPr>
          </a:p>
          <a:p>
            <a:pPr indent="-406400" lvl="0" marL="457200" rtl="0" algn="l">
              <a:spcBef>
                <a:spcPts val="0"/>
              </a:spcBef>
              <a:spcAft>
                <a:spcPts val="0"/>
              </a:spcAft>
              <a:buClr>
                <a:srgbClr val="00B050"/>
              </a:buClr>
              <a:buSzPts val="2800"/>
              <a:buFont typeface="Montserrat"/>
              <a:buChar char="-"/>
            </a:pPr>
            <a:r>
              <a:rPr lang="pt-BR">
                <a:solidFill>
                  <a:srgbClr val="00B050"/>
                </a:solidFill>
                <a:latin typeface="Montserrat"/>
                <a:ea typeface="Montserrat"/>
                <a:cs typeface="Montserrat"/>
                <a:sym typeface="Montserrat"/>
              </a:rPr>
              <a:t>Não sabe se realmente existimos</a:t>
            </a:r>
            <a:endParaRPr>
              <a:solidFill>
                <a:srgbClr val="00B050"/>
              </a:solidFill>
              <a:latin typeface="Montserrat"/>
              <a:ea typeface="Montserrat"/>
              <a:cs typeface="Montserrat"/>
              <a:sym typeface="Montserrat"/>
            </a:endParaRPr>
          </a:p>
          <a:p>
            <a:pPr indent="-406400" lvl="0" marL="457200" rtl="0" algn="l">
              <a:spcBef>
                <a:spcPts val="0"/>
              </a:spcBef>
              <a:spcAft>
                <a:spcPts val="0"/>
              </a:spcAft>
              <a:buClr>
                <a:srgbClr val="00B050"/>
              </a:buClr>
              <a:buSzPts val="2800"/>
              <a:buFont typeface="Montserrat"/>
              <a:buChar char="-"/>
            </a:pPr>
            <a:r>
              <a:rPr lang="pt-BR">
                <a:solidFill>
                  <a:srgbClr val="00B050"/>
                </a:solidFill>
                <a:latin typeface="Montserrat"/>
                <a:ea typeface="Montserrat"/>
                <a:cs typeface="Montserrat"/>
                <a:sym typeface="Montserrat"/>
              </a:rPr>
              <a:t>Vai questionar e duvidar de tudo!</a:t>
            </a:r>
            <a:endParaRPr>
              <a:solidFill>
                <a:srgbClr val="00B050"/>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4">
                                            <p:txEl>
                                              <p:pRg end="0" st="0"/>
                                            </p:txEl>
                                          </p:spTgt>
                                        </p:tgtEl>
                                        <p:attrNameLst>
                                          <p:attrName>style.visibility</p:attrName>
                                        </p:attrNameLst>
                                      </p:cBhvr>
                                      <p:to>
                                        <p:strVal val="visible"/>
                                      </p:to>
                                    </p:set>
                                    <p:animEffect filter="fade" transition="in">
                                      <p:cBhvr>
                                        <p:cTn dur="1000"/>
                                        <p:tgtEl>
                                          <p:spTgt spid="10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4"/>
                                        </p:tgtEl>
                                        <p:attrNameLst>
                                          <p:attrName>style.visibility</p:attrName>
                                        </p:attrNameLst>
                                      </p:cBhvr>
                                      <p:to>
                                        <p:strVal val="visible"/>
                                      </p:to>
                                    </p:set>
                                    <p:animEffect filter="fade" transition="in">
                                      <p:cBhvr>
                                        <p:cTn dur="1000"/>
                                        <p:tgtEl>
                                          <p:spTgt spid="10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89" name="Shape 1089"/>
        <p:cNvGrpSpPr/>
        <p:nvPr/>
      </p:nvGrpSpPr>
      <p:grpSpPr>
        <a:xfrm>
          <a:off x="0" y="0"/>
          <a:ext cx="0" cy="0"/>
          <a:chOff x="0" y="0"/>
          <a:chExt cx="0" cy="0"/>
        </a:xfrm>
      </p:grpSpPr>
      <p:sp>
        <p:nvSpPr>
          <p:cNvPr id="1090" name="Google Shape;1090;p188"/>
          <p:cNvSpPr txBox="1"/>
          <p:nvPr>
            <p:ph type="title"/>
          </p:nvPr>
        </p:nvSpPr>
        <p:spPr>
          <a:xfrm>
            <a:off x="504475" y="1946700"/>
            <a:ext cx="8084700" cy="1319700"/>
          </a:xfrm>
          <a:prstGeom prst="rect">
            <a:avLst/>
          </a:prstGeom>
        </p:spPr>
        <p:txBody>
          <a:bodyPr anchorCtr="0" anchor="ctr" bIns="45700" lIns="91425" spcFirstLastPara="1" rIns="91425" wrap="square" tIns="45700">
            <a:noAutofit/>
          </a:bodyPr>
          <a:lstStyle/>
          <a:p>
            <a:pPr indent="0" lvl="0" marL="457200" rtl="0" algn="ctr">
              <a:lnSpc>
                <a:spcPct val="100000"/>
              </a:lnSpc>
              <a:spcBef>
                <a:spcPts val="0"/>
              </a:spcBef>
              <a:spcAft>
                <a:spcPts val="0"/>
              </a:spcAft>
              <a:buNone/>
            </a:pPr>
            <a:r>
              <a:rPr b="1" lang="pt-BR" sz="3000">
                <a:solidFill>
                  <a:schemeClr val="lt1"/>
                </a:solidFill>
                <a:latin typeface="Montserrat"/>
                <a:ea typeface="Montserrat"/>
                <a:cs typeface="Montserrat"/>
                <a:sym typeface="Montserrat"/>
              </a:rPr>
              <a:t>8. Playbook de Atendimento</a:t>
            </a:r>
            <a:endParaRPr b="1" sz="3000">
              <a:solidFill>
                <a:schemeClr val="lt1"/>
              </a:solidFill>
              <a:latin typeface="Montserrat"/>
              <a:ea typeface="Montserrat"/>
              <a:cs typeface="Montserrat"/>
              <a:sym typeface="Montserrat"/>
            </a:endParaRPr>
          </a:p>
        </p:txBody>
      </p:sp>
      <p:sp>
        <p:nvSpPr>
          <p:cNvPr id="1091" name="Google Shape;1091;p188"/>
          <p:cNvSpPr txBox="1"/>
          <p:nvPr/>
        </p:nvSpPr>
        <p:spPr>
          <a:xfrm>
            <a:off x="1332296" y="2840225"/>
            <a:ext cx="6789600" cy="3693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b="1" lang="pt-BR" sz="1200">
                <a:solidFill>
                  <a:schemeClr val="lt1"/>
                </a:solidFill>
                <a:latin typeface="Montserrat"/>
                <a:ea typeface="Montserrat"/>
                <a:cs typeface="Montserrat"/>
                <a:sym typeface="Montserrat"/>
              </a:rPr>
              <a:t>Processo de recepção / Atendimento / Resolução / Passagem</a:t>
            </a:r>
            <a:endParaRPr sz="1300">
              <a:solidFill>
                <a:schemeClr val="lt1"/>
              </a:solidFill>
              <a:latin typeface="Montserrat ExtraBold"/>
              <a:ea typeface="Montserrat ExtraBold"/>
              <a:cs typeface="Montserrat ExtraBold"/>
              <a:sym typeface="Montserrat ExtraBo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5" name="Shape 1095"/>
        <p:cNvGrpSpPr/>
        <p:nvPr/>
      </p:nvGrpSpPr>
      <p:grpSpPr>
        <a:xfrm>
          <a:off x="0" y="0"/>
          <a:ext cx="0" cy="0"/>
          <a:chOff x="0" y="0"/>
          <a:chExt cx="0" cy="0"/>
        </a:xfrm>
      </p:grpSpPr>
      <p:sp>
        <p:nvSpPr>
          <p:cNvPr id="1096" name="Google Shape;1096;p189"/>
          <p:cNvSpPr txBox="1"/>
          <p:nvPr>
            <p:ph type="title"/>
          </p:nvPr>
        </p:nvSpPr>
        <p:spPr>
          <a:xfrm>
            <a:off x="504475" y="1946700"/>
            <a:ext cx="8084700" cy="1319700"/>
          </a:xfrm>
          <a:prstGeom prst="rect">
            <a:avLst/>
          </a:prstGeom>
        </p:spPr>
        <p:txBody>
          <a:bodyPr anchorCtr="0" anchor="ctr" bIns="45700" lIns="91425" spcFirstLastPara="1" rIns="91425" wrap="square" tIns="45700">
            <a:noAutofit/>
          </a:bodyPr>
          <a:lstStyle/>
          <a:p>
            <a:pPr indent="0" lvl="0" marL="457200" rtl="0" algn="ctr">
              <a:lnSpc>
                <a:spcPct val="100000"/>
              </a:lnSpc>
              <a:spcBef>
                <a:spcPts val="0"/>
              </a:spcBef>
              <a:spcAft>
                <a:spcPts val="0"/>
              </a:spcAft>
              <a:buNone/>
            </a:pPr>
            <a:r>
              <a:rPr b="1" lang="pt-BR" sz="3000">
                <a:solidFill>
                  <a:schemeClr val="lt1"/>
                </a:solidFill>
                <a:latin typeface="Montserrat"/>
                <a:ea typeface="Montserrat"/>
                <a:cs typeface="Montserrat"/>
                <a:sym typeface="Montserrat"/>
              </a:rPr>
              <a:t>8.1 Abordagem</a:t>
            </a:r>
            <a:endParaRPr b="1" sz="3000">
              <a:solidFill>
                <a:schemeClr val="lt1"/>
              </a:solidFill>
              <a:latin typeface="Montserrat"/>
              <a:ea typeface="Montserrat"/>
              <a:cs typeface="Montserrat"/>
              <a:sym typeface="Montserrat"/>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p190"/>
          <p:cNvSpPr txBox="1"/>
          <p:nvPr>
            <p:ph type="title"/>
          </p:nvPr>
        </p:nvSpPr>
        <p:spPr>
          <a:xfrm>
            <a:off x="340200" y="565175"/>
            <a:ext cx="8463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pt-BR" sz="2700">
                <a:solidFill>
                  <a:srgbClr val="00B050"/>
                </a:solidFill>
                <a:latin typeface="Montserrat"/>
                <a:ea typeface="Montserrat"/>
                <a:cs typeface="Montserrat"/>
                <a:sym typeface="Montserrat"/>
              </a:rPr>
              <a:t>Abordagem de Atendimento</a:t>
            </a:r>
            <a:endParaRPr sz="2700">
              <a:solidFill>
                <a:srgbClr val="00B050"/>
              </a:solidFill>
              <a:latin typeface="Montserrat"/>
              <a:ea typeface="Montserrat"/>
              <a:cs typeface="Montserrat"/>
              <a:sym typeface="Montserrat"/>
            </a:endParaRPr>
          </a:p>
          <a:p>
            <a:pPr indent="0" lvl="0" marL="0" rtl="0" algn="l">
              <a:spcBef>
                <a:spcPts val="0"/>
              </a:spcBef>
              <a:spcAft>
                <a:spcPts val="0"/>
              </a:spcAft>
              <a:buClr>
                <a:srgbClr val="000000"/>
              </a:buClr>
              <a:buSzPts val="1100"/>
              <a:buFont typeface="Arial"/>
              <a:buNone/>
            </a:pPr>
            <a:r>
              <a:t/>
            </a:r>
            <a:endParaRPr b="0" sz="2400">
              <a:latin typeface="Montserrat Medium"/>
              <a:ea typeface="Montserrat Medium"/>
              <a:cs typeface="Montserrat Medium"/>
              <a:sym typeface="Montserrat Medium"/>
            </a:endParaRPr>
          </a:p>
          <a:p>
            <a:pPr indent="0" lvl="0" marL="0" rtl="0" algn="l">
              <a:spcBef>
                <a:spcPts val="0"/>
              </a:spcBef>
              <a:spcAft>
                <a:spcPts val="0"/>
              </a:spcAft>
              <a:buClr>
                <a:srgbClr val="000000"/>
              </a:buClr>
              <a:buSzPts val="1100"/>
              <a:buFont typeface="Arial"/>
              <a:buNone/>
            </a:pPr>
            <a:r>
              <a:t/>
            </a:r>
            <a:endParaRPr b="0" sz="2400">
              <a:latin typeface="Montserrat Medium"/>
              <a:ea typeface="Montserrat Medium"/>
              <a:cs typeface="Montserrat Medium"/>
              <a:sym typeface="Montserrat Medium"/>
            </a:endParaRPr>
          </a:p>
          <a:p>
            <a:pPr indent="0" lvl="0" marL="0" rtl="0" algn="ctr">
              <a:spcBef>
                <a:spcPts val="0"/>
              </a:spcBef>
              <a:spcAft>
                <a:spcPts val="0"/>
              </a:spcAft>
              <a:buClr>
                <a:srgbClr val="000000"/>
              </a:buClr>
              <a:buSzPts val="1100"/>
              <a:buFont typeface="Arial"/>
              <a:buNone/>
            </a:pPr>
            <a:r>
              <a:t/>
            </a:r>
            <a:endParaRPr b="0" sz="2000">
              <a:latin typeface="Montserrat Medium"/>
              <a:ea typeface="Montserrat Medium"/>
              <a:cs typeface="Montserrat Medium"/>
              <a:sym typeface="Montserrat Medium"/>
            </a:endParaRPr>
          </a:p>
        </p:txBody>
      </p:sp>
      <p:sp>
        <p:nvSpPr>
          <p:cNvPr id="1102" name="Google Shape;1102;p190"/>
          <p:cNvSpPr txBox="1"/>
          <p:nvPr>
            <p:ph type="title"/>
          </p:nvPr>
        </p:nvSpPr>
        <p:spPr>
          <a:xfrm>
            <a:off x="340200" y="1613025"/>
            <a:ext cx="8463600" cy="2500200"/>
          </a:xfrm>
          <a:prstGeom prst="rect">
            <a:avLst/>
          </a:prstGeom>
        </p:spPr>
        <p:txBody>
          <a:bodyPr anchorCtr="0" anchor="t" bIns="91425" lIns="91425" spcFirstLastPara="1" rIns="91425" wrap="square" tIns="91425">
            <a:noAutofit/>
          </a:bodyPr>
          <a:lstStyle/>
          <a:p>
            <a:pPr indent="-361950" lvl="0" marL="457200" rtl="0" algn="l">
              <a:lnSpc>
                <a:spcPct val="200000"/>
              </a:lnSpc>
              <a:spcBef>
                <a:spcPts val="0"/>
              </a:spcBef>
              <a:spcAft>
                <a:spcPts val="0"/>
              </a:spcAft>
              <a:buClr>
                <a:srgbClr val="666666"/>
              </a:buClr>
              <a:buSzPts val="2100"/>
              <a:buFont typeface="Montserrat"/>
              <a:buChar char="●"/>
            </a:pPr>
            <a:r>
              <a:rPr lang="pt-BR" sz="2100">
                <a:solidFill>
                  <a:srgbClr val="666666"/>
                </a:solidFill>
                <a:latin typeface="Montserrat"/>
                <a:ea typeface="Montserrat"/>
                <a:cs typeface="Montserrat"/>
                <a:sym typeface="Montserrat"/>
              </a:rPr>
              <a:t>Quem sou? Cargo / Função</a:t>
            </a:r>
            <a:endParaRPr sz="2100">
              <a:solidFill>
                <a:srgbClr val="666666"/>
              </a:solidFill>
              <a:latin typeface="Montserrat"/>
              <a:ea typeface="Montserrat"/>
              <a:cs typeface="Montserrat"/>
              <a:sym typeface="Montserrat"/>
            </a:endParaRPr>
          </a:p>
          <a:p>
            <a:pPr indent="-361950" lvl="0" marL="457200" rtl="0" algn="l">
              <a:lnSpc>
                <a:spcPct val="200000"/>
              </a:lnSpc>
              <a:spcBef>
                <a:spcPts val="0"/>
              </a:spcBef>
              <a:spcAft>
                <a:spcPts val="0"/>
              </a:spcAft>
              <a:buClr>
                <a:srgbClr val="666666"/>
              </a:buClr>
              <a:buSzPts val="2100"/>
              <a:buFont typeface="Montserrat"/>
              <a:buChar char="●"/>
            </a:pPr>
            <a:r>
              <a:rPr lang="pt-BR" sz="2100">
                <a:solidFill>
                  <a:srgbClr val="666666"/>
                </a:solidFill>
                <a:latin typeface="Montserrat"/>
                <a:ea typeface="Montserrat"/>
                <a:cs typeface="Montserrat"/>
                <a:sym typeface="Montserrat"/>
              </a:rPr>
              <a:t>Quem somos (Propósito) / O que fazemos (Missão)</a:t>
            </a:r>
            <a:endParaRPr sz="2100">
              <a:solidFill>
                <a:srgbClr val="666666"/>
              </a:solidFill>
              <a:latin typeface="Montserrat"/>
              <a:ea typeface="Montserrat"/>
              <a:cs typeface="Montserrat"/>
              <a:sym typeface="Montserrat"/>
            </a:endParaRPr>
          </a:p>
          <a:p>
            <a:pPr indent="-361950" lvl="0" marL="457200" rtl="0" algn="l">
              <a:lnSpc>
                <a:spcPct val="200000"/>
              </a:lnSpc>
              <a:spcBef>
                <a:spcPts val="0"/>
              </a:spcBef>
              <a:spcAft>
                <a:spcPts val="0"/>
              </a:spcAft>
              <a:buClr>
                <a:srgbClr val="666666"/>
              </a:buClr>
              <a:buSzPts val="2100"/>
              <a:buFont typeface="Montserrat"/>
              <a:buChar char="●"/>
            </a:pPr>
            <a:r>
              <a:rPr lang="pt-BR" sz="2100">
                <a:solidFill>
                  <a:srgbClr val="666666"/>
                </a:solidFill>
                <a:latin typeface="Montserrat"/>
                <a:ea typeface="Montserrat"/>
                <a:cs typeface="Montserrat"/>
                <a:sym typeface="Montserrat"/>
              </a:rPr>
              <a:t>Arquétipo do Sábio/Curador - Como eu posso ajudar?</a:t>
            </a:r>
            <a:endParaRPr sz="2100">
              <a:solidFill>
                <a:srgbClr val="666666"/>
              </a:solidFill>
              <a:latin typeface="Montserrat"/>
              <a:ea typeface="Montserrat"/>
              <a:cs typeface="Montserrat"/>
              <a:sym typeface="Montserrat"/>
            </a:endParaRPr>
          </a:p>
          <a:p>
            <a:pPr indent="-361950" lvl="0" marL="457200" rtl="0" algn="l">
              <a:lnSpc>
                <a:spcPct val="200000"/>
              </a:lnSpc>
              <a:spcBef>
                <a:spcPts val="0"/>
              </a:spcBef>
              <a:spcAft>
                <a:spcPts val="0"/>
              </a:spcAft>
              <a:buClr>
                <a:srgbClr val="666666"/>
              </a:buClr>
              <a:buSzPts val="2100"/>
              <a:buFont typeface="Montserrat"/>
              <a:buChar char="●"/>
            </a:pPr>
            <a:r>
              <a:rPr lang="pt-BR" sz="2100">
                <a:solidFill>
                  <a:srgbClr val="666666"/>
                </a:solidFill>
                <a:latin typeface="Montserrat"/>
                <a:ea typeface="Montserrat"/>
                <a:cs typeface="Montserrat"/>
                <a:sym typeface="Montserrat"/>
              </a:rPr>
              <a:t>Ouvir o problema</a:t>
            </a:r>
            <a:endParaRPr b="0" sz="1400">
              <a:solidFill>
                <a:srgbClr val="666666"/>
              </a:solidFill>
              <a:latin typeface="Montserrat Medium"/>
              <a:ea typeface="Montserrat Medium"/>
              <a:cs typeface="Montserrat Medium"/>
              <a:sym typeface="Montserrat Medium"/>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191"/>
          <p:cNvSpPr txBox="1"/>
          <p:nvPr>
            <p:ph type="title"/>
          </p:nvPr>
        </p:nvSpPr>
        <p:spPr>
          <a:xfrm>
            <a:off x="340200" y="1262326"/>
            <a:ext cx="8463600" cy="3346200"/>
          </a:xfrm>
          <a:prstGeom prst="rect">
            <a:avLst/>
          </a:prstGeom>
        </p:spPr>
        <p:txBody>
          <a:bodyPr anchorCtr="0" anchor="t" bIns="91425" lIns="91425" spcFirstLastPara="1" rIns="91425" wrap="square" tIns="91425">
            <a:noAutofit/>
          </a:bodyPr>
          <a:lstStyle/>
          <a:p>
            <a:pPr indent="0" lvl="0" marL="0" rtl="0" algn="l">
              <a:lnSpc>
                <a:spcPct val="120000"/>
              </a:lnSpc>
              <a:spcBef>
                <a:spcPts val="0"/>
              </a:spcBef>
              <a:spcAft>
                <a:spcPts val="0"/>
              </a:spcAft>
              <a:buClr>
                <a:schemeClr val="dk1"/>
              </a:buClr>
              <a:buSzPts val="1100"/>
              <a:buFont typeface="Arial"/>
              <a:buNone/>
            </a:pPr>
            <a:r>
              <a:rPr b="0" lang="pt-BR" sz="1200">
                <a:solidFill>
                  <a:srgbClr val="434343"/>
                </a:solidFill>
                <a:latin typeface="Montserrat"/>
                <a:ea typeface="Montserrat"/>
                <a:cs typeface="Montserrat"/>
                <a:sym typeface="Montserrat"/>
              </a:rPr>
              <a:t>Se </a:t>
            </a:r>
            <a:r>
              <a:rPr lang="pt-BR" sz="1200">
                <a:solidFill>
                  <a:srgbClr val="434343"/>
                </a:solidFill>
                <a:latin typeface="Montserrat"/>
                <a:ea typeface="Montserrat"/>
                <a:cs typeface="Montserrat"/>
                <a:sym typeface="Montserrat"/>
              </a:rPr>
              <a:t>APRESENTE</a:t>
            </a:r>
            <a:r>
              <a:rPr b="0" lang="pt-BR" sz="1200">
                <a:solidFill>
                  <a:srgbClr val="434343"/>
                </a:solidFill>
                <a:latin typeface="Montserrat"/>
                <a:ea typeface="Montserrat"/>
                <a:cs typeface="Montserrat"/>
                <a:sym typeface="Montserrat"/>
              </a:rPr>
              <a:t> com nome e sobrenome, demonstre autoridade mostre que você é </a:t>
            </a:r>
            <a:r>
              <a:rPr lang="pt-BR" sz="1200">
                <a:solidFill>
                  <a:srgbClr val="434343"/>
                </a:solidFill>
                <a:latin typeface="Montserrat"/>
                <a:ea typeface="Montserrat"/>
                <a:cs typeface="Montserrat"/>
                <a:sym typeface="Montserrat"/>
              </a:rPr>
              <a:t>A PESSOA</a:t>
            </a:r>
            <a:r>
              <a:rPr b="0" lang="pt-BR" sz="1200">
                <a:solidFill>
                  <a:srgbClr val="434343"/>
                </a:solidFill>
                <a:latin typeface="Montserrat"/>
                <a:ea typeface="Montserrat"/>
                <a:cs typeface="Montserrat"/>
                <a:sym typeface="Montserrat"/>
              </a:rPr>
              <a:t> que vai resolver. </a:t>
            </a:r>
            <a:r>
              <a:rPr lang="pt-BR" sz="1200">
                <a:solidFill>
                  <a:srgbClr val="434343"/>
                </a:solidFill>
                <a:latin typeface="Montserrat"/>
                <a:ea typeface="Montserrat"/>
                <a:cs typeface="Montserrat"/>
                <a:sym typeface="Montserrat"/>
              </a:rPr>
              <a:t>O BOPE </a:t>
            </a:r>
            <a:r>
              <a:rPr b="0" lang="pt-BR" sz="1200">
                <a:solidFill>
                  <a:srgbClr val="434343"/>
                </a:solidFill>
                <a:latin typeface="Montserrat"/>
                <a:ea typeface="Montserrat"/>
                <a:cs typeface="Montserrat"/>
                <a:sym typeface="Montserrat"/>
              </a:rPr>
              <a:t>subindo… Se tu não resolver só chamando o Exército. Seja cordial com o cliente, demonstre educação e empatia.</a:t>
            </a:r>
            <a:br>
              <a:rPr b="0" lang="pt-BR" sz="1200">
                <a:solidFill>
                  <a:srgbClr val="434343"/>
                </a:solidFill>
                <a:latin typeface="Montserrat"/>
                <a:ea typeface="Montserrat"/>
                <a:cs typeface="Montserrat"/>
                <a:sym typeface="Montserrat"/>
              </a:rPr>
            </a:br>
            <a:br>
              <a:rPr b="0" lang="pt-BR" sz="1200">
                <a:solidFill>
                  <a:srgbClr val="434343"/>
                </a:solidFill>
                <a:latin typeface="Montserrat"/>
                <a:ea typeface="Montserrat"/>
                <a:cs typeface="Montserrat"/>
                <a:sym typeface="Montserrat"/>
              </a:rPr>
            </a:br>
            <a:r>
              <a:rPr b="0" lang="pt-BR" sz="1200">
                <a:solidFill>
                  <a:srgbClr val="434343"/>
                </a:solidFill>
                <a:latin typeface="Montserrat"/>
                <a:ea typeface="Montserrat"/>
                <a:cs typeface="Montserrat"/>
                <a:sym typeface="Montserrat"/>
              </a:rPr>
              <a:t>“Olá {</a:t>
            </a:r>
            <a:r>
              <a:rPr lang="pt-BR" sz="1200">
                <a:solidFill>
                  <a:srgbClr val="434343"/>
                </a:solidFill>
                <a:latin typeface="Montserrat"/>
                <a:ea typeface="Montserrat"/>
                <a:cs typeface="Montserrat"/>
                <a:sym typeface="Montserrat"/>
              </a:rPr>
              <a:t>Nome Lead</a:t>
            </a:r>
            <a:r>
              <a:rPr b="0" lang="pt-BR" sz="1200">
                <a:solidFill>
                  <a:srgbClr val="434343"/>
                </a:solidFill>
                <a:latin typeface="Montserrat"/>
                <a:ea typeface="Montserrat"/>
                <a:cs typeface="Montserrat"/>
                <a:sym typeface="Montserrat"/>
              </a:rPr>
              <a:t>}, (bom dia/tarde) Tudo bem? Fico feliz em conversar contigo! Eu sou o (a)  {Nome / Sobrenome}. Sou o </a:t>
            </a:r>
            <a:r>
              <a:rPr lang="pt-BR" sz="1200">
                <a:solidFill>
                  <a:srgbClr val="434343"/>
                </a:solidFill>
                <a:latin typeface="Montserrat"/>
                <a:ea typeface="Montserrat"/>
                <a:cs typeface="Montserrat"/>
                <a:sym typeface="Montserrat"/>
              </a:rPr>
              <a:t>(Cargo, função de autoridade)</a:t>
            </a:r>
            <a:endParaRPr sz="1200">
              <a:solidFill>
                <a:srgbClr val="434343"/>
              </a:solidFill>
              <a:latin typeface="Montserrat"/>
              <a:ea typeface="Montserrat"/>
              <a:cs typeface="Montserrat"/>
              <a:sym typeface="Montserrat"/>
            </a:endParaRPr>
          </a:p>
          <a:p>
            <a:pPr indent="0" lvl="0" marL="0" rtl="0" algn="l">
              <a:lnSpc>
                <a:spcPct val="120000"/>
              </a:lnSpc>
              <a:spcBef>
                <a:spcPts val="1600"/>
              </a:spcBef>
              <a:spcAft>
                <a:spcPts val="0"/>
              </a:spcAft>
              <a:buClr>
                <a:schemeClr val="dk1"/>
              </a:buClr>
              <a:buSzPts val="1100"/>
              <a:buFont typeface="Arial"/>
              <a:buNone/>
            </a:pPr>
            <a:r>
              <a:rPr lang="pt-BR" sz="1200">
                <a:solidFill>
                  <a:srgbClr val="434343"/>
                </a:solidFill>
                <a:latin typeface="Montserrat"/>
                <a:ea typeface="Montserrat"/>
                <a:cs typeface="Montserrat"/>
                <a:sym typeface="Montserrat"/>
              </a:rPr>
              <a:t>Ex: </a:t>
            </a:r>
            <a:r>
              <a:rPr b="0" lang="pt-BR" sz="1200">
                <a:solidFill>
                  <a:srgbClr val="434343"/>
                </a:solidFill>
                <a:latin typeface="Montserrat"/>
                <a:ea typeface="Montserrat"/>
                <a:cs typeface="Montserrat"/>
                <a:sym typeface="Montserrat"/>
              </a:rPr>
              <a:t>“Olá (</a:t>
            </a:r>
            <a:r>
              <a:rPr lang="pt-BR" sz="1200">
                <a:solidFill>
                  <a:srgbClr val="434343"/>
                </a:solidFill>
                <a:latin typeface="Montserrat"/>
                <a:ea typeface="Montserrat"/>
                <a:cs typeface="Montserrat"/>
                <a:sym typeface="Montserrat"/>
              </a:rPr>
              <a:t>Júlio</a:t>
            </a:r>
            <a:r>
              <a:rPr b="0" lang="pt-BR" sz="1200">
                <a:solidFill>
                  <a:srgbClr val="434343"/>
                </a:solidFill>
                <a:latin typeface="Montserrat"/>
                <a:ea typeface="Montserrat"/>
                <a:cs typeface="Montserrat"/>
                <a:sym typeface="Montserrat"/>
              </a:rPr>
              <a:t>), bom dia! Tudo bem? Fico feliz em conversar contigo. Eu sou o </a:t>
            </a:r>
            <a:r>
              <a:rPr lang="pt-BR" sz="1200">
                <a:solidFill>
                  <a:srgbClr val="434343"/>
                </a:solidFill>
                <a:latin typeface="Montserrat"/>
                <a:ea typeface="Montserrat"/>
                <a:cs typeface="Montserrat"/>
                <a:sym typeface="Montserrat"/>
              </a:rPr>
              <a:t>Higor Plens. Diretor Comercial no Grupo Four Pixel. Responsável pelo programa de parceiros do Z-Api</a:t>
            </a:r>
            <a:endParaRPr sz="1200">
              <a:solidFill>
                <a:srgbClr val="434343"/>
              </a:solidFill>
              <a:latin typeface="Montserrat"/>
              <a:ea typeface="Montserrat"/>
              <a:cs typeface="Montserrat"/>
              <a:sym typeface="Montserrat"/>
            </a:endParaRPr>
          </a:p>
          <a:p>
            <a:pPr indent="0" lvl="0" marL="0" rtl="0" algn="l">
              <a:lnSpc>
                <a:spcPct val="120000"/>
              </a:lnSpc>
              <a:spcBef>
                <a:spcPts val="1600"/>
              </a:spcBef>
              <a:spcAft>
                <a:spcPts val="0"/>
              </a:spcAft>
              <a:buClr>
                <a:schemeClr val="dk1"/>
              </a:buClr>
              <a:buSzPts val="1100"/>
              <a:buFont typeface="Arial"/>
              <a:buNone/>
            </a:pPr>
            <a:r>
              <a:rPr lang="pt-BR" sz="1200">
                <a:solidFill>
                  <a:srgbClr val="434343"/>
                </a:solidFill>
                <a:latin typeface="Montserrat"/>
                <a:ea typeface="Montserrat"/>
                <a:cs typeface="Montserrat"/>
                <a:sym typeface="Montserrat"/>
              </a:rPr>
              <a:t>Ex: </a:t>
            </a:r>
            <a:r>
              <a:rPr b="0" lang="pt-BR" sz="1200">
                <a:solidFill>
                  <a:srgbClr val="434343"/>
                </a:solidFill>
                <a:latin typeface="Montserrat"/>
                <a:ea typeface="Montserrat"/>
                <a:cs typeface="Montserrat"/>
                <a:sym typeface="Montserrat"/>
              </a:rPr>
              <a:t>“Olá (</a:t>
            </a:r>
            <a:r>
              <a:rPr lang="pt-BR" sz="1200">
                <a:solidFill>
                  <a:srgbClr val="434343"/>
                </a:solidFill>
                <a:latin typeface="Montserrat"/>
                <a:ea typeface="Montserrat"/>
                <a:cs typeface="Montserrat"/>
                <a:sym typeface="Montserrat"/>
              </a:rPr>
              <a:t>Júlio</a:t>
            </a:r>
            <a:r>
              <a:rPr b="0" lang="pt-BR" sz="1200">
                <a:solidFill>
                  <a:srgbClr val="434343"/>
                </a:solidFill>
                <a:latin typeface="Montserrat"/>
                <a:ea typeface="Montserrat"/>
                <a:cs typeface="Montserrat"/>
                <a:sym typeface="Montserrat"/>
              </a:rPr>
              <a:t>), bom dia! Tudo bem? Fico feliz em conversar contigo. Eu sou o </a:t>
            </a:r>
            <a:r>
              <a:rPr lang="pt-BR" sz="1200">
                <a:solidFill>
                  <a:srgbClr val="434343"/>
                </a:solidFill>
                <a:latin typeface="Montserrat"/>
                <a:ea typeface="Montserrat"/>
                <a:cs typeface="Montserrat"/>
                <a:sym typeface="Montserrat"/>
              </a:rPr>
              <a:t>Higor Plens. Coordenador do Time de Atendimento do Plugchat. Sou responsável pelas soluções prestadas pelo departamento.</a:t>
            </a:r>
            <a:endParaRPr sz="1200">
              <a:solidFill>
                <a:srgbClr val="434343"/>
              </a:solidFill>
              <a:latin typeface="Montserrat"/>
              <a:ea typeface="Montserrat"/>
              <a:cs typeface="Montserrat"/>
              <a:sym typeface="Montserrat"/>
            </a:endParaRPr>
          </a:p>
          <a:p>
            <a:pPr indent="0" lvl="0" marL="0" rtl="0" algn="l">
              <a:lnSpc>
                <a:spcPct val="120000"/>
              </a:lnSpc>
              <a:spcBef>
                <a:spcPts val="1600"/>
              </a:spcBef>
              <a:spcAft>
                <a:spcPts val="0"/>
              </a:spcAft>
              <a:buClr>
                <a:schemeClr val="dk1"/>
              </a:buClr>
              <a:buSzPts val="1100"/>
              <a:buFont typeface="Arial"/>
              <a:buNone/>
            </a:pPr>
            <a:r>
              <a:t/>
            </a:r>
            <a:endParaRPr b="0" sz="1000">
              <a:solidFill>
                <a:srgbClr val="434343"/>
              </a:solidFill>
              <a:latin typeface="Montserrat"/>
              <a:ea typeface="Montserrat"/>
              <a:cs typeface="Montserrat"/>
              <a:sym typeface="Montserrat"/>
            </a:endParaRPr>
          </a:p>
          <a:p>
            <a:pPr indent="0" lvl="0" marL="0" rtl="0" algn="l">
              <a:lnSpc>
                <a:spcPct val="120000"/>
              </a:lnSpc>
              <a:spcBef>
                <a:spcPts val="1600"/>
              </a:spcBef>
              <a:spcAft>
                <a:spcPts val="1600"/>
              </a:spcAft>
              <a:buClr>
                <a:schemeClr val="dk1"/>
              </a:buClr>
              <a:buSzPts val="1100"/>
              <a:buFont typeface="Arial"/>
              <a:buNone/>
            </a:pPr>
            <a:r>
              <a:t/>
            </a:r>
            <a:endParaRPr b="0" sz="1000">
              <a:solidFill>
                <a:srgbClr val="434343"/>
              </a:solidFill>
              <a:latin typeface="Montserrat"/>
              <a:ea typeface="Montserrat"/>
              <a:cs typeface="Montserrat"/>
              <a:sym typeface="Montserrat"/>
            </a:endParaRPr>
          </a:p>
        </p:txBody>
      </p:sp>
      <p:sp>
        <p:nvSpPr>
          <p:cNvPr id="1108" name="Google Shape;1108;p191"/>
          <p:cNvSpPr txBox="1"/>
          <p:nvPr>
            <p:ph type="title"/>
          </p:nvPr>
        </p:nvSpPr>
        <p:spPr>
          <a:xfrm>
            <a:off x="340200" y="288525"/>
            <a:ext cx="8463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pt-BR" sz="2700">
                <a:solidFill>
                  <a:srgbClr val="00B050"/>
                </a:solidFill>
                <a:latin typeface="Montserrat"/>
                <a:ea typeface="Montserrat"/>
                <a:cs typeface="Montserrat"/>
                <a:sym typeface="Montserrat"/>
              </a:rPr>
              <a:t>Quem sou?</a:t>
            </a:r>
            <a:endParaRPr b="0" sz="2000">
              <a:latin typeface="Montserrat Medium"/>
              <a:ea typeface="Montserrat Medium"/>
              <a:cs typeface="Montserrat Medium"/>
              <a:sym typeface="Montserrat Medium"/>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p192"/>
          <p:cNvSpPr txBox="1"/>
          <p:nvPr>
            <p:ph type="title"/>
          </p:nvPr>
        </p:nvSpPr>
        <p:spPr>
          <a:xfrm>
            <a:off x="340200" y="1178850"/>
            <a:ext cx="8463600" cy="3883800"/>
          </a:xfrm>
          <a:prstGeom prst="rect">
            <a:avLst/>
          </a:prstGeom>
        </p:spPr>
        <p:txBody>
          <a:bodyPr anchorCtr="0" anchor="t" bIns="91425" lIns="91425" spcFirstLastPara="1" rIns="91425" wrap="square" tIns="91425">
            <a:noAutofit/>
          </a:bodyPr>
          <a:lstStyle/>
          <a:p>
            <a:pPr indent="0" lvl="0" marL="0" rtl="0" algn="l">
              <a:lnSpc>
                <a:spcPct val="120000"/>
              </a:lnSpc>
              <a:spcBef>
                <a:spcPts val="0"/>
              </a:spcBef>
              <a:spcAft>
                <a:spcPts val="0"/>
              </a:spcAft>
              <a:buClr>
                <a:schemeClr val="dk1"/>
              </a:buClr>
              <a:buSzPts val="1100"/>
              <a:buFont typeface="Arial"/>
              <a:buNone/>
            </a:pPr>
            <a:r>
              <a:rPr lang="pt-BR" sz="1000">
                <a:solidFill>
                  <a:srgbClr val="434343"/>
                </a:solidFill>
                <a:latin typeface="Montserrat"/>
                <a:ea typeface="Montserrat"/>
                <a:cs typeface="Montserrat"/>
                <a:sym typeface="Montserrat"/>
              </a:rPr>
              <a:t>NOS </a:t>
            </a:r>
            <a:r>
              <a:rPr lang="pt-BR" sz="1000">
                <a:solidFill>
                  <a:srgbClr val="434343"/>
                </a:solidFill>
                <a:latin typeface="Montserrat"/>
                <a:ea typeface="Montserrat"/>
                <a:cs typeface="Montserrat"/>
                <a:sym typeface="Montserrat"/>
              </a:rPr>
              <a:t>APRESENTA</a:t>
            </a:r>
            <a:r>
              <a:rPr b="0" lang="pt-BR" sz="1000">
                <a:solidFill>
                  <a:srgbClr val="434343"/>
                </a:solidFill>
                <a:latin typeface="Montserrat"/>
                <a:ea typeface="Montserrat"/>
                <a:cs typeface="Montserrat"/>
                <a:sym typeface="Montserrat"/>
              </a:rPr>
              <a:t> de forma objetiva, mostrando a nossa essência, propósito, o grupo e especificamente </a:t>
            </a:r>
            <a:r>
              <a:rPr lang="pt-BR" sz="1000">
                <a:solidFill>
                  <a:srgbClr val="434343"/>
                </a:solidFill>
                <a:latin typeface="Montserrat"/>
                <a:ea typeface="Montserrat"/>
                <a:cs typeface="Montserrat"/>
                <a:sym typeface="Montserrat"/>
              </a:rPr>
              <a:t>A EMPRESA </a:t>
            </a:r>
            <a:r>
              <a:rPr b="0" lang="pt-BR" sz="1000">
                <a:solidFill>
                  <a:srgbClr val="434343"/>
                </a:solidFill>
                <a:latin typeface="Montserrat"/>
                <a:ea typeface="Montserrat"/>
                <a:cs typeface="Montserrat"/>
                <a:sym typeface="Montserrat"/>
              </a:rPr>
              <a:t>do grupo no qual estamos representamos e quem somos, demonstrar </a:t>
            </a:r>
            <a:r>
              <a:rPr lang="pt-BR" sz="1000">
                <a:solidFill>
                  <a:srgbClr val="00B050"/>
                </a:solidFill>
                <a:latin typeface="Montserrat"/>
                <a:ea typeface="Montserrat"/>
                <a:cs typeface="Montserrat"/>
                <a:sym typeface="Montserrat"/>
              </a:rPr>
              <a:t>confiança e credibilidade</a:t>
            </a:r>
            <a:r>
              <a:rPr b="0" lang="pt-BR" sz="1000">
                <a:solidFill>
                  <a:srgbClr val="434343"/>
                </a:solidFill>
                <a:latin typeface="Montserrat"/>
                <a:ea typeface="Montserrat"/>
                <a:cs typeface="Montserrat"/>
                <a:sym typeface="Montserrat"/>
              </a:rPr>
              <a:t> utilizar cases, exemplo de clientes, número de clientes aproximados, onde atuamos. Tudo isso pode contribuir para que o cliente nos veja como uma empresa no qual irá ajudar ele a crescer e não o contrário. É muito importante passarmos ao nosso futuro cliente ou atual que o problema será solucionado com eficiência pelo melhor time que ele poderia ter.</a:t>
            </a:r>
            <a:endParaRPr b="0" sz="1000">
              <a:solidFill>
                <a:srgbClr val="434343"/>
              </a:solidFill>
              <a:latin typeface="Montserrat"/>
              <a:ea typeface="Montserrat"/>
              <a:cs typeface="Montserrat"/>
              <a:sym typeface="Montserrat"/>
            </a:endParaRPr>
          </a:p>
          <a:p>
            <a:pPr indent="0" lvl="0" marL="0" rtl="0" algn="l">
              <a:lnSpc>
                <a:spcPct val="120000"/>
              </a:lnSpc>
              <a:spcBef>
                <a:spcPts val="1600"/>
              </a:spcBef>
              <a:spcAft>
                <a:spcPts val="0"/>
              </a:spcAft>
              <a:buClr>
                <a:schemeClr val="dk1"/>
              </a:buClr>
              <a:buSzPts val="1100"/>
              <a:buFont typeface="Arial"/>
              <a:buNone/>
            </a:pPr>
            <a:r>
              <a:rPr b="0" lang="pt-BR" sz="1000">
                <a:solidFill>
                  <a:srgbClr val="434343"/>
                </a:solidFill>
                <a:latin typeface="Montserrat"/>
                <a:ea typeface="Montserrat"/>
                <a:cs typeface="Montserrat"/>
                <a:sym typeface="Montserrat"/>
              </a:rPr>
              <a:t>“Olá {</a:t>
            </a:r>
            <a:r>
              <a:rPr lang="pt-BR" sz="1000">
                <a:solidFill>
                  <a:srgbClr val="434343"/>
                </a:solidFill>
                <a:latin typeface="Montserrat"/>
                <a:ea typeface="Montserrat"/>
                <a:cs typeface="Montserrat"/>
                <a:sym typeface="Montserrat"/>
              </a:rPr>
              <a:t>Nome Lead</a:t>
            </a:r>
            <a:r>
              <a:rPr b="0" lang="pt-BR" sz="1000">
                <a:solidFill>
                  <a:srgbClr val="434343"/>
                </a:solidFill>
                <a:latin typeface="Montserrat"/>
                <a:ea typeface="Montserrat"/>
                <a:cs typeface="Montserrat"/>
                <a:sym typeface="Montserrat"/>
              </a:rPr>
              <a:t>}, (bom dia/tarde) Tudo bem? Fico feliz em conversar contigo! Eu sou o (a)  {Nome / Sobrenome}. Sou o </a:t>
            </a:r>
            <a:r>
              <a:rPr lang="pt-BR" sz="1000">
                <a:solidFill>
                  <a:srgbClr val="434343"/>
                </a:solidFill>
                <a:latin typeface="Montserrat"/>
                <a:ea typeface="Montserrat"/>
                <a:cs typeface="Montserrat"/>
                <a:sym typeface="Montserrat"/>
              </a:rPr>
              <a:t>(Cargo, função de autoridade)</a:t>
            </a:r>
            <a:r>
              <a:rPr b="0" lang="pt-BR" sz="1000">
                <a:solidFill>
                  <a:srgbClr val="434343"/>
                </a:solidFill>
                <a:latin typeface="Montserrat"/>
                <a:ea typeface="Montserrat"/>
                <a:cs typeface="Montserrat"/>
                <a:sym typeface="Montserrat"/>
              </a:rPr>
              <a:t> </a:t>
            </a:r>
            <a:r>
              <a:rPr lang="pt-BR" sz="1000">
                <a:solidFill>
                  <a:srgbClr val="434343"/>
                </a:solidFill>
                <a:latin typeface="Montserrat"/>
                <a:ea typeface="Montserrat"/>
                <a:cs typeface="Montserrat"/>
                <a:sym typeface="Montserrat"/>
              </a:rPr>
              <a:t>(Nome do grupo / empresa)</a:t>
            </a:r>
            <a:r>
              <a:rPr b="0" lang="pt-BR" sz="1000">
                <a:solidFill>
                  <a:srgbClr val="434343"/>
                </a:solidFill>
                <a:latin typeface="Montserrat"/>
                <a:ea typeface="Montserrat"/>
                <a:cs typeface="Montserrat"/>
                <a:sym typeface="Montserrat"/>
              </a:rPr>
              <a:t>. </a:t>
            </a:r>
            <a:r>
              <a:rPr lang="pt-BR" sz="1000">
                <a:solidFill>
                  <a:srgbClr val="434343"/>
                </a:solidFill>
                <a:latin typeface="Montserrat"/>
                <a:ea typeface="Montserrat"/>
                <a:cs typeface="Montserrat"/>
                <a:sym typeface="Montserrat"/>
              </a:rPr>
              <a:t>(Quem somos / o que fazemos)</a:t>
            </a:r>
            <a:r>
              <a:rPr b="0" lang="pt-BR" sz="1000">
                <a:solidFill>
                  <a:srgbClr val="434343"/>
                </a:solidFill>
                <a:latin typeface="Montserrat"/>
                <a:ea typeface="Montserrat"/>
                <a:cs typeface="Montserrat"/>
                <a:sym typeface="Montserrat"/>
              </a:rPr>
              <a:t> </a:t>
            </a:r>
            <a:endParaRPr b="0" sz="1000">
              <a:solidFill>
                <a:srgbClr val="434343"/>
              </a:solidFill>
              <a:latin typeface="Montserrat"/>
              <a:ea typeface="Montserrat"/>
              <a:cs typeface="Montserrat"/>
              <a:sym typeface="Montserrat"/>
            </a:endParaRPr>
          </a:p>
          <a:p>
            <a:pPr indent="0" lvl="0" marL="0" rtl="0" algn="l">
              <a:lnSpc>
                <a:spcPct val="120000"/>
              </a:lnSpc>
              <a:spcBef>
                <a:spcPts val="1600"/>
              </a:spcBef>
              <a:spcAft>
                <a:spcPts val="0"/>
              </a:spcAft>
              <a:buClr>
                <a:schemeClr val="dk1"/>
              </a:buClr>
              <a:buSzPts val="1100"/>
              <a:buFont typeface="Arial"/>
              <a:buNone/>
            </a:pPr>
            <a:r>
              <a:rPr lang="pt-BR" sz="1000">
                <a:solidFill>
                  <a:srgbClr val="434343"/>
                </a:solidFill>
                <a:latin typeface="Montserrat"/>
                <a:ea typeface="Montserrat"/>
                <a:cs typeface="Montserrat"/>
                <a:sym typeface="Montserrat"/>
              </a:rPr>
              <a:t>Ex: </a:t>
            </a:r>
            <a:r>
              <a:rPr b="0" lang="pt-BR" sz="1000">
                <a:solidFill>
                  <a:srgbClr val="434343"/>
                </a:solidFill>
                <a:latin typeface="Montserrat"/>
                <a:ea typeface="Montserrat"/>
                <a:cs typeface="Montserrat"/>
                <a:sym typeface="Montserrat"/>
              </a:rPr>
              <a:t>“...</a:t>
            </a:r>
            <a:r>
              <a:rPr lang="pt-BR" sz="1000">
                <a:solidFill>
                  <a:srgbClr val="434343"/>
                </a:solidFill>
                <a:latin typeface="Montserrat"/>
                <a:ea typeface="Montserrat"/>
                <a:cs typeface="Montserrat"/>
                <a:sym typeface="Montserrat"/>
              </a:rPr>
              <a:t> Cargo (</a:t>
            </a:r>
            <a:r>
              <a:rPr b="0" lang="pt-BR" sz="1000">
                <a:solidFill>
                  <a:srgbClr val="434343"/>
                </a:solidFill>
                <a:latin typeface="Montserrat"/>
                <a:ea typeface="Montserrat"/>
                <a:cs typeface="Montserrat"/>
                <a:sym typeface="Montserrat"/>
              </a:rPr>
              <a:t>Diretor Comercial</a:t>
            </a:r>
            <a:r>
              <a:rPr lang="pt-BR" sz="1000">
                <a:solidFill>
                  <a:srgbClr val="434343"/>
                </a:solidFill>
                <a:latin typeface="Montserrat"/>
                <a:ea typeface="Montserrat"/>
                <a:cs typeface="Montserrat"/>
                <a:sym typeface="Montserrat"/>
              </a:rPr>
              <a:t>) </a:t>
            </a:r>
            <a:r>
              <a:rPr b="0" lang="pt-BR" sz="1000">
                <a:solidFill>
                  <a:srgbClr val="434343"/>
                </a:solidFill>
                <a:latin typeface="Montserrat"/>
                <a:ea typeface="Montserrat"/>
                <a:cs typeface="Montserrat"/>
                <a:sym typeface="Montserrat"/>
              </a:rPr>
              <a:t>no </a:t>
            </a:r>
            <a:r>
              <a:rPr lang="pt-BR" sz="1000">
                <a:solidFill>
                  <a:srgbClr val="434343"/>
                </a:solidFill>
                <a:latin typeface="Montserrat"/>
                <a:ea typeface="Montserrat"/>
                <a:cs typeface="Montserrat"/>
                <a:sym typeface="Montserrat"/>
              </a:rPr>
              <a:t>Grupo Four Pixel. Somos especialistas no maior ecossistema de tecnologia do país. Somos especialistas em Multi Operadores com UM número de Whatsapp.  </a:t>
            </a:r>
            <a:r>
              <a:rPr b="0" lang="pt-BR" sz="1000">
                <a:solidFill>
                  <a:srgbClr val="434343"/>
                </a:solidFill>
                <a:latin typeface="Montserrat"/>
                <a:ea typeface="Montserrat"/>
                <a:cs typeface="Montserrat"/>
                <a:sym typeface="Montserrat"/>
              </a:rPr>
              <a:t>Dar contexto</a:t>
            </a:r>
            <a:r>
              <a:rPr lang="pt-BR" sz="1000">
                <a:solidFill>
                  <a:srgbClr val="434343"/>
                </a:solidFill>
                <a:latin typeface="Montserrat"/>
                <a:ea typeface="Montserrat"/>
                <a:cs typeface="Montserrat"/>
                <a:sym typeface="Montserrat"/>
              </a:rPr>
              <a:t> (</a:t>
            </a:r>
            <a:r>
              <a:rPr b="0" lang="pt-BR" sz="1000">
                <a:solidFill>
                  <a:srgbClr val="00B050"/>
                </a:solidFill>
                <a:latin typeface="Montserrat"/>
                <a:ea typeface="Montserrat"/>
                <a:cs typeface="Montserrat"/>
                <a:sym typeface="Montserrat"/>
              </a:rPr>
              <a:t>Fiquei feliz de receber o seu contato e interesse pelo formulário que preencheu, parabéns pela escolha</a:t>
            </a:r>
            <a:r>
              <a:rPr lang="pt-BR" sz="1000">
                <a:solidFill>
                  <a:srgbClr val="434343"/>
                </a:solidFill>
                <a:latin typeface="Montserrat"/>
                <a:ea typeface="Montserrat"/>
                <a:cs typeface="Montserrat"/>
                <a:sym typeface="Montserrat"/>
              </a:rPr>
              <a:t>).  Hoje atendemos clientes em +20 estados e fazemos parte do maior ecossistema de tecnologia e vendas do país, esperamos ajudar a sua empresa a crescer com a gente!</a:t>
            </a:r>
            <a:endParaRPr sz="1000">
              <a:solidFill>
                <a:srgbClr val="434343"/>
              </a:solidFill>
              <a:latin typeface="Montserrat"/>
              <a:ea typeface="Montserrat"/>
              <a:cs typeface="Montserrat"/>
              <a:sym typeface="Montserrat"/>
            </a:endParaRPr>
          </a:p>
          <a:p>
            <a:pPr indent="0" lvl="0" marL="0" rtl="0" algn="l">
              <a:lnSpc>
                <a:spcPct val="120000"/>
              </a:lnSpc>
              <a:spcBef>
                <a:spcPts val="1600"/>
              </a:spcBef>
              <a:spcAft>
                <a:spcPts val="0"/>
              </a:spcAft>
              <a:buClr>
                <a:schemeClr val="dk1"/>
              </a:buClr>
              <a:buSzPts val="1100"/>
              <a:buFont typeface="Arial"/>
              <a:buNone/>
            </a:pPr>
            <a:r>
              <a:t/>
            </a:r>
            <a:endParaRPr b="0" sz="1000">
              <a:solidFill>
                <a:srgbClr val="434343"/>
              </a:solidFill>
              <a:latin typeface="Montserrat"/>
              <a:ea typeface="Montserrat"/>
              <a:cs typeface="Montserrat"/>
              <a:sym typeface="Montserrat"/>
            </a:endParaRPr>
          </a:p>
          <a:p>
            <a:pPr indent="0" lvl="0" marL="0" rtl="0" algn="l">
              <a:lnSpc>
                <a:spcPct val="120000"/>
              </a:lnSpc>
              <a:spcBef>
                <a:spcPts val="1600"/>
              </a:spcBef>
              <a:spcAft>
                <a:spcPts val="0"/>
              </a:spcAft>
              <a:buClr>
                <a:schemeClr val="dk1"/>
              </a:buClr>
              <a:buSzPts val="1100"/>
              <a:buFont typeface="Arial"/>
              <a:buNone/>
            </a:pPr>
            <a:r>
              <a:t/>
            </a:r>
            <a:endParaRPr b="0" sz="1000">
              <a:solidFill>
                <a:srgbClr val="434343"/>
              </a:solidFill>
              <a:latin typeface="Montserrat"/>
              <a:ea typeface="Montserrat"/>
              <a:cs typeface="Montserrat"/>
              <a:sym typeface="Montserrat"/>
            </a:endParaRPr>
          </a:p>
          <a:p>
            <a:pPr indent="0" lvl="0" marL="0" rtl="0" algn="l">
              <a:lnSpc>
                <a:spcPct val="120000"/>
              </a:lnSpc>
              <a:spcBef>
                <a:spcPts val="1600"/>
              </a:spcBef>
              <a:spcAft>
                <a:spcPts val="1600"/>
              </a:spcAft>
              <a:buClr>
                <a:schemeClr val="dk1"/>
              </a:buClr>
              <a:buSzPts val="1100"/>
              <a:buFont typeface="Arial"/>
              <a:buNone/>
            </a:pPr>
            <a:r>
              <a:rPr b="0" lang="pt-BR" sz="1000">
                <a:solidFill>
                  <a:srgbClr val="434343"/>
                </a:solidFill>
                <a:latin typeface="Montserrat"/>
                <a:ea typeface="Montserrat"/>
                <a:cs typeface="Montserrat"/>
                <a:sym typeface="Montserrat"/>
              </a:rPr>
              <a:t>. </a:t>
            </a:r>
            <a:endParaRPr b="0" sz="1000">
              <a:solidFill>
                <a:srgbClr val="666666"/>
              </a:solidFill>
              <a:latin typeface="Montserrat Medium"/>
              <a:ea typeface="Montserrat Medium"/>
              <a:cs typeface="Montserrat Medium"/>
              <a:sym typeface="Montserrat Medium"/>
            </a:endParaRPr>
          </a:p>
        </p:txBody>
      </p:sp>
      <p:sp>
        <p:nvSpPr>
          <p:cNvPr id="1114" name="Google Shape;1114;p192"/>
          <p:cNvSpPr txBox="1"/>
          <p:nvPr>
            <p:ph type="title"/>
          </p:nvPr>
        </p:nvSpPr>
        <p:spPr>
          <a:xfrm>
            <a:off x="340200" y="288525"/>
            <a:ext cx="8463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pt-BR" sz="2700">
                <a:solidFill>
                  <a:srgbClr val="00B050"/>
                </a:solidFill>
                <a:latin typeface="Montserrat"/>
                <a:ea typeface="Montserrat"/>
                <a:cs typeface="Montserrat"/>
                <a:sym typeface="Montserrat"/>
              </a:rPr>
              <a:t>Quem somos / O que fazemos?</a:t>
            </a:r>
            <a:endParaRPr b="0" sz="2000">
              <a:latin typeface="Montserrat Medium"/>
              <a:ea typeface="Montserrat Medium"/>
              <a:cs typeface="Montserrat Medium"/>
              <a:sym typeface="Montserrat Medium"/>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8" name="Shape 1118"/>
        <p:cNvGrpSpPr/>
        <p:nvPr/>
      </p:nvGrpSpPr>
      <p:grpSpPr>
        <a:xfrm>
          <a:off x="0" y="0"/>
          <a:ext cx="0" cy="0"/>
          <a:chOff x="0" y="0"/>
          <a:chExt cx="0" cy="0"/>
        </a:xfrm>
      </p:grpSpPr>
      <p:sp>
        <p:nvSpPr>
          <p:cNvPr id="1119" name="Google Shape;1119;p193"/>
          <p:cNvSpPr txBox="1"/>
          <p:nvPr>
            <p:ph type="title"/>
          </p:nvPr>
        </p:nvSpPr>
        <p:spPr>
          <a:xfrm>
            <a:off x="340200" y="1255050"/>
            <a:ext cx="8463600" cy="3331500"/>
          </a:xfrm>
          <a:prstGeom prst="rect">
            <a:avLst/>
          </a:prstGeom>
        </p:spPr>
        <p:txBody>
          <a:bodyPr anchorCtr="0" anchor="t" bIns="91425" lIns="91425" spcFirstLastPara="1" rIns="91425" wrap="square" tIns="91425">
            <a:noAutofit/>
          </a:bodyPr>
          <a:lstStyle/>
          <a:p>
            <a:pPr indent="0" lvl="0" marL="0" rtl="0" algn="l">
              <a:lnSpc>
                <a:spcPct val="120000"/>
              </a:lnSpc>
              <a:spcBef>
                <a:spcPts val="0"/>
              </a:spcBef>
              <a:spcAft>
                <a:spcPts val="0"/>
              </a:spcAft>
              <a:buClr>
                <a:schemeClr val="dk1"/>
              </a:buClr>
              <a:buSzPts val="1100"/>
              <a:buFont typeface="Arial"/>
              <a:buNone/>
            </a:pPr>
            <a:r>
              <a:rPr b="0" lang="pt-BR" sz="1000">
                <a:solidFill>
                  <a:srgbClr val="434343"/>
                </a:solidFill>
                <a:latin typeface="Montserrat"/>
                <a:ea typeface="Montserrat"/>
                <a:cs typeface="Montserrat"/>
                <a:sym typeface="Montserrat"/>
              </a:rPr>
              <a:t>Quando vamos em um especialista, um médico, um consultor de grandes negócios a primeira impressão que temos é justamente que aquela pessoa é uma</a:t>
            </a:r>
            <a:r>
              <a:rPr lang="pt-BR" sz="1000">
                <a:solidFill>
                  <a:srgbClr val="434343"/>
                </a:solidFill>
                <a:latin typeface="Montserrat"/>
                <a:ea typeface="Montserrat"/>
                <a:cs typeface="Montserrat"/>
                <a:sym typeface="Montserrat"/>
              </a:rPr>
              <a:t> grande autoridade e referência no assunto.</a:t>
            </a:r>
            <a:r>
              <a:rPr b="0" lang="pt-BR" sz="1000">
                <a:solidFill>
                  <a:srgbClr val="434343"/>
                </a:solidFill>
                <a:latin typeface="Montserrat"/>
                <a:ea typeface="Montserrat"/>
                <a:cs typeface="Montserrat"/>
                <a:sym typeface="Montserrat"/>
              </a:rPr>
              <a:t> Uma das palavras utilizadas é justamente essa. Quando usamos no cotidiano sem técnica pode ser uma frase rotineira.</a:t>
            </a:r>
            <a:endParaRPr b="0" sz="1000">
              <a:solidFill>
                <a:srgbClr val="434343"/>
              </a:solidFill>
              <a:latin typeface="Montserrat"/>
              <a:ea typeface="Montserrat"/>
              <a:cs typeface="Montserrat"/>
              <a:sym typeface="Montserrat"/>
            </a:endParaRPr>
          </a:p>
          <a:p>
            <a:pPr indent="0" lvl="0" marL="0" rtl="0" algn="l">
              <a:lnSpc>
                <a:spcPct val="120000"/>
              </a:lnSpc>
              <a:spcBef>
                <a:spcPts val="1600"/>
              </a:spcBef>
              <a:spcAft>
                <a:spcPts val="0"/>
              </a:spcAft>
              <a:buClr>
                <a:schemeClr val="dk1"/>
              </a:buClr>
              <a:buSzPts val="1100"/>
              <a:buFont typeface="Arial"/>
              <a:buNone/>
            </a:pPr>
            <a:r>
              <a:rPr b="0" lang="pt-BR" sz="1000">
                <a:solidFill>
                  <a:srgbClr val="434343"/>
                </a:solidFill>
                <a:latin typeface="Montserrat"/>
                <a:ea typeface="Montserrat"/>
                <a:cs typeface="Montserrat"/>
                <a:sym typeface="Montserrat"/>
              </a:rPr>
              <a:t>Mas após um </a:t>
            </a:r>
            <a:r>
              <a:rPr lang="pt-BR" sz="1000">
                <a:solidFill>
                  <a:srgbClr val="434343"/>
                </a:solidFill>
                <a:latin typeface="Montserrat"/>
                <a:ea typeface="Montserrat"/>
                <a:cs typeface="Montserrat"/>
                <a:sym typeface="Montserrat"/>
              </a:rPr>
              <a:t>Storytelling </a:t>
            </a:r>
            <a:r>
              <a:rPr b="0" lang="pt-BR" sz="1000">
                <a:solidFill>
                  <a:srgbClr val="434343"/>
                </a:solidFill>
                <a:latin typeface="Montserrat"/>
                <a:ea typeface="Montserrat"/>
                <a:cs typeface="Montserrat"/>
                <a:sym typeface="Montserrat"/>
              </a:rPr>
              <a:t>de impacto uma pergunta dessa seria como se o </a:t>
            </a:r>
            <a:r>
              <a:rPr lang="pt-BR" sz="1000">
                <a:solidFill>
                  <a:srgbClr val="434343"/>
                </a:solidFill>
                <a:latin typeface="Montserrat"/>
                <a:ea typeface="Montserrat"/>
                <a:cs typeface="Montserrat"/>
                <a:sym typeface="Montserrat"/>
              </a:rPr>
              <a:t>Gênio da Lâmpada </a:t>
            </a:r>
            <a:r>
              <a:rPr b="0" lang="pt-BR" sz="1000">
                <a:solidFill>
                  <a:srgbClr val="434343"/>
                </a:solidFill>
                <a:latin typeface="Montserrat"/>
                <a:ea typeface="Montserrat"/>
                <a:cs typeface="Montserrat"/>
                <a:sym typeface="Montserrat"/>
              </a:rPr>
              <a:t>aparecesse para nos ajudar, por isso é um dos arquétipos e estratégias que devemos adotar para proporcionar uma melhor experiência.</a:t>
            </a:r>
            <a:endParaRPr b="0" sz="1000">
              <a:solidFill>
                <a:srgbClr val="434343"/>
              </a:solidFill>
              <a:latin typeface="Montserrat"/>
              <a:ea typeface="Montserrat"/>
              <a:cs typeface="Montserrat"/>
              <a:sym typeface="Montserrat"/>
            </a:endParaRPr>
          </a:p>
          <a:p>
            <a:pPr indent="0" lvl="0" marL="0" rtl="0" algn="l">
              <a:lnSpc>
                <a:spcPct val="120000"/>
              </a:lnSpc>
              <a:spcBef>
                <a:spcPts val="1600"/>
              </a:spcBef>
              <a:spcAft>
                <a:spcPts val="0"/>
              </a:spcAft>
              <a:buClr>
                <a:schemeClr val="dk1"/>
              </a:buClr>
              <a:buSzPts val="1100"/>
              <a:buFont typeface="Arial"/>
              <a:buNone/>
            </a:pPr>
            <a:r>
              <a:rPr b="0" lang="pt-BR" sz="1000">
                <a:solidFill>
                  <a:srgbClr val="434343"/>
                </a:solidFill>
                <a:latin typeface="Montserrat"/>
                <a:ea typeface="Montserrat"/>
                <a:cs typeface="Montserrat"/>
                <a:sym typeface="Montserrat"/>
              </a:rPr>
              <a:t>Ex: “Júlio, como eu posso te ajudar a… (</a:t>
            </a:r>
            <a:r>
              <a:rPr lang="pt-BR" sz="1000">
                <a:solidFill>
                  <a:srgbClr val="434343"/>
                </a:solidFill>
                <a:latin typeface="Montserrat"/>
                <a:ea typeface="Montserrat"/>
                <a:cs typeface="Montserrat"/>
                <a:sym typeface="Montserrat"/>
              </a:rPr>
              <a:t>bater no problema ou dor que ele tem ou que solucionamos</a:t>
            </a:r>
            <a:r>
              <a:rPr b="0" lang="pt-BR" sz="1000">
                <a:solidFill>
                  <a:srgbClr val="434343"/>
                </a:solidFill>
                <a:latin typeface="Montserrat"/>
                <a:ea typeface="Montserrat"/>
                <a:cs typeface="Montserrat"/>
                <a:sym typeface="Montserrat"/>
              </a:rPr>
              <a:t>) resolver o atendimento da sua empresa para te proporcionar mais mobilidade e tempo para investir em outras frentes da empresa?</a:t>
            </a:r>
            <a:endParaRPr b="0" sz="1000">
              <a:solidFill>
                <a:srgbClr val="434343"/>
              </a:solidFill>
              <a:latin typeface="Montserrat"/>
              <a:ea typeface="Montserrat"/>
              <a:cs typeface="Montserrat"/>
              <a:sym typeface="Montserrat"/>
            </a:endParaRPr>
          </a:p>
          <a:p>
            <a:pPr indent="0" lvl="0" marL="0" rtl="0" algn="l">
              <a:lnSpc>
                <a:spcPct val="120000"/>
              </a:lnSpc>
              <a:spcBef>
                <a:spcPts val="1600"/>
              </a:spcBef>
              <a:spcAft>
                <a:spcPts val="0"/>
              </a:spcAft>
              <a:buClr>
                <a:schemeClr val="dk1"/>
              </a:buClr>
              <a:buSzPts val="1100"/>
              <a:buFont typeface="Arial"/>
              <a:buNone/>
            </a:pPr>
            <a:r>
              <a:rPr b="0" lang="pt-BR" sz="1000">
                <a:solidFill>
                  <a:srgbClr val="434343"/>
                </a:solidFill>
                <a:latin typeface="Montserrat"/>
                <a:ea typeface="Montserrat"/>
                <a:cs typeface="Montserrat"/>
                <a:sym typeface="Montserrat"/>
              </a:rPr>
              <a:t>Ex: “Júlio, como eu posso te ajudar a… (</a:t>
            </a:r>
            <a:r>
              <a:rPr lang="pt-BR" sz="1000">
                <a:solidFill>
                  <a:srgbClr val="434343"/>
                </a:solidFill>
                <a:latin typeface="Montserrat"/>
                <a:ea typeface="Montserrat"/>
                <a:cs typeface="Montserrat"/>
                <a:sym typeface="Montserrat"/>
              </a:rPr>
              <a:t>bater no problema ou dor que ele tem ou que solucionamos</a:t>
            </a:r>
            <a:r>
              <a:rPr b="0" lang="pt-BR" sz="1000">
                <a:solidFill>
                  <a:srgbClr val="434343"/>
                </a:solidFill>
                <a:latin typeface="Montserrat"/>
                <a:ea typeface="Montserrat"/>
                <a:cs typeface="Montserrat"/>
                <a:sym typeface="Montserrat"/>
              </a:rPr>
              <a:t>) se integrar na Maior API de integração com o Whatsapp do país e te possibilitar escalar seu negócio com um novo produto que pode agregar muito ao seu cliente e fazer você lucrar mais?</a:t>
            </a:r>
            <a:endParaRPr b="0" sz="1000">
              <a:solidFill>
                <a:srgbClr val="434343"/>
              </a:solidFill>
              <a:latin typeface="Montserrat"/>
              <a:ea typeface="Montserrat"/>
              <a:cs typeface="Montserrat"/>
              <a:sym typeface="Montserrat"/>
            </a:endParaRPr>
          </a:p>
          <a:p>
            <a:pPr indent="0" lvl="0" marL="0" rtl="0" algn="l">
              <a:lnSpc>
                <a:spcPct val="120000"/>
              </a:lnSpc>
              <a:spcBef>
                <a:spcPts val="1600"/>
              </a:spcBef>
              <a:spcAft>
                <a:spcPts val="1600"/>
              </a:spcAft>
              <a:buClr>
                <a:schemeClr val="dk1"/>
              </a:buClr>
              <a:buSzPts val="1100"/>
              <a:buFont typeface="Arial"/>
              <a:buNone/>
            </a:pPr>
            <a:r>
              <a:t/>
            </a:r>
            <a:endParaRPr b="0" sz="1000">
              <a:solidFill>
                <a:srgbClr val="434343"/>
              </a:solidFill>
              <a:latin typeface="Montserrat"/>
              <a:ea typeface="Montserrat"/>
              <a:cs typeface="Montserrat"/>
              <a:sym typeface="Montserrat"/>
            </a:endParaRPr>
          </a:p>
        </p:txBody>
      </p:sp>
      <p:sp>
        <p:nvSpPr>
          <p:cNvPr id="1120" name="Google Shape;1120;p193"/>
          <p:cNvSpPr txBox="1"/>
          <p:nvPr>
            <p:ph type="title"/>
          </p:nvPr>
        </p:nvSpPr>
        <p:spPr>
          <a:xfrm>
            <a:off x="340200" y="288525"/>
            <a:ext cx="8463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t-BR" sz="2100">
                <a:solidFill>
                  <a:srgbClr val="00B050"/>
                </a:solidFill>
                <a:latin typeface="Montserrat"/>
                <a:ea typeface="Montserrat"/>
                <a:cs typeface="Montserrat"/>
                <a:sym typeface="Montserrat"/>
              </a:rPr>
              <a:t>Arquétipo do Sábio/Curador - Como eu posso te ajudar?</a:t>
            </a:r>
            <a:endParaRPr sz="2700">
              <a:solidFill>
                <a:srgbClr val="00B050"/>
              </a:solidFill>
              <a:latin typeface="Montserrat"/>
              <a:ea typeface="Montserrat"/>
              <a:cs typeface="Montserrat"/>
              <a:sym typeface="Montserrat"/>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sp>
        <p:nvSpPr>
          <p:cNvPr id="1125" name="Google Shape;1125;p194"/>
          <p:cNvSpPr txBox="1"/>
          <p:nvPr>
            <p:ph type="title"/>
          </p:nvPr>
        </p:nvSpPr>
        <p:spPr>
          <a:xfrm>
            <a:off x="340200" y="1178850"/>
            <a:ext cx="8463600" cy="3883800"/>
          </a:xfrm>
          <a:prstGeom prst="rect">
            <a:avLst/>
          </a:prstGeom>
        </p:spPr>
        <p:txBody>
          <a:bodyPr anchorCtr="0" anchor="t" bIns="91425" lIns="91425" spcFirstLastPara="1" rIns="91425" wrap="square" tIns="91425">
            <a:noAutofit/>
          </a:bodyPr>
          <a:lstStyle/>
          <a:p>
            <a:pPr indent="0" lvl="0" marL="0" rtl="0" algn="l">
              <a:lnSpc>
                <a:spcPct val="120000"/>
              </a:lnSpc>
              <a:spcBef>
                <a:spcPts val="0"/>
              </a:spcBef>
              <a:spcAft>
                <a:spcPts val="0"/>
              </a:spcAft>
              <a:buClr>
                <a:schemeClr val="dk1"/>
              </a:buClr>
              <a:buSzPts val="1100"/>
              <a:buFont typeface="Arial"/>
              <a:buNone/>
            </a:pPr>
            <a:r>
              <a:rPr b="0" lang="pt-BR" sz="1000">
                <a:solidFill>
                  <a:srgbClr val="434343"/>
                </a:solidFill>
                <a:latin typeface="Montserrat"/>
                <a:ea typeface="Montserrat"/>
                <a:cs typeface="Montserrat"/>
                <a:sym typeface="Montserrat"/>
              </a:rPr>
              <a:t>Aqui é muito importante fazer perguntas ótimas para qualificar nosso contato e não dar abertura para que o cliente possa escapar ou ignorar uma mensagem nossa. Sempre finalizar uma mensagem com uma pergunta para nunca encerrar absolutamente nossa conversa antes de resolvermos.</a:t>
            </a:r>
            <a:endParaRPr b="0" sz="1000">
              <a:solidFill>
                <a:srgbClr val="434343"/>
              </a:solidFill>
              <a:latin typeface="Montserrat"/>
              <a:ea typeface="Montserrat"/>
              <a:cs typeface="Montserrat"/>
              <a:sym typeface="Montserrat"/>
            </a:endParaRPr>
          </a:p>
          <a:p>
            <a:pPr indent="0" lvl="0" marL="0" rtl="0" algn="l">
              <a:lnSpc>
                <a:spcPct val="120000"/>
              </a:lnSpc>
              <a:spcBef>
                <a:spcPts val="1600"/>
              </a:spcBef>
              <a:spcAft>
                <a:spcPts val="0"/>
              </a:spcAft>
              <a:buClr>
                <a:schemeClr val="dk1"/>
              </a:buClr>
              <a:buSzPts val="1100"/>
              <a:buFont typeface="Arial"/>
              <a:buNone/>
            </a:pPr>
            <a:r>
              <a:t/>
            </a:r>
            <a:endParaRPr b="0" sz="1000">
              <a:solidFill>
                <a:srgbClr val="434343"/>
              </a:solidFill>
              <a:latin typeface="Montserrat"/>
              <a:ea typeface="Montserrat"/>
              <a:cs typeface="Montserrat"/>
              <a:sym typeface="Montserrat"/>
            </a:endParaRPr>
          </a:p>
          <a:p>
            <a:pPr indent="0" lvl="0" marL="0" rtl="0" algn="l">
              <a:lnSpc>
                <a:spcPct val="120000"/>
              </a:lnSpc>
              <a:spcBef>
                <a:spcPts val="1600"/>
              </a:spcBef>
              <a:spcAft>
                <a:spcPts val="0"/>
              </a:spcAft>
              <a:buClr>
                <a:schemeClr val="dk1"/>
              </a:buClr>
              <a:buSzPts val="1100"/>
              <a:buFont typeface="Arial"/>
              <a:buNone/>
            </a:pPr>
            <a:r>
              <a:rPr b="0" lang="pt-BR" sz="1000">
                <a:solidFill>
                  <a:srgbClr val="434343"/>
                </a:solidFill>
                <a:latin typeface="Montserrat"/>
                <a:ea typeface="Montserrat"/>
                <a:cs typeface="Montserrat"/>
                <a:sym typeface="Montserrat"/>
              </a:rPr>
              <a:t>Ex: “Júlio, quantos números de Whatsapp você acredita que precisa migrar com o Z-Api?</a:t>
            </a:r>
            <a:endParaRPr b="0" sz="1000">
              <a:solidFill>
                <a:srgbClr val="434343"/>
              </a:solidFill>
              <a:latin typeface="Montserrat"/>
              <a:ea typeface="Montserrat"/>
              <a:cs typeface="Montserrat"/>
              <a:sym typeface="Montserrat"/>
            </a:endParaRPr>
          </a:p>
          <a:p>
            <a:pPr indent="0" lvl="0" marL="0" rtl="0" algn="l">
              <a:lnSpc>
                <a:spcPct val="120000"/>
              </a:lnSpc>
              <a:spcBef>
                <a:spcPts val="1600"/>
              </a:spcBef>
              <a:spcAft>
                <a:spcPts val="0"/>
              </a:spcAft>
              <a:buClr>
                <a:schemeClr val="dk1"/>
              </a:buClr>
              <a:buSzPts val="1100"/>
              <a:buFont typeface="Arial"/>
              <a:buNone/>
            </a:pPr>
            <a:r>
              <a:rPr b="0" lang="pt-BR" sz="1000">
                <a:solidFill>
                  <a:srgbClr val="434343"/>
                </a:solidFill>
                <a:latin typeface="Montserrat"/>
                <a:ea typeface="Montserrat"/>
                <a:cs typeface="Montserrat"/>
                <a:sym typeface="Montserrat"/>
              </a:rPr>
              <a:t>Ex: “Júlio, qual o tempo em que temos para solucionar isso ao seu ver?”</a:t>
            </a:r>
            <a:endParaRPr b="0" sz="1000">
              <a:solidFill>
                <a:srgbClr val="434343"/>
              </a:solidFill>
              <a:latin typeface="Montserrat"/>
              <a:ea typeface="Montserrat"/>
              <a:cs typeface="Montserrat"/>
              <a:sym typeface="Montserrat"/>
            </a:endParaRPr>
          </a:p>
          <a:p>
            <a:pPr indent="0" lvl="0" marL="0" rtl="0" algn="l">
              <a:lnSpc>
                <a:spcPct val="120000"/>
              </a:lnSpc>
              <a:spcBef>
                <a:spcPts val="1600"/>
              </a:spcBef>
              <a:spcAft>
                <a:spcPts val="0"/>
              </a:spcAft>
              <a:buClr>
                <a:schemeClr val="dk1"/>
              </a:buClr>
              <a:buSzPts val="1100"/>
              <a:buFont typeface="Arial"/>
              <a:buNone/>
            </a:pPr>
            <a:r>
              <a:rPr b="0" lang="pt-BR" sz="1000">
                <a:solidFill>
                  <a:srgbClr val="434343"/>
                </a:solidFill>
                <a:latin typeface="Montserrat"/>
                <a:ea typeface="Montserrat"/>
                <a:cs typeface="Montserrat"/>
                <a:sym typeface="Montserrat"/>
              </a:rPr>
              <a:t>Ex: “Júlio, você já tem um negócio em que precisa melhorar X?”</a:t>
            </a:r>
            <a:endParaRPr b="0" sz="1000">
              <a:solidFill>
                <a:srgbClr val="434343"/>
              </a:solidFill>
              <a:latin typeface="Montserrat"/>
              <a:ea typeface="Montserrat"/>
              <a:cs typeface="Montserrat"/>
              <a:sym typeface="Montserrat"/>
            </a:endParaRPr>
          </a:p>
          <a:p>
            <a:pPr indent="0" lvl="0" marL="0" rtl="0" algn="l">
              <a:lnSpc>
                <a:spcPct val="120000"/>
              </a:lnSpc>
              <a:spcBef>
                <a:spcPts val="1600"/>
              </a:spcBef>
              <a:spcAft>
                <a:spcPts val="0"/>
              </a:spcAft>
              <a:buClr>
                <a:schemeClr val="dk1"/>
              </a:buClr>
              <a:buSzPts val="1100"/>
              <a:buFont typeface="Arial"/>
              <a:buNone/>
            </a:pPr>
            <a:r>
              <a:rPr b="0" lang="pt-BR" sz="1000">
                <a:solidFill>
                  <a:srgbClr val="434343"/>
                </a:solidFill>
                <a:latin typeface="Montserrat"/>
                <a:ea typeface="Montserrat"/>
                <a:cs typeface="Montserrat"/>
                <a:sym typeface="Montserrat"/>
              </a:rPr>
              <a:t>Ex: “Júlio, quantas pessoas hoje têm na empresa contigo?”</a:t>
            </a:r>
            <a:endParaRPr b="0" sz="1000">
              <a:solidFill>
                <a:srgbClr val="434343"/>
              </a:solidFill>
              <a:latin typeface="Montserrat"/>
              <a:ea typeface="Montserrat"/>
              <a:cs typeface="Montserrat"/>
              <a:sym typeface="Montserrat"/>
            </a:endParaRPr>
          </a:p>
          <a:p>
            <a:pPr indent="0" lvl="0" marL="0" rtl="0" algn="l">
              <a:lnSpc>
                <a:spcPct val="120000"/>
              </a:lnSpc>
              <a:spcBef>
                <a:spcPts val="1600"/>
              </a:spcBef>
              <a:spcAft>
                <a:spcPts val="0"/>
              </a:spcAft>
              <a:buClr>
                <a:schemeClr val="dk1"/>
              </a:buClr>
              <a:buSzPts val="1100"/>
              <a:buFont typeface="Arial"/>
              <a:buNone/>
            </a:pPr>
            <a:r>
              <a:t/>
            </a:r>
            <a:endParaRPr b="0" sz="1000">
              <a:solidFill>
                <a:srgbClr val="434343"/>
              </a:solidFill>
              <a:latin typeface="Montserrat"/>
              <a:ea typeface="Montserrat"/>
              <a:cs typeface="Montserrat"/>
              <a:sym typeface="Montserrat"/>
            </a:endParaRPr>
          </a:p>
          <a:p>
            <a:pPr indent="0" lvl="0" marL="0" rtl="0" algn="l">
              <a:lnSpc>
                <a:spcPct val="120000"/>
              </a:lnSpc>
              <a:spcBef>
                <a:spcPts val="1600"/>
              </a:spcBef>
              <a:spcAft>
                <a:spcPts val="1600"/>
              </a:spcAft>
              <a:buClr>
                <a:schemeClr val="dk1"/>
              </a:buClr>
              <a:buSzPts val="1100"/>
              <a:buFont typeface="Arial"/>
              <a:buNone/>
            </a:pPr>
            <a:r>
              <a:t/>
            </a:r>
            <a:endParaRPr b="0" sz="1000">
              <a:solidFill>
                <a:srgbClr val="434343"/>
              </a:solidFill>
              <a:latin typeface="Montserrat"/>
              <a:ea typeface="Montserrat"/>
              <a:cs typeface="Montserrat"/>
              <a:sym typeface="Montserrat"/>
            </a:endParaRPr>
          </a:p>
        </p:txBody>
      </p:sp>
      <p:sp>
        <p:nvSpPr>
          <p:cNvPr id="1126" name="Google Shape;1126;p194"/>
          <p:cNvSpPr txBox="1"/>
          <p:nvPr>
            <p:ph type="title"/>
          </p:nvPr>
        </p:nvSpPr>
        <p:spPr>
          <a:xfrm>
            <a:off x="340200" y="288525"/>
            <a:ext cx="8463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pt-BR" sz="2700">
                <a:solidFill>
                  <a:srgbClr val="00B050"/>
                </a:solidFill>
                <a:latin typeface="Montserrat"/>
                <a:ea typeface="Montserrat"/>
                <a:cs typeface="Montserrat"/>
                <a:sym typeface="Montserrat"/>
              </a:rPr>
              <a:t>Perguntas Assertivas! CTA</a:t>
            </a:r>
            <a:endParaRPr b="0" sz="2000">
              <a:latin typeface="Montserrat Medium"/>
              <a:ea typeface="Montserrat Medium"/>
              <a:cs typeface="Montserrat Medium"/>
              <a:sym typeface="Montserrat Medium"/>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p195"/>
          <p:cNvSpPr txBox="1"/>
          <p:nvPr>
            <p:ph type="title"/>
          </p:nvPr>
        </p:nvSpPr>
        <p:spPr>
          <a:xfrm>
            <a:off x="340200" y="950250"/>
            <a:ext cx="8463600" cy="3883800"/>
          </a:xfrm>
          <a:prstGeom prst="rect">
            <a:avLst/>
          </a:prstGeom>
        </p:spPr>
        <p:txBody>
          <a:bodyPr anchorCtr="0" anchor="t" bIns="91425" lIns="91425" spcFirstLastPara="1" rIns="91425" wrap="square" tIns="91425">
            <a:noAutofit/>
          </a:bodyPr>
          <a:lstStyle/>
          <a:p>
            <a:pPr indent="0" lvl="0" marL="0" rtl="0" algn="l">
              <a:lnSpc>
                <a:spcPct val="120000"/>
              </a:lnSpc>
              <a:spcBef>
                <a:spcPts val="0"/>
              </a:spcBef>
              <a:spcAft>
                <a:spcPts val="0"/>
              </a:spcAft>
              <a:buClr>
                <a:schemeClr val="dk1"/>
              </a:buClr>
              <a:buSzPts val="1100"/>
              <a:buFont typeface="Arial"/>
              <a:buNone/>
            </a:pPr>
            <a:r>
              <a:t/>
            </a:r>
            <a:endParaRPr b="0" sz="1000">
              <a:solidFill>
                <a:srgbClr val="434343"/>
              </a:solidFill>
              <a:latin typeface="Montserrat"/>
              <a:ea typeface="Montserrat"/>
              <a:cs typeface="Montserrat"/>
              <a:sym typeface="Montserrat"/>
            </a:endParaRPr>
          </a:p>
          <a:p>
            <a:pPr indent="0" lvl="0" marL="0" rtl="0" algn="l">
              <a:lnSpc>
                <a:spcPct val="120000"/>
              </a:lnSpc>
              <a:spcBef>
                <a:spcPts val="1600"/>
              </a:spcBef>
              <a:spcAft>
                <a:spcPts val="0"/>
              </a:spcAft>
              <a:buClr>
                <a:schemeClr val="dk1"/>
              </a:buClr>
              <a:buSzPts val="1100"/>
              <a:buFont typeface="Arial"/>
              <a:buNone/>
            </a:pPr>
            <a:r>
              <a:rPr b="0" lang="pt-BR" sz="1000">
                <a:solidFill>
                  <a:srgbClr val="434343"/>
                </a:solidFill>
                <a:latin typeface="Montserrat"/>
                <a:ea typeface="Montserrat"/>
                <a:cs typeface="Montserrat"/>
                <a:sym typeface="Montserrat"/>
              </a:rPr>
              <a:t>“Olá, bom dia </a:t>
            </a:r>
            <a:r>
              <a:rPr lang="pt-BR" sz="1000">
                <a:solidFill>
                  <a:srgbClr val="00B050"/>
                </a:solidFill>
                <a:latin typeface="Montserrat"/>
                <a:ea typeface="Montserrat"/>
                <a:cs typeface="Montserrat"/>
                <a:sym typeface="Montserrat"/>
              </a:rPr>
              <a:t>Júlio </a:t>
            </a:r>
            <a:r>
              <a:rPr lang="pt-BR" sz="1000">
                <a:solidFill>
                  <a:srgbClr val="666666"/>
                </a:solidFill>
                <a:latin typeface="Montserrat"/>
                <a:ea typeface="Montserrat"/>
                <a:cs typeface="Montserrat"/>
                <a:sym typeface="Montserrat"/>
              </a:rPr>
              <a:t>(nome do cliente)</a:t>
            </a:r>
            <a:r>
              <a:rPr b="0" lang="pt-BR" sz="1000">
                <a:solidFill>
                  <a:srgbClr val="434343"/>
                </a:solidFill>
                <a:latin typeface="Montserrat"/>
                <a:ea typeface="Montserrat"/>
                <a:cs typeface="Montserrat"/>
                <a:sym typeface="Montserrat"/>
              </a:rPr>
              <a:t>. Tudo bem? Aqui é o </a:t>
            </a:r>
            <a:r>
              <a:rPr lang="pt-BR" sz="1000">
                <a:solidFill>
                  <a:srgbClr val="434343"/>
                </a:solidFill>
                <a:latin typeface="Montserrat"/>
                <a:ea typeface="Montserrat"/>
                <a:cs typeface="Montserrat"/>
                <a:sym typeface="Montserrat"/>
              </a:rPr>
              <a:t>(Quem eu sou com autoridade)</a:t>
            </a:r>
            <a:r>
              <a:rPr lang="pt-BR" sz="1000">
                <a:solidFill>
                  <a:srgbClr val="00B050"/>
                </a:solidFill>
                <a:latin typeface="Montserrat"/>
                <a:ea typeface="Montserrat"/>
                <a:cs typeface="Montserrat"/>
                <a:sym typeface="Montserrat"/>
              </a:rPr>
              <a:t>Gabriel Marques. Coordenador de Atendimento do </a:t>
            </a:r>
            <a:r>
              <a:rPr lang="pt-BR" sz="1000">
                <a:solidFill>
                  <a:srgbClr val="666666"/>
                </a:solidFill>
                <a:latin typeface="Montserrat"/>
                <a:ea typeface="Montserrat"/>
                <a:cs typeface="Montserrat"/>
                <a:sym typeface="Montserrat"/>
              </a:rPr>
              <a:t>(nome da empresa representada)</a:t>
            </a:r>
            <a:r>
              <a:rPr lang="pt-BR" sz="1000">
                <a:solidFill>
                  <a:srgbClr val="00B050"/>
                </a:solidFill>
                <a:latin typeface="Montserrat"/>
                <a:ea typeface="Montserrat"/>
                <a:cs typeface="Montserrat"/>
                <a:sym typeface="Montserrat"/>
              </a:rPr>
              <a:t>  Plugchat. </a:t>
            </a:r>
            <a:r>
              <a:rPr lang="pt-BR" sz="1000">
                <a:solidFill>
                  <a:srgbClr val="666666"/>
                </a:solidFill>
                <a:latin typeface="Montserrat"/>
                <a:ea typeface="Montserrat"/>
                <a:cs typeface="Montserrat"/>
                <a:sym typeface="Montserrat"/>
              </a:rPr>
              <a:t>(Quem somos como grupo) </a:t>
            </a:r>
            <a:r>
              <a:rPr lang="pt-BR" sz="1000">
                <a:solidFill>
                  <a:srgbClr val="00B050"/>
                </a:solidFill>
                <a:latin typeface="Montserrat"/>
                <a:ea typeface="Montserrat"/>
                <a:cs typeface="Montserrat"/>
                <a:sym typeface="Montserrat"/>
              </a:rPr>
              <a:t>Uma empresa do Grupo Four Pixel.</a:t>
            </a:r>
            <a:r>
              <a:rPr lang="pt-BR" sz="1000">
                <a:solidFill>
                  <a:srgbClr val="434343"/>
                </a:solidFill>
                <a:latin typeface="Montserrat"/>
                <a:ea typeface="Montserrat"/>
                <a:cs typeface="Montserrat"/>
                <a:sym typeface="Montserrat"/>
              </a:rPr>
              <a:t> </a:t>
            </a:r>
            <a:r>
              <a:rPr b="0" lang="pt-BR" sz="1000">
                <a:solidFill>
                  <a:srgbClr val="434343"/>
                </a:solidFill>
                <a:latin typeface="Montserrat"/>
                <a:ea typeface="Montserrat"/>
                <a:cs typeface="Montserrat"/>
                <a:sym typeface="Montserrat"/>
              </a:rPr>
              <a:t>Nós somos </a:t>
            </a:r>
            <a:r>
              <a:rPr lang="pt-BR" sz="1000">
                <a:solidFill>
                  <a:srgbClr val="434343"/>
                </a:solidFill>
                <a:latin typeface="Montserrat"/>
                <a:ea typeface="Montserrat"/>
                <a:cs typeface="Montserrat"/>
                <a:sym typeface="Montserrat"/>
              </a:rPr>
              <a:t>(Quem somos como empresa) </a:t>
            </a:r>
            <a:r>
              <a:rPr lang="pt-BR" sz="1000">
                <a:solidFill>
                  <a:srgbClr val="00B050"/>
                </a:solidFill>
                <a:latin typeface="Montserrat"/>
                <a:ea typeface="Montserrat"/>
                <a:cs typeface="Montserrat"/>
                <a:sym typeface="Montserrat"/>
              </a:rPr>
              <a:t>o </a:t>
            </a:r>
            <a:r>
              <a:rPr lang="pt-BR" sz="1000">
                <a:solidFill>
                  <a:srgbClr val="666666"/>
                </a:solidFill>
                <a:latin typeface="Montserrat"/>
                <a:ea typeface="Montserrat"/>
                <a:cs typeface="Montserrat"/>
                <a:sym typeface="Montserrat"/>
              </a:rPr>
              <a:t>(O que fazemos / Especialidade) </a:t>
            </a:r>
            <a:r>
              <a:rPr lang="pt-BR" sz="1000">
                <a:solidFill>
                  <a:srgbClr val="00B050"/>
                </a:solidFill>
                <a:latin typeface="Montserrat"/>
                <a:ea typeface="Montserrat"/>
                <a:cs typeface="Montserrat"/>
                <a:sym typeface="Montserrat"/>
              </a:rPr>
              <a:t>Melhor Chat de Atendimento para empreendedores do país. Somos especialistas em Multi Operadores com UM número de Whatsapp</a:t>
            </a:r>
            <a:r>
              <a:rPr b="0" lang="pt-BR" sz="1000">
                <a:solidFill>
                  <a:srgbClr val="434343"/>
                </a:solidFill>
                <a:latin typeface="Montserrat"/>
                <a:ea typeface="Montserrat"/>
                <a:cs typeface="Montserrat"/>
                <a:sym typeface="Montserrat"/>
              </a:rPr>
              <a:t>.  </a:t>
            </a:r>
            <a:endParaRPr b="0" sz="1000">
              <a:solidFill>
                <a:srgbClr val="434343"/>
              </a:solidFill>
              <a:latin typeface="Montserrat"/>
              <a:ea typeface="Montserrat"/>
              <a:cs typeface="Montserrat"/>
              <a:sym typeface="Montserrat"/>
            </a:endParaRPr>
          </a:p>
          <a:p>
            <a:pPr indent="0" lvl="0" marL="0" rtl="0" algn="l">
              <a:lnSpc>
                <a:spcPct val="120000"/>
              </a:lnSpc>
              <a:spcBef>
                <a:spcPts val="1600"/>
              </a:spcBef>
              <a:spcAft>
                <a:spcPts val="0"/>
              </a:spcAft>
              <a:buClr>
                <a:schemeClr val="dk1"/>
              </a:buClr>
              <a:buSzPts val="1100"/>
              <a:buFont typeface="Arial"/>
              <a:buNone/>
            </a:pPr>
            <a:r>
              <a:t/>
            </a:r>
            <a:endParaRPr b="0" sz="1000">
              <a:solidFill>
                <a:srgbClr val="434343"/>
              </a:solidFill>
              <a:latin typeface="Montserrat"/>
              <a:ea typeface="Montserrat"/>
              <a:cs typeface="Montserrat"/>
              <a:sym typeface="Montserrat"/>
            </a:endParaRPr>
          </a:p>
          <a:p>
            <a:pPr indent="0" lvl="0" marL="0" rtl="0" algn="l">
              <a:lnSpc>
                <a:spcPct val="120000"/>
              </a:lnSpc>
              <a:spcBef>
                <a:spcPts val="1600"/>
              </a:spcBef>
              <a:spcAft>
                <a:spcPts val="0"/>
              </a:spcAft>
              <a:buClr>
                <a:schemeClr val="dk1"/>
              </a:buClr>
              <a:buSzPts val="1100"/>
              <a:buFont typeface="Arial"/>
              <a:buNone/>
            </a:pPr>
            <a:r>
              <a:rPr b="0" lang="pt-BR" sz="1000">
                <a:solidFill>
                  <a:srgbClr val="434343"/>
                </a:solidFill>
                <a:latin typeface="Montserrat"/>
                <a:ea typeface="Montserrat"/>
                <a:cs typeface="Montserrat"/>
                <a:sym typeface="Montserrat"/>
              </a:rPr>
              <a:t> </a:t>
            </a:r>
            <a:r>
              <a:rPr lang="pt-BR" sz="1000">
                <a:solidFill>
                  <a:srgbClr val="434343"/>
                </a:solidFill>
                <a:latin typeface="Montserrat"/>
                <a:ea typeface="Montserrat"/>
                <a:cs typeface="Montserrat"/>
                <a:sym typeface="Montserrat"/>
              </a:rPr>
              <a:t>(Conexão com o cliente, fazer ele se sentir importante)</a:t>
            </a:r>
            <a:r>
              <a:rPr lang="pt-BR" sz="1000">
                <a:solidFill>
                  <a:srgbClr val="00B050"/>
                </a:solidFill>
                <a:latin typeface="Montserrat"/>
                <a:ea typeface="Montserrat"/>
                <a:cs typeface="Montserrat"/>
                <a:sym typeface="Montserrat"/>
              </a:rPr>
              <a:t>Fiquei feliz de receber o seu contato. </a:t>
            </a:r>
            <a:r>
              <a:rPr lang="pt-BR" sz="1000">
                <a:solidFill>
                  <a:srgbClr val="666666"/>
                </a:solidFill>
                <a:latin typeface="Montserrat"/>
                <a:ea typeface="Montserrat"/>
                <a:cs typeface="Montserrat"/>
                <a:sym typeface="Montserrat"/>
              </a:rPr>
              <a:t>(Contexto / Motivo do contato) </a:t>
            </a:r>
            <a:r>
              <a:rPr lang="pt-BR" sz="1000">
                <a:solidFill>
                  <a:srgbClr val="00B050"/>
                </a:solidFill>
                <a:latin typeface="Montserrat"/>
                <a:ea typeface="Montserrat"/>
                <a:cs typeface="Montserrat"/>
                <a:sym typeface="Montserrat"/>
              </a:rPr>
              <a:t>Devido ao seu interesse pelo formulário que preencheu,</a:t>
            </a:r>
            <a:r>
              <a:rPr b="0" lang="pt-BR" sz="1000">
                <a:solidFill>
                  <a:srgbClr val="434343"/>
                </a:solidFill>
                <a:latin typeface="Montserrat"/>
                <a:ea typeface="Montserrat"/>
                <a:cs typeface="Montserrat"/>
                <a:sym typeface="Montserrat"/>
              </a:rPr>
              <a:t> parabéns pela escolha. </a:t>
            </a:r>
            <a:r>
              <a:rPr lang="pt-BR" sz="1000">
                <a:solidFill>
                  <a:srgbClr val="434343"/>
                </a:solidFill>
                <a:latin typeface="Montserrat"/>
                <a:ea typeface="Montserrat"/>
                <a:cs typeface="Montserrat"/>
                <a:sym typeface="Montserrat"/>
              </a:rPr>
              <a:t>(Cases / Funcionou pra quem?) </a:t>
            </a:r>
            <a:r>
              <a:rPr lang="pt-BR" sz="1000">
                <a:solidFill>
                  <a:srgbClr val="00B050"/>
                </a:solidFill>
                <a:latin typeface="Montserrat"/>
                <a:ea typeface="Montserrat"/>
                <a:cs typeface="Montserrat"/>
                <a:sym typeface="Montserrat"/>
              </a:rPr>
              <a:t>Hoje atendemos clientes em +20 estados e </a:t>
            </a:r>
            <a:r>
              <a:rPr lang="pt-BR" sz="1000">
                <a:solidFill>
                  <a:srgbClr val="666666"/>
                </a:solidFill>
                <a:latin typeface="Montserrat"/>
                <a:ea typeface="Montserrat"/>
                <a:cs typeface="Montserrat"/>
                <a:sym typeface="Montserrat"/>
              </a:rPr>
              <a:t>(Autoridade) </a:t>
            </a:r>
            <a:r>
              <a:rPr lang="pt-BR" sz="1000">
                <a:solidFill>
                  <a:srgbClr val="00B050"/>
                </a:solidFill>
                <a:latin typeface="Montserrat"/>
                <a:ea typeface="Montserrat"/>
                <a:cs typeface="Montserrat"/>
                <a:sym typeface="Montserrat"/>
              </a:rPr>
              <a:t>fazemos parte do maior ecossistema de tecnologia e vendas do país</a:t>
            </a:r>
            <a:r>
              <a:rPr b="0" lang="pt-BR" sz="1000">
                <a:solidFill>
                  <a:srgbClr val="434343"/>
                </a:solidFill>
                <a:latin typeface="Montserrat"/>
                <a:ea typeface="Montserrat"/>
                <a:cs typeface="Montserrat"/>
                <a:sym typeface="Montserrat"/>
              </a:rPr>
              <a:t>, </a:t>
            </a:r>
            <a:r>
              <a:rPr lang="pt-BR" sz="1000">
                <a:solidFill>
                  <a:srgbClr val="434343"/>
                </a:solidFill>
                <a:latin typeface="Montserrat"/>
                <a:ea typeface="Montserrat"/>
                <a:cs typeface="Montserrat"/>
                <a:sym typeface="Montserrat"/>
              </a:rPr>
              <a:t>(Condução / Arquétipo de curador, sábio)</a:t>
            </a:r>
            <a:r>
              <a:rPr b="0" lang="pt-BR" sz="1000">
                <a:solidFill>
                  <a:srgbClr val="434343"/>
                </a:solidFill>
                <a:latin typeface="Montserrat"/>
                <a:ea typeface="Montserrat"/>
                <a:cs typeface="Montserrat"/>
                <a:sym typeface="Montserrat"/>
              </a:rPr>
              <a:t> </a:t>
            </a:r>
            <a:r>
              <a:rPr lang="pt-BR" sz="1000">
                <a:solidFill>
                  <a:srgbClr val="00B050"/>
                </a:solidFill>
                <a:latin typeface="Montserrat"/>
                <a:ea typeface="Montserrat"/>
                <a:cs typeface="Montserrat"/>
                <a:sym typeface="Montserrat"/>
              </a:rPr>
              <a:t>esperamos ajudar a sua empresa a crescer com a gente!</a:t>
            </a:r>
            <a:r>
              <a:rPr b="0" lang="pt-BR" sz="1000">
                <a:solidFill>
                  <a:srgbClr val="00B050"/>
                </a:solidFill>
                <a:latin typeface="Montserrat"/>
                <a:ea typeface="Montserrat"/>
                <a:cs typeface="Montserrat"/>
                <a:sym typeface="Montserrat"/>
              </a:rPr>
              <a:t> </a:t>
            </a:r>
            <a:r>
              <a:rPr lang="pt-BR" sz="1000">
                <a:solidFill>
                  <a:srgbClr val="00B050"/>
                </a:solidFill>
                <a:latin typeface="Montserrat"/>
                <a:ea typeface="Montserrat"/>
                <a:cs typeface="Montserrat"/>
                <a:sym typeface="Montserrat"/>
              </a:rPr>
              <a:t>Como eu posso te ajudar? Para eu entender melhor do seu negócio. (</a:t>
            </a:r>
            <a:r>
              <a:rPr lang="pt-BR" sz="1000">
                <a:solidFill>
                  <a:srgbClr val="666666"/>
                </a:solidFill>
                <a:latin typeface="Montserrat"/>
                <a:ea typeface="Montserrat"/>
                <a:cs typeface="Montserrat"/>
                <a:sym typeface="Montserrat"/>
              </a:rPr>
              <a:t>CTA - Chamada para ação pergunta</a:t>
            </a:r>
            <a:r>
              <a:rPr lang="pt-BR" sz="1000">
                <a:solidFill>
                  <a:srgbClr val="00B050"/>
                </a:solidFill>
                <a:latin typeface="Montserrat"/>
                <a:ea typeface="Montserrat"/>
                <a:cs typeface="Montserrat"/>
                <a:sym typeface="Montserrat"/>
              </a:rPr>
              <a:t>) Quantos telefones com Whatsapp você tem aí na empresa?</a:t>
            </a:r>
            <a:endParaRPr sz="1000">
              <a:solidFill>
                <a:srgbClr val="00B050"/>
              </a:solidFill>
              <a:latin typeface="Montserrat"/>
              <a:ea typeface="Montserrat"/>
              <a:cs typeface="Montserrat"/>
              <a:sym typeface="Montserrat"/>
            </a:endParaRPr>
          </a:p>
          <a:p>
            <a:pPr indent="0" lvl="0" marL="0" rtl="0" algn="l">
              <a:lnSpc>
                <a:spcPct val="120000"/>
              </a:lnSpc>
              <a:spcBef>
                <a:spcPts val="1600"/>
              </a:spcBef>
              <a:spcAft>
                <a:spcPts val="1600"/>
              </a:spcAft>
              <a:buClr>
                <a:schemeClr val="dk1"/>
              </a:buClr>
              <a:buSzPts val="1100"/>
              <a:buFont typeface="Arial"/>
              <a:buNone/>
            </a:pPr>
            <a:r>
              <a:rPr b="0" lang="pt-BR" sz="1000">
                <a:solidFill>
                  <a:srgbClr val="00B050"/>
                </a:solidFill>
                <a:latin typeface="Montserrat"/>
                <a:ea typeface="Montserrat"/>
                <a:cs typeface="Montserrat"/>
                <a:sym typeface="Montserrat"/>
              </a:rPr>
              <a:t>. </a:t>
            </a:r>
            <a:endParaRPr b="0" sz="1000">
              <a:solidFill>
                <a:srgbClr val="00B050"/>
              </a:solidFill>
              <a:latin typeface="Montserrat Medium"/>
              <a:ea typeface="Montserrat Medium"/>
              <a:cs typeface="Montserrat Medium"/>
              <a:sym typeface="Montserrat Medium"/>
            </a:endParaRPr>
          </a:p>
        </p:txBody>
      </p:sp>
      <p:sp>
        <p:nvSpPr>
          <p:cNvPr id="1132" name="Google Shape;1132;p195"/>
          <p:cNvSpPr txBox="1"/>
          <p:nvPr>
            <p:ph type="title"/>
          </p:nvPr>
        </p:nvSpPr>
        <p:spPr>
          <a:xfrm>
            <a:off x="340200" y="288525"/>
            <a:ext cx="8463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pt-BR" sz="2700">
                <a:solidFill>
                  <a:srgbClr val="00B050"/>
                </a:solidFill>
                <a:latin typeface="Montserrat"/>
                <a:ea typeface="Montserrat"/>
                <a:cs typeface="Montserrat"/>
                <a:sym typeface="Montserrat"/>
              </a:rPr>
              <a:t>Exemplo de uma abordagem receptiva</a:t>
            </a:r>
            <a:endParaRPr b="0" sz="2000">
              <a:latin typeface="Montserrat Medium"/>
              <a:ea typeface="Montserrat Medium"/>
              <a:cs typeface="Montserrat Medium"/>
              <a:sym typeface="Montserrat Medium"/>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36" name="Shape 1136"/>
        <p:cNvGrpSpPr/>
        <p:nvPr/>
      </p:nvGrpSpPr>
      <p:grpSpPr>
        <a:xfrm>
          <a:off x="0" y="0"/>
          <a:ext cx="0" cy="0"/>
          <a:chOff x="0" y="0"/>
          <a:chExt cx="0" cy="0"/>
        </a:xfrm>
      </p:grpSpPr>
      <p:sp>
        <p:nvSpPr>
          <p:cNvPr id="1137" name="Google Shape;1137;p196"/>
          <p:cNvSpPr txBox="1"/>
          <p:nvPr>
            <p:ph type="title"/>
          </p:nvPr>
        </p:nvSpPr>
        <p:spPr>
          <a:xfrm>
            <a:off x="1165990" y="2081414"/>
            <a:ext cx="6535200" cy="942900"/>
          </a:xfrm>
          <a:prstGeom prst="rect">
            <a:avLst/>
          </a:prstGeom>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b="1" lang="pt-BR" sz="2700">
                <a:solidFill>
                  <a:schemeClr val="lt1"/>
                </a:solidFill>
                <a:latin typeface="Montserrat"/>
                <a:ea typeface="Montserrat"/>
                <a:cs typeface="Montserrat"/>
                <a:sym typeface="Montserrat"/>
              </a:rPr>
              <a:t>Não faça a </a:t>
            </a:r>
            <a:r>
              <a:rPr b="1" lang="pt-BR" sz="2700">
                <a:solidFill>
                  <a:srgbClr val="04C5FD"/>
                </a:solidFill>
                <a:latin typeface="Montserrat"/>
                <a:ea typeface="Montserrat"/>
                <a:cs typeface="Montserrat"/>
                <a:sym typeface="Montserrat"/>
              </a:rPr>
              <a:t>primeira proposta</a:t>
            </a:r>
            <a:r>
              <a:rPr b="1" lang="pt-BR" sz="2700">
                <a:solidFill>
                  <a:schemeClr val="lt1"/>
                </a:solidFill>
                <a:latin typeface="Montserrat"/>
                <a:ea typeface="Montserrat"/>
                <a:cs typeface="Montserrat"/>
                <a:sym typeface="Montserrat"/>
              </a:rPr>
              <a:t> </a:t>
            </a:r>
            <a:endParaRPr b="1" sz="27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None/>
            </a:pPr>
            <a:r>
              <a:rPr b="1" lang="pt-BR" sz="2700">
                <a:solidFill>
                  <a:schemeClr val="lt1"/>
                </a:solidFill>
                <a:latin typeface="Montserrat"/>
                <a:ea typeface="Montserrat"/>
                <a:cs typeface="Montserrat"/>
                <a:sym typeface="Montserrat"/>
              </a:rPr>
              <a:t>Faça sua </a:t>
            </a:r>
            <a:r>
              <a:rPr b="1" lang="pt-BR" sz="2700">
                <a:solidFill>
                  <a:srgbClr val="04C5FD"/>
                </a:solidFill>
                <a:latin typeface="Montserrat"/>
                <a:ea typeface="Montserrat"/>
                <a:cs typeface="Montserrat"/>
                <a:sym typeface="Montserrat"/>
              </a:rPr>
              <a:t>melhor pergunta</a:t>
            </a:r>
            <a:r>
              <a:rPr b="1" lang="pt-BR" sz="2700">
                <a:solidFill>
                  <a:schemeClr val="lt1"/>
                </a:solidFill>
                <a:latin typeface="Montserrat"/>
                <a:ea typeface="Montserrat"/>
                <a:cs typeface="Montserrat"/>
                <a:sym typeface="Montserrat"/>
              </a:rPr>
              <a:t> </a:t>
            </a:r>
            <a:endParaRPr b="1" sz="27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None/>
            </a:pPr>
            <a:r>
              <a:rPr b="1" lang="pt-BR" sz="2700">
                <a:solidFill>
                  <a:schemeClr val="lt1"/>
                </a:solidFill>
                <a:latin typeface="Montserrat"/>
                <a:ea typeface="Montserrat"/>
                <a:cs typeface="Montserrat"/>
                <a:sym typeface="Montserrat"/>
              </a:rPr>
              <a:t>Conte sua </a:t>
            </a:r>
            <a:r>
              <a:rPr b="1" lang="pt-BR" sz="2700">
                <a:solidFill>
                  <a:srgbClr val="04C5FD"/>
                </a:solidFill>
                <a:latin typeface="Montserrat"/>
                <a:ea typeface="Montserrat"/>
                <a:cs typeface="Montserrat"/>
                <a:sym typeface="Montserrat"/>
              </a:rPr>
              <a:t>melhor história</a:t>
            </a:r>
            <a:r>
              <a:rPr b="1" lang="pt-BR" sz="2700">
                <a:solidFill>
                  <a:schemeClr val="lt1"/>
                </a:solidFill>
                <a:latin typeface="Montserrat"/>
                <a:ea typeface="Montserrat"/>
                <a:cs typeface="Montserrat"/>
                <a:sym typeface="Montserrat"/>
              </a:rPr>
              <a:t>!</a:t>
            </a:r>
            <a:endParaRPr b="1" sz="3200">
              <a:solidFill>
                <a:schemeClr val="lt1"/>
              </a:solidFill>
              <a:latin typeface="Montserrat"/>
              <a:ea typeface="Montserrat"/>
              <a:cs typeface="Montserrat"/>
              <a:sym typeface="Montserrat"/>
            </a:endParaRPr>
          </a:p>
        </p:txBody>
      </p:sp>
      <p:sp>
        <p:nvSpPr>
          <p:cNvPr id="1138" name="Google Shape;1138;p196"/>
          <p:cNvSpPr txBox="1"/>
          <p:nvPr>
            <p:ph type="title"/>
          </p:nvPr>
        </p:nvSpPr>
        <p:spPr>
          <a:xfrm>
            <a:off x="529650" y="399400"/>
            <a:ext cx="8084700" cy="942900"/>
          </a:xfrm>
          <a:prstGeom prst="rect">
            <a:avLst/>
          </a:prstGeom>
        </p:spPr>
        <p:txBody>
          <a:bodyPr anchorCtr="0" anchor="ctr" bIns="45700" lIns="91425" spcFirstLastPara="1" rIns="91425" wrap="square" tIns="45700">
            <a:noAutofit/>
          </a:bodyPr>
          <a:lstStyle/>
          <a:p>
            <a:pPr indent="0" lvl="0" marL="457200" rtl="0" algn="ctr">
              <a:lnSpc>
                <a:spcPct val="100000"/>
              </a:lnSpc>
              <a:spcBef>
                <a:spcPts val="0"/>
              </a:spcBef>
              <a:spcAft>
                <a:spcPts val="0"/>
              </a:spcAft>
              <a:buNone/>
            </a:pPr>
            <a:r>
              <a:rPr b="1" lang="pt-BR" sz="2100">
                <a:solidFill>
                  <a:schemeClr val="lt1"/>
                </a:solidFill>
                <a:latin typeface="Montserrat"/>
                <a:ea typeface="Montserrat"/>
                <a:cs typeface="Montserrat"/>
                <a:sym typeface="Montserrat"/>
              </a:rPr>
              <a:t>NÃO SE ESQUEÇA DAS 3 REGRAS PARA QUALQUER NEGOCIAÇÃO OU ATENDIMENTO</a:t>
            </a:r>
            <a:endParaRPr b="1" sz="2100">
              <a:solidFill>
                <a:schemeClr val="lt1"/>
              </a:solidFill>
              <a:latin typeface="Montserrat"/>
              <a:ea typeface="Montserrat"/>
              <a:cs typeface="Montserrat"/>
              <a:sym typeface="Montserrat"/>
            </a:endParaRPr>
          </a:p>
        </p:txBody>
      </p:sp>
      <p:sp>
        <p:nvSpPr>
          <p:cNvPr id="1139" name="Google Shape;1139;p196"/>
          <p:cNvSpPr txBox="1"/>
          <p:nvPr>
            <p:ph type="title"/>
          </p:nvPr>
        </p:nvSpPr>
        <p:spPr>
          <a:xfrm>
            <a:off x="529650" y="3763450"/>
            <a:ext cx="8180700" cy="543300"/>
          </a:xfrm>
          <a:prstGeom prst="rect">
            <a:avLst/>
          </a:prstGeom>
        </p:spPr>
        <p:txBody>
          <a:bodyPr anchorCtr="0" anchor="ctr" bIns="45700" lIns="91425" spcFirstLastPara="1" rIns="91425" wrap="square" tIns="45700">
            <a:noAutofit/>
          </a:bodyPr>
          <a:lstStyle/>
          <a:p>
            <a:pPr indent="0" lvl="0" marL="457200" rtl="0" algn="l">
              <a:lnSpc>
                <a:spcPct val="100000"/>
              </a:lnSpc>
              <a:spcBef>
                <a:spcPts val="0"/>
              </a:spcBef>
              <a:spcAft>
                <a:spcPts val="0"/>
              </a:spcAft>
              <a:buNone/>
            </a:pPr>
            <a:r>
              <a:rPr b="1" lang="pt-BR" sz="1000">
                <a:solidFill>
                  <a:schemeClr val="lt1"/>
                </a:solidFill>
                <a:latin typeface="Montserrat"/>
                <a:ea typeface="Montserrat"/>
                <a:cs typeface="Montserrat"/>
                <a:sym typeface="Montserrat"/>
              </a:rPr>
              <a:t>Fale menos e ouça mais, pergunte assertivamente para que o cliente reflita, conte a melhor história para a resolução do problema dele.</a:t>
            </a:r>
            <a:endParaRPr b="1" sz="1000">
              <a:solidFill>
                <a:schemeClr val="lt1"/>
              </a:solidFill>
              <a:latin typeface="Montserrat"/>
              <a:ea typeface="Montserrat"/>
              <a:cs typeface="Montserrat"/>
              <a:sym typeface="Montserrat"/>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43" name="Shape 1143"/>
        <p:cNvGrpSpPr/>
        <p:nvPr/>
      </p:nvGrpSpPr>
      <p:grpSpPr>
        <a:xfrm>
          <a:off x="0" y="0"/>
          <a:ext cx="0" cy="0"/>
          <a:chOff x="0" y="0"/>
          <a:chExt cx="0" cy="0"/>
        </a:xfrm>
      </p:grpSpPr>
      <p:sp>
        <p:nvSpPr>
          <p:cNvPr id="1144" name="Google Shape;1144;p197"/>
          <p:cNvSpPr txBox="1"/>
          <p:nvPr>
            <p:ph type="title"/>
          </p:nvPr>
        </p:nvSpPr>
        <p:spPr>
          <a:xfrm>
            <a:off x="504475" y="1946700"/>
            <a:ext cx="8084700" cy="1319700"/>
          </a:xfrm>
          <a:prstGeom prst="rect">
            <a:avLst/>
          </a:prstGeom>
        </p:spPr>
        <p:txBody>
          <a:bodyPr anchorCtr="0" anchor="ctr" bIns="45700" lIns="91425" spcFirstLastPara="1" rIns="91425" wrap="square" tIns="45700">
            <a:noAutofit/>
          </a:bodyPr>
          <a:lstStyle/>
          <a:p>
            <a:pPr indent="0" lvl="0" marL="457200" rtl="0" algn="ctr">
              <a:lnSpc>
                <a:spcPct val="100000"/>
              </a:lnSpc>
              <a:spcBef>
                <a:spcPts val="0"/>
              </a:spcBef>
              <a:spcAft>
                <a:spcPts val="0"/>
              </a:spcAft>
              <a:buNone/>
            </a:pPr>
            <a:r>
              <a:rPr b="1" lang="pt-BR" sz="3000">
                <a:solidFill>
                  <a:schemeClr val="lt1"/>
                </a:solidFill>
                <a:latin typeface="Montserrat"/>
                <a:ea typeface="Montserrat"/>
                <a:cs typeface="Montserrat"/>
                <a:sym typeface="Montserrat"/>
              </a:rPr>
              <a:t>8.2 Perfis de cliente</a:t>
            </a:r>
            <a:endParaRPr b="1" sz="3000">
              <a:solidFill>
                <a:schemeClr val="lt1"/>
              </a:solidFill>
              <a:latin typeface="Montserrat"/>
              <a:ea typeface="Montserrat"/>
              <a:cs typeface="Montserrat"/>
              <a:sym typeface="Montserrat"/>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8" name="Shape 1148"/>
        <p:cNvGrpSpPr/>
        <p:nvPr/>
      </p:nvGrpSpPr>
      <p:grpSpPr>
        <a:xfrm>
          <a:off x="0" y="0"/>
          <a:ext cx="0" cy="0"/>
          <a:chOff x="0" y="0"/>
          <a:chExt cx="0" cy="0"/>
        </a:xfrm>
      </p:grpSpPr>
      <p:sp>
        <p:nvSpPr>
          <p:cNvPr id="1149" name="Google Shape;1149;p198"/>
          <p:cNvSpPr txBox="1"/>
          <p:nvPr/>
        </p:nvSpPr>
        <p:spPr>
          <a:xfrm>
            <a:off x="270250" y="216425"/>
            <a:ext cx="3387300" cy="38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pt-BR" sz="1600">
                <a:solidFill>
                  <a:srgbClr val="00B050"/>
                </a:solidFill>
                <a:latin typeface="Montserrat"/>
                <a:ea typeface="Montserrat"/>
                <a:cs typeface="Montserrat"/>
                <a:sym typeface="Montserrat"/>
              </a:rPr>
              <a:t>Perfil do Cliente Z-Api </a:t>
            </a:r>
            <a:endParaRPr b="1" sz="1600">
              <a:solidFill>
                <a:srgbClr val="00B050"/>
              </a:solidFill>
              <a:latin typeface="Montserrat"/>
              <a:ea typeface="Montserrat"/>
              <a:cs typeface="Montserrat"/>
              <a:sym typeface="Montserrat"/>
            </a:endParaRPr>
          </a:p>
        </p:txBody>
      </p:sp>
      <p:sp>
        <p:nvSpPr>
          <p:cNvPr id="1150" name="Google Shape;1150;p198"/>
          <p:cNvSpPr/>
          <p:nvPr/>
        </p:nvSpPr>
        <p:spPr>
          <a:xfrm>
            <a:off x="0" y="270375"/>
            <a:ext cx="201300" cy="327000"/>
          </a:xfrm>
          <a:prstGeom prst="rect">
            <a:avLst/>
          </a:prstGeom>
          <a:solidFill>
            <a:srgbClr val="00B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0B050"/>
              </a:solidFill>
            </a:endParaRPr>
          </a:p>
        </p:txBody>
      </p:sp>
      <p:sp>
        <p:nvSpPr>
          <p:cNvPr id="1151" name="Google Shape;1151;p198"/>
          <p:cNvSpPr txBox="1"/>
          <p:nvPr/>
        </p:nvSpPr>
        <p:spPr>
          <a:xfrm>
            <a:off x="270250" y="568325"/>
            <a:ext cx="7554900" cy="39747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b="1" lang="pt-BR" sz="900">
                <a:solidFill>
                  <a:srgbClr val="434343"/>
                </a:solidFill>
                <a:latin typeface="Montserrat"/>
                <a:ea typeface="Montserrat"/>
                <a:cs typeface="Montserrat"/>
                <a:sym typeface="Montserrat"/>
              </a:rPr>
              <a:t>PERFIL DO CLIENTE</a:t>
            </a:r>
            <a:endParaRPr b="1" sz="900">
              <a:solidFill>
                <a:srgbClr val="434343"/>
              </a:solidFill>
              <a:latin typeface="Montserrat"/>
              <a:ea typeface="Montserrat"/>
              <a:cs typeface="Montserrat"/>
              <a:sym typeface="Montserrat"/>
            </a:endParaRPr>
          </a:p>
          <a:p>
            <a:pPr indent="-285750" lvl="0" marL="457200" rtl="0" algn="l">
              <a:lnSpc>
                <a:spcPct val="120000"/>
              </a:lnSpc>
              <a:spcBef>
                <a:spcPts val="160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Número de colaboradores</a:t>
            </a:r>
            <a:endParaRPr sz="900">
              <a:solidFill>
                <a:srgbClr val="434343"/>
              </a:solidFill>
              <a:latin typeface="Montserrat"/>
              <a:ea typeface="Montserrat"/>
              <a:cs typeface="Montserrat"/>
              <a:sym typeface="Montserrat"/>
            </a:endParaRPr>
          </a:p>
          <a:p>
            <a:pPr indent="-285750" lvl="0" marL="457200" rtl="0" algn="l">
              <a:lnSpc>
                <a:spcPct val="12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Valor do FEE</a:t>
            </a:r>
            <a:endParaRPr sz="900">
              <a:solidFill>
                <a:srgbClr val="434343"/>
              </a:solidFill>
              <a:latin typeface="Montserrat"/>
              <a:ea typeface="Montserrat"/>
              <a:cs typeface="Montserrat"/>
              <a:sym typeface="Montserrat"/>
            </a:endParaRPr>
          </a:p>
          <a:p>
            <a:pPr indent="-285750" lvl="0" marL="457200" rtl="0" algn="l">
              <a:lnSpc>
                <a:spcPct val="12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Instâncias com a gente</a:t>
            </a:r>
            <a:endParaRPr sz="900">
              <a:solidFill>
                <a:srgbClr val="434343"/>
              </a:solidFill>
              <a:latin typeface="Montserrat"/>
              <a:ea typeface="Montserrat"/>
              <a:cs typeface="Montserrat"/>
              <a:sym typeface="Montserrat"/>
            </a:endParaRPr>
          </a:p>
          <a:p>
            <a:pPr indent="-285750" lvl="0" marL="457200" rtl="0" algn="l">
              <a:lnSpc>
                <a:spcPct val="12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Plano de parceiro</a:t>
            </a:r>
            <a:endParaRPr sz="900">
              <a:solidFill>
                <a:srgbClr val="434343"/>
              </a:solidFill>
              <a:latin typeface="Montserrat"/>
              <a:ea typeface="Montserrat"/>
              <a:cs typeface="Montserrat"/>
              <a:sym typeface="Montserrat"/>
            </a:endParaRPr>
          </a:p>
          <a:p>
            <a:pPr indent="-285750" lvl="0" marL="457200" rtl="0" algn="l">
              <a:lnSpc>
                <a:spcPct val="12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Profissional interno?</a:t>
            </a:r>
            <a:endParaRPr sz="900">
              <a:solidFill>
                <a:srgbClr val="434343"/>
              </a:solidFill>
              <a:latin typeface="Montserrat"/>
              <a:ea typeface="Montserrat"/>
              <a:cs typeface="Montserrat"/>
              <a:sym typeface="Montserrat"/>
            </a:endParaRPr>
          </a:p>
          <a:p>
            <a:pPr indent="-285750" lvl="0" marL="457200" rtl="0" algn="l">
              <a:lnSpc>
                <a:spcPct val="12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Já tem ou teve API antes? </a:t>
            </a:r>
            <a:endParaRPr sz="900">
              <a:solidFill>
                <a:srgbClr val="434343"/>
              </a:solidFill>
              <a:latin typeface="Montserrat"/>
              <a:ea typeface="Montserrat"/>
              <a:cs typeface="Montserrat"/>
              <a:sym typeface="Montserrat"/>
            </a:endParaRPr>
          </a:p>
          <a:p>
            <a:pPr indent="-285750" lvl="0" marL="457200" rtl="0" algn="l">
              <a:lnSpc>
                <a:spcPct val="12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Urgência? </a:t>
            </a:r>
            <a:endParaRPr sz="900">
              <a:solidFill>
                <a:srgbClr val="434343"/>
              </a:solidFill>
              <a:latin typeface="Montserrat"/>
              <a:ea typeface="Montserrat"/>
              <a:cs typeface="Montserrat"/>
              <a:sym typeface="Montserrat"/>
            </a:endParaRPr>
          </a:p>
          <a:p>
            <a:pPr indent="0" lvl="0" marL="0" rtl="0" algn="l">
              <a:lnSpc>
                <a:spcPct val="120000"/>
              </a:lnSpc>
              <a:spcBef>
                <a:spcPts val="1600"/>
              </a:spcBef>
              <a:spcAft>
                <a:spcPts val="0"/>
              </a:spcAft>
              <a:buNone/>
            </a:pPr>
            <a:r>
              <a:rPr b="1" lang="pt-BR" sz="900">
                <a:solidFill>
                  <a:srgbClr val="434343"/>
                </a:solidFill>
                <a:latin typeface="Montserrat"/>
                <a:ea typeface="Montserrat"/>
                <a:cs typeface="Montserrat"/>
                <a:sym typeface="Montserrat"/>
              </a:rPr>
              <a:t>MQL </a:t>
            </a:r>
            <a:r>
              <a:rPr lang="pt-BR" sz="900">
                <a:solidFill>
                  <a:srgbClr val="434343"/>
                </a:solidFill>
                <a:latin typeface="Montserrat"/>
                <a:ea typeface="Montserrat"/>
                <a:cs typeface="Montserrat"/>
                <a:sym typeface="Montserrat"/>
              </a:rPr>
              <a:t>- </a:t>
            </a:r>
            <a:r>
              <a:rPr b="1" lang="pt-BR" sz="900">
                <a:solidFill>
                  <a:srgbClr val="434343"/>
                </a:solidFill>
                <a:latin typeface="Montserrat"/>
                <a:ea typeface="Montserrat"/>
                <a:cs typeface="Montserrat"/>
                <a:sym typeface="Montserrat"/>
              </a:rPr>
              <a:t>MARKETING QUALIFIED LEAD </a:t>
            </a:r>
            <a:r>
              <a:rPr lang="pt-BR" sz="900">
                <a:solidFill>
                  <a:srgbClr val="434343"/>
                </a:solidFill>
                <a:latin typeface="Montserrat"/>
                <a:ea typeface="Montserrat"/>
                <a:cs typeface="Montserrat"/>
                <a:sym typeface="Montserrat"/>
              </a:rPr>
              <a:t>- Qualificação dos Leads Captados pelo Marketing</a:t>
            </a:r>
            <a:endParaRPr sz="900">
              <a:solidFill>
                <a:srgbClr val="434343"/>
              </a:solidFill>
              <a:latin typeface="Montserrat"/>
              <a:ea typeface="Montserrat"/>
              <a:cs typeface="Montserrat"/>
              <a:sym typeface="Montserrat"/>
            </a:endParaRPr>
          </a:p>
          <a:p>
            <a:pPr indent="0" lvl="0" marL="0" rtl="0" algn="l">
              <a:lnSpc>
                <a:spcPct val="120000"/>
              </a:lnSpc>
              <a:spcBef>
                <a:spcPts val="1600"/>
              </a:spcBef>
              <a:spcAft>
                <a:spcPts val="0"/>
              </a:spcAft>
              <a:buNone/>
            </a:pPr>
            <a:r>
              <a:rPr b="1" lang="pt-BR" sz="900">
                <a:solidFill>
                  <a:srgbClr val="434343"/>
                </a:solidFill>
                <a:latin typeface="Montserrat"/>
                <a:ea typeface="Montserrat"/>
                <a:cs typeface="Montserrat"/>
                <a:sym typeface="Montserrat"/>
              </a:rPr>
              <a:t>SQL </a:t>
            </a:r>
            <a:r>
              <a:rPr lang="pt-BR" sz="900">
                <a:solidFill>
                  <a:srgbClr val="434343"/>
                </a:solidFill>
                <a:latin typeface="Montserrat"/>
                <a:ea typeface="Montserrat"/>
                <a:cs typeface="Montserrat"/>
                <a:sym typeface="Montserrat"/>
              </a:rPr>
              <a:t>-  </a:t>
            </a:r>
            <a:r>
              <a:rPr b="1" lang="pt-BR" sz="900">
                <a:solidFill>
                  <a:srgbClr val="434343"/>
                </a:solidFill>
                <a:latin typeface="Montserrat"/>
                <a:ea typeface="Montserrat"/>
                <a:cs typeface="Montserrat"/>
                <a:sym typeface="Montserrat"/>
              </a:rPr>
              <a:t>Objetivo - Validar Perfil ideal </a:t>
            </a:r>
            <a:r>
              <a:rPr lang="pt-BR" sz="900">
                <a:solidFill>
                  <a:srgbClr val="434343"/>
                </a:solidFill>
                <a:latin typeface="Montserrat"/>
                <a:ea typeface="Montserrat"/>
                <a:cs typeface="Montserrat"/>
                <a:sym typeface="Montserrat"/>
              </a:rPr>
              <a:t>+ Dor do cliente + Informações do que já atua, entender as necessidades do lead, se ele é autoridade na empresa ou decisor, validar o  Timming do lead, se ele possui os investimentos necessários para ser um cliente. Após validar, qualificar e identificar o potencial para se tornar cliente e direcionar para nosso fluxo.</a:t>
            </a:r>
            <a:endParaRPr sz="900">
              <a:solidFill>
                <a:srgbClr val="434343"/>
              </a:solidFill>
              <a:latin typeface="Montserrat"/>
              <a:ea typeface="Montserrat"/>
              <a:cs typeface="Montserrat"/>
              <a:sym typeface="Montserrat"/>
            </a:endParaRPr>
          </a:p>
          <a:p>
            <a:pPr indent="0" lvl="0" marL="0" rtl="0" algn="l">
              <a:lnSpc>
                <a:spcPct val="120000"/>
              </a:lnSpc>
              <a:spcBef>
                <a:spcPts val="1600"/>
              </a:spcBef>
              <a:spcAft>
                <a:spcPts val="0"/>
              </a:spcAft>
              <a:buNone/>
            </a:pPr>
            <a:r>
              <a:t/>
            </a:r>
            <a:endParaRPr sz="900">
              <a:solidFill>
                <a:srgbClr val="434343"/>
              </a:solidFill>
              <a:latin typeface="Montserrat"/>
              <a:ea typeface="Montserrat"/>
              <a:cs typeface="Montserrat"/>
              <a:sym typeface="Montserrat"/>
            </a:endParaRPr>
          </a:p>
          <a:p>
            <a:pPr indent="-285750" lvl="0" marL="457200" rtl="0" algn="l">
              <a:lnSpc>
                <a:spcPct val="100000"/>
              </a:lnSpc>
              <a:spcBef>
                <a:spcPts val="1600"/>
              </a:spcBef>
              <a:spcAft>
                <a:spcPts val="0"/>
              </a:spcAft>
              <a:buClr>
                <a:srgbClr val="434343"/>
              </a:buClr>
              <a:buSzPts val="900"/>
              <a:buFont typeface="Montserrat"/>
              <a:buChar char="●"/>
            </a:pPr>
            <a:r>
              <a:rPr b="1" lang="pt-BR" sz="900">
                <a:solidFill>
                  <a:srgbClr val="434343"/>
                </a:solidFill>
                <a:latin typeface="Montserrat"/>
                <a:ea typeface="Montserrat"/>
                <a:cs typeface="Montserrat"/>
                <a:sym typeface="Montserrat"/>
              </a:rPr>
              <a:t>ORIGEM DO LEAD</a:t>
            </a:r>
            <a:endParaRPr b="1" sz="900">
              <a:solidFill>
                <a:srgbClr val="434343"/>
              </a:solidFill>
              <a:latin typeface="Montserrat"/>
              <a:ea typeface="Montserrat"/>
              <a:cs typeface="Montserrat"/>
              <a:sym typeface="Montserrat"/>
            </a:endParaRPr>
          </a:p>
          <a:p>
            <a:pPr indent="-285750" lvl="0" marL="457200" rtl="0" algn="l">
              <a:lnSpc>
                <a:spcPct val="100000"/>
              </a:lnSpc>
              <a:spcBef>
                <a:spcPts val="0"/>
              </a:spcBef>
              <a:spcAft>
                <a:spcPts val="0"/>
              </a:spcAft>
              <a:buClr>
                <a:srgbClr val="434343"/>
              </a:buClr>
              <a:buSzPts val="900"/>
              <a:buFont typeface="Montserrat"/>
              <a:buChar char="●"/>
            </a:pPr>
            <a:r>
              <a:rPr b="1" lang="pt-BR" sz="900">
                <a:solidFill>
                  <a:srgbClr val="434343"/>
                </a:solidFill>
                <a:latin typeface="Montserrat"/>
                <a:ea typeface="Montserrat"/>
                <a:cs typeface="Montserrat"/>
                <a:sym typeface="Montserrat"/>
              </a:rPr>
              <a:t>MOTIVOS</a:t>
            </a:r>
            <a:endParaRPr b="1" sz="900">
              <a:solidFill>
                <a:srgbClr val="434343"/>
              </a:solidFill>
              <a:latin typeface="Montserrat"/>
              <a:ea typeface="Montserrat"/>
              <a:cs typeface="Montserrat"/>
              <a:sym typeface="Montserrat"/>
            </a:endParaRPr>
          </a:p>
          <a:p>
            <a:pPr indent="-285750" lvl="0" marL="457200" rtl="0" algn="l">
              <a:lnSpc>
                <a:spcPct val="100000"/>
              </a:lnSpc>
              <a:spcBef>
                <a:spcPts val="0"/>
              </a:spcBef>
              <a:spcAft>
                <a:spcPts val="0"/>
              </a:spcAft>
              <a:buClr>
                <a:srgbClr val="434343"/>
              </a:buClr>
              <a:buSzPts val="900"/>
              <a:buFont typeface="Montserrat"/>
              <a:buChar char="●"/>
            </a:pPr>
            <a:r>
              <a:rPr b="1" lang="pt-BR" sz="900">
                <a:solidFill>
                  <a:srgbClr val="434343"/>
                </a:solidFill>
                <a:latin typeface="Montserrat"/>
                <a:ea typeface="Montserrat"/>
                <a:cs typeface="Montserrat"/>
                <a:sym typeface="Montserrat"/>
              </a:rPr>
              <a:t>CAMPANHAS - REVISAR CAMPANHAS DE VENDAS</a:t>
            </a:r>
            <a:r>
              <a:rPr lang="pt-BR" sz="900">
                <a:solidFill>
                  <a:srgbClr val="434343"/>
                </a:solidFill>
                <a:latin typeface="Montserrat"/>
                <a:ea typeface="Montserrat"/>
                <a:cs typeface="Montserrat"/>
                <a:sym typeface="Montserrat"/>
              </a:rPr>
              <a:t> / </a:t>
            </a:r>
            <a:r>
              <a:rPr b="1" lang="pt-BR" sz="900">
                <a:solidFill>
                  <a:srgbClr val="434343"/>
                </a:solidFill>
                <a:latin typeface="Montserrat"/>
                <a:ea typeface="Montserrat"/>
                <a:cs typeface="Montserrat"/>
                <a:sym typeface="Montserrat"/>
              </a:rPr>
              <a:t>PERFIL VOLTADO PARA VOLUME OU CONSULTIVO? </a:t>
            </a:r>
            <a:endParaRPr b="1" sz="900">
              <a:solidFill>
                <a:srgbClr val="434343"/>
              </a:solidFill>
              <a:latin typeface="Montserrat"/>
              <a:ea typeface="Montserrat"/>
              <a:cs typeface="Montserrat"/>
              <a:sym typeface="Montserrat"/>
            </a:endParaRPr>
          </a:p>
          <a:p>
            <a:pPr indent="0" lvl="0" marL="0" rtl="0" algn="l">
              <a:lnSpc>
                <a:spcPct val="120000"/>
              </a:lnSpc>
              <a:spcBef>
                <a:spcPts val="1600"/>
              </a:spcBef>
              <a:spcAft>
                <a:spcPts val="0"/>
              </a:spcAft>
              <a:buNone/>
            </a:pPr>
            <a:r>
              <a:t/>
            </a:r>
            <a:endParaRPr sz="1000">
              <a:solidFill>
                <a:srgbClr val="434343"/>
              </a:solidFill>
              <a:latin typeface="Montserrat"/>
              <a:ea typeface="Montserrat"/>
              <a:cs typeface="Montserrat"/>
              <a:sym typeface="Montserrat"/>
            </a:endParaRPr>
          </a:p>
          <a:p>
            <a:pPr indent="0" lvl="0" marL="0" rtl="0" algn="l">
              <a:lnSpc>
                <a:spcPct val="120000"/>
              </a:lnSpc>
              <a:spcBef>
                <a:spcPts val="1600"/>
              </a:spcBef>
              <a:spcAft>
                <a:spcPts val="1600"/>
              </a:spcAft>
              <a:buNone/>
            </a:pPr>
            <a:r>
              <a:t/>
            </a:r>
            <a:endParaRPr sz="1000">
              <a:solidFill>
                <a:srgbClr val="434343"/>
              </a:solidFill>
              <a:latin typeface="Montserrat"/>
              <a:ea typeface="Montserrat"/>
              <a:cs typeface="Montserrat"/>
              <a:sym typeface="Montserrat"/>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p199"/>
          <p:cNvSpPr txBox="1"/>
          <p:nvPr/>
        </p:nvSpPr>
        <p:spPr>
          <a:xfrm>
            <a:off x="270250" y="216425"/>
            <a:ext cx="3387300" cy="38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pt-BR" sz="1800">
                <a:solidFill>
                  <a:srgbClr val="0070C0"/>
                </a:solidFill>
                <a:latin typeface="Montserrat"/>
                <a:ea typeface="Montserrat"/>
                <a:cs typeface="Montserrat"/>
                <a:sym typeface="Montserrat"/>
              </a:rPr>
              <a:t>Perfil do Cliente Plugchat</a:t>
            </a:r>
            <a:endParaRPr b="1" sz="1800">
              <a:solidFill>
                <a:srgbClr val="0070C0"/>
              </a:solidFill>
              <a:latin typeface="Montserrat"/>
              <a:ea typeface="Montserrat"/>
              <a:cs typeface="Montserrat"/>
              <a:sym typeface="Montserrat"/>
            </a:endParaRPr>
          </a:p>
        </p:txBody>
      </p:sp>
      <p:sp>
        <p:nvSpPr>
          <p:cNvPr id="1157" name="Google Shape;1157;p199"/>
          <p:cNvSpPr/>
          <p:nvPr/>
        </p:nvSpPr>
        <p:spPr>
          <a:xfrm>
            <a:off x="0" y="270375"/>
            <a:ext cx="201300" cy="327000"/>
          </a:xfrm>
          <a:prstGeom prst="rect">
            <a:avLst/>
          </a:prstGeom>
          <a:solidFill>
            <a:srgbClr val="0C48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C487B"/>
              </a:solidFill>
            </a:endParaRPr>
          </a:p>
        </p:txBody>
      </p:sp>
      <p:sp>
        <p:nvSpPr>
          <p:cNvPr id="1158" name="Google Shape;1158;p199"/>
          <p:cNvSpPr txBox="1"/>
          <p:nvPr/>
        </p:nvSpPr>
        <p:spPr>
          <a:xfrm>
            <a:off x="270250" y="949325"/>
            <a:ext cx="7554900" cy="37053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b="1" lang="pt-BR" sz="900">
                <a:solidFill>
                  <a:srgbClr val="434343"/>
                </a:solidFill>
                <a:latin typeface="Montserrat"/>
                <a:ea typeface="Montserrat"/>
                <a:cs typeface="Montserrat"/>
                <a:sym typeface="Montserrat"/>
              </a:rPr>
              <a:t>PERFIL DO CLIENTE </a:t>
            </a:r>
            <a:endParaRPr b="1" sz="900">
              <a:solidFill>
                <a:srgbClr val="434343"/>
              </a:solidFill>
              <a:latin typeface="Montserrat"/>
              <a:ea typeface="Montserrat"/>
              <a:cs typeface="Montserrat"/>
              <a:sym typeface="Montserrat"/>
            </a:endParaRPr>
          </a:p>
          <a:p>
            <a:pPr indent="-285750" lvl="0" marL="457200" rtl="0" algn="l">
              <a:lnSpc>
                <a:spcPct val="120000"/>
              </a:lnSpc>
              <a:spcBef>
                <a:spcPts val="160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Funcionários </a:t>
            </a:r>
            <a:endParaRPr sz="900">
              <a:solidFill>
                <a:srgbClr val="434343"/>
              </a:solidFill>
              <a:latin typeface="Montserrat"/>
              <a:ea typeface="Montserrat"/>
              <a:cs typeface="Montserrat"/>
              <a:sym typeface="Montserrat"/>
            </a:endParaRPr>
          </a:p>
          <a:p>
            <a:pPr indent="-285750" lvl="0" marL="457200" rtl="0" algn="l">
              <a:lnSpc>
                <a:spcPct val="12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FEE</a:t>
            </a:r>
            <a:endParaRPr sz="900">
              <a:solidFill>
                <a:srgbClr val="434343"/>
              </a:solidFill>
              <a:latin typeface="Montserrat"/>
              <a:ea typeface="Montserrat"/>
              <a:cs typeface="Montserrat"/>
              <a:sym typeface="Montserrat"/>
            </a:endParaRPr>
          </a:p>
          <a:p>
            <a:pPr indent="-285750" lvl="0" marL="457200" rtl="0" algn="l">
              <a:lnSpc>
                <a:spcPct val="12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Operadores com a gente</a:t>
            </a:r>
            <a:endParaRPr sz="900">
              <a:solidFill>
                <a:srgbClr val="434343"/>
              </a:solidFill>
              <a:latin typeface="Montserrat"/>
              <a:ea typeface="Montserrat"/>
              <a:cs typeface="Montserrat"/>
              <a:sym typeface="Montserrat"/>
            </a:endParaRPr>
          </a:p>
          <a:p>
            <a:pPr indent="-285750" lvl="0" marL="457200" rtl="0" algn="l">
              <a:lnSpc>
                <a:spcPct val="12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Gestor de atendimento </a:t>
            </a:r>
            <a:endParaRPr sz="900">
              <a:solidFill>
                <a:srgbClr val="434343"/>
              </a:solidFill>
              <a:latin typeface="Montserrat"/>
              <a:ea typeface="Montserrat"/>
              <a:cs typeface="Montserrat"/>
              <a:sym typeface="Montserrat"/>
            </a:endParaRPr>
          </a:p>
          <a:p>
            <a:pPr indent="-285750" lvl="0" marL="457200" rtl="0" algn="l">
              <a:lnSpc>
                <a:spcPct val="12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Solução anterior? </a:t>
            </a:r>
            <a:endParaRPr sz="900">
              <a:solidFill>
                <a:srgbClr val="434343"/>
              </a:solidFill>
              <a:latin typeface="Montserrat"/>
              <a:ea typeface="Montserrat"/>
              <a:cs typeface="Montserrat"/>
              <a:sym typeface="Montserrat"/>
            </a:endParaRPr>
          </a:p>
          <a:p>
            <a:pPr indent="-285750" lvl="0" marL="457200" rtl="0" algn="l">
              <a:lnSpc>
                <a:spcPct val="12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Urgência? Dor latente? </a:t>
            </a:r>
            <a:endParaRPr sz="900">
              <a:solidFill>
                <a:srgbClr val="434343"/>
              </a:solidFill>
              <a:latin typeface="Montserrat"/>
              <a:ea typeface="Montserrat"/>
              <a:cs typeface="Montserrat"/>
              <a:sym typeface="Montserrat"/>
            </a:endParaRPr>
          </a:p>
          <a:p>
            <a:pPr indent="0" lvl="0" marL="0" rtl="0" algn="l">
              <a:lnSpc>
                <a:spcPct val="120000"/>
              </a:lnSpc>
              <a:spcBef>
                <a:spcPts val="1600"/>
              </a:spcBef>
              <a:spcAft>
                <a:spcPts val="0"/>
              </a:spcAft>
              <a:buNone/>
            </a:pPr>
            <a:r>
              <a:rPr b="1" lang="pt-BR" sz="900">
                <a:solidFill>
                  <a:srgbClr val="434343"/>
                </a:solidFill>
                <a:latin typeface="Montserrat"/>
                <a:ea typeface="Montserrat"/>
                <a:cs typeface="Montserrat"/>
                <a:sym typeface="Montserrat"/>
              </a:rPr>
              <a:t>MQL </a:t>
            </a:r>
            <a:r>
              <a:rPr lang="pt-BR" sz="900">
                <a:solidFill>
                  <a:srgbClr val="434343"/>
                </a:solidFill>
                <a:latin typeface="Montserrat"/>
                <a:ea typeface="Montserrat"/>
                <a:cs typeface="Montserrat"/>
                <a:sym typeface="Montserrat"/>
              </a:rPr>
              <a:t>- </a:t>
            </a:r>
            <a:r>
              <a:rPr b="1" lang="pt-BR" sz="900">
                <a:solidFill>
                  <a:srgbClr val="434343"/>
                </a:solidFill>
                <a:latin typeface="Montserrat"/>
                <a:ea typeface="Montserrat"/>
                <a:cs typeface="Montserrat"/>
                <a:sym typeface="Montserrat"/>
              </a:rPr>
              <a:t>MARKETING QUALIFIED LEAD </a:t>
            </a:r>
            <a:r>
              <a:rPr lang="pt-BR" sz="900">
                <a:solidFill>
                  <a:srgbClr val="434343"/>
                </a:solidFill>
                <a:latin typeface="Montserrat"/>
                <a:ea typeface="Montserrat"/>
                <a:cs typeface="Montserrat"/>
                <a:sym typeface="Montserrat"/>
              </a:rPr>
              <a:t>- Qualificação dos Leads Captados pelo Marketing</a:t>
            </a:r>
            <a:endParaRPr sz="900">
              <a:solidFill>
                <a:srgbClr val="434343"/>
              </a:solidFill>
              <a:latin typeface="Montserrat"/>
              <a:ea typeface="Montserrat"/>
              <a:cs typeface="Montserrat"/>
              <a:sym typeface="Montserrat"/>
            </a:endParaRPr>
          </a:p>
          <a:p>
            <a:pPr indent="0" lvl="0" marL="0" rtl="0" algn="l">
              <a:lnSpc>
                <a:spcPct val="120000"/>
              </a:lnSpc>
              <a:spcBef>
                <a:spcPts val="1600"/>
              </a:spcBef>
              <a:spcAft>
                <a:spcPts val="0"/>
              </a:spcAft>
              <a:buNone/>
            </a:pPr>
            <a:r>
              <a:rPr b="1" lang="pt-BR" sz="900">
                <a:solidFill>
                  <a:srgbClr val="434343"/>
                </a:solidFill>
                <a:latin typeface="Montserrat"/>
                <a:ea typeface="Montserrat"/>
                <a:cs typeface="Montserrat"/>
                <a:sym typeface="Montserrat"/>
              </a:rPr>
              <a:t>SQL </a:t>
            </a:r>
            <a:r>
              <a:rPr lang="pt-BR" sz="900">
                <a:solidFill>
                  <a:srgbClr val="434343"/>
                </a:solidFill>
                <a:latin typeface="Montserrat"/>
                <a:ea typeface="Montserrat"/>
                <a:cs typeface="Montserrat"/>
                <a:sym typeface="Montserrat"/>
              </a:rPr>
              <a:t>-  </a:t>
            </a:r>
            <a:r>
              <a:rPr b="1" lang="pt-BR" sz="900">
                <a:solidFill>
                  <a:srgbClr val="434343"/>
                </a:solidFill>
                <a:latin typeface="Montserrat"/>
                <a:ea typeface="Montserrat"/>
                <a:cs typeface="Montserrat"/>
                <a:sym typeface="Montserrat"/>
              </a:rPr>
              <a:t>Objetivo - Validar Perfil ideal </a:t>
            </a:r>
            <a:r>
              <a:rPr lang="pt-BR" sz="900">
                <a:solidFill>
                  <a:srgbClr val="434343"/>
                </a:solidFill>
                <a:latin typeface="Montserrat"/>
                <a:ea typeface="Montserrat"/>
                <a:cs typeface="Montserrat"/>
                <a:sym typeface="Montserrat"/>
              </a:rPr>
              <a:t>+ Dor do cliente + Informações do que já atua, entender as necessidades do lead, se ele é autoridade na empresa ou decisor, validar o  Timming do lead, se ele possui os investimentos necessários para ser um cliente. Após validar, qualificar e identificar o potencial para se tornar cliente e direcionar para nosso fluxo.</a:t>
            </a:r>
            <a:endParaRPr sz="900">
              <a:solidFill>
                <a:srgbClr val="434343"/>
              </a:solidFill>
              <a:latin typeface="Montserrat"/>
              <a:ea typeface="Montserrat"/>
              <a:cs typeface="Montserrat"/>
              <a:sym typeface="Montserrat"/>
            </a:endParaRPr>
          </a:p>
          <a:p>
            <a:pPr indent="0" lvl="0" marL="0" rtl="0" algn="l">
              <a:lnSpc>
                <a:spcPct val="120000"/>
              </a:lnSpc>
              <a:spcBef>
                <a:spcPts val="1600"/>
              </a:spcBef>
              <a:spcAft>
                <a:spcPts val="0"/>
              </a:spcAft>
              <a:buNone/>
            </a:pPr>
            <a:r>
              <a:t/>
            </a:r>
            <a:endParaRPr sz="900">
              <a:solidFill>
                <a:srgbClr val="434343"/>
              </a:solidFill>
              <a:latin typeface="Montserrat"/>
              <a:ea typeface="Montserrat"/>
              <a:cs typeface="Montserrat"/>
              <a:sym typeface="Montserrat"/>
            </a:endParaRPr>
          </a:p>
          <a:p>
            <a:pPr indent="-285750" lvl="0" marL="457200" rtl="0" algn="l">
              <a:spcBef>
                <a:spcPts val="1600"/>
              </a:spcBef>
              <a:spcAft>
                <a:spcPts val="0"/>
              </a:spcAft>
              <a:buClr>
                <a:srgbClr val="434343"/>
              </a:buClr>
              <a:buSzPts val="900"/>
              <a:buFont typeface="Montserrat"/>
              <a:buChar char="●"/>
            </a:pPr>
            <a:r>
              <a:rPr b="1" lang="pt-BR" sz="900">
                <a:solidFill>
                  <a:srgbClr val="434343"/>
                </a:solidFill>
                <a:latin typeface="Montserrat"/>
                <a:ea typeface="Montserrat"/>
                <a:cs typeface="Montserrat"/>
                <a:sym typeface="Montserrat"/>
              </a:rPr>
              <a:t>ORIGEM DO LEAD</a:t>
            </a:r>
            <a:endParaRPr b="1" sz="900">
              <a:solidFill>
                <a:srgbClr val="434343"/>
              </a:solidFill>
              <a:latin typeface="Montserrat"/>
              <a:ea typeface="Montserrat"/>
              <a:cs typeface="Montserrat"/>
              <a:sym typeface="Montserrat"/>
            </a:endParaRPr>
          </a:p>
          <a:p>
            <a:pPr indent="-285750" lvl="0" marL="457200" rtl="0" algn="l">
              <a:spcBef>
                <a:spcPts val="0"/>
              </a:spcBef>
              <a:spcAft>
                <a:spcPts val="0"/>
              </a:spcAft>
              <a:buClr>
                <a:srgbClr val="434343"/>
              </a:buClr>
              <a:buSzPts val="900"/>
              <a:buFont typeface="Montserrat"/>
              <a:buChar char="●"/>
            </a:pPr>
            <a:r>
              <a:rPr b="1" lang="pt-BR" sz="900">
                <a:solidFill>
                  <a:srgbClr val="434343"/>
                </a:solidFill>
                <a:latin typeface="Montserrat"/>
                <a:ea typeface="Montserrat"/>
                <a:cs typeface="Montserrat"/>
                <a:sym typeface="Montserrat"/>
              </a:rPr>
              <a:t>MOTIVOS</a:t>
            </a:r>
            <a:endParaRPr b="1" sz="900">
              <a:solidFill>
                <a:srgbClr val="434343"/>
              </a:solidFill>
              <a:latin typeface="Montserrat"/>
              <a:ea typeface="Montserrat"/>
              <a:cs typeface="Montserrat"/>
              <a:sym typeface="Montserrat"/>
            </a:endParaRPr>
          </a:p>
          <a:p>
            <a:pPr indent="-285750" lvl="0" marL="457200" rtl="0" algn="l">
              <a:spcBef>
                <a:spcPts val="0"/>
              </a:spcBef>
              <a:spcAft>
                <a:spcPts val="0"/>
              </a:spcAft>
              <a:buClr>
                <a:srgbClr val="434343"/>
              </a:buClr>
              <a:buSzPts val="900"/>
              <a:buFont typeface="Montserrat"/>
              <a:buChar char="●"/>
            </a:pPr>
            <a:r>
              <a:rPr b="1" lang="pt-BR" sz="900">
                <a:solidFill>
                  <a:srgbClr val="434343"/>
                </a:solidFill>
                <a:latin typeface="Montserrat"/>
                <a:ea typeface="Montserrat"/>
                <a:cs typeface="Montserrat"/>
                <a:sym typeface="Montserrat"/>
              </a:rPr>
              <a:t>CAMPANHAS - REVISAR CAMPANHAS DE VENDAS</a:t>
            </a:r>
            <a:r>
              <a:rPr lang="pt-BR" sz="900">
                <a:solidFill>
                  <a:srgbClr val="434343"/>
                </a:solidFill>
                <a:latin typeface="Montserrat"/>
                <a:ea typeface="Montserrat"/>
                <a:cs typeface="Montserrat"/>
                <a:sym typeface="Montserrat"/>
              </a:rPr>
              <a:t> / </a:t>
            </a:r>
            <a:r>
              <a:rPr b="1" lang="pt-BR" sz="900">
                <a:solidFill>
                  <a:srgbClr val="434343"/>
                </a:solidFill>
                <a:latin typeface="Montserrat"/>
                <a:ea typeface="Montserrat"/>
                <a:cs typeface="Montserrat"/>
                <a:sym typeface="Montserrat"/>
              </a:rPr>
              <a:t>PERFIL VOLTADO PARA VOLUME OU CONSULTIVO? </a:t>
            </a:r>
            <a:endParaRPr b="1" sz="900">
              <a:solidFill>
                <a:srgbClr val="434343"/>
              </a:solidFill>
              <a:latin typeface="Montserrat"/>
              <a:ea typeface="Montserrat"/>
              <a:cs typeface="Montserrat"/>
              <a:sym typeface="Montserrat"/>
            </a:endParaRPr>
          </a:p>
          <a:p>
            <a:pPr indent="0" lvl="0" marL="0" rtl="0" algn="l">
              <a:lnSpc>
                <a:spcPct val="120000"/>
              </a:lnSpc>
              <a:spcBef>
                <a:spcPts val="1600"/>
              </a:spcBef>
              <a:spcAft>
                <a:spcPts val="0"/>
              </a:spcAft>
              <a:buNone/>
            </a:pPr>
            <a:r>
              <a:t/>
            </a:r>
            <a:endParaRPr b="1" sz="900">
              <a:solidFill>
                <a:srgbClr val="434343"/>
              </a:solidFill>
              <a:latin typeface="Montserrat"/>
              <a:ea typeface="Montserrat"/>
              <a:cs typeface="Montserrat"/>
              <a:sym typeface="Montserrat"/>
            </a:endParaRPr>
          </a:p>
          <a:p>
            <a:pPr indent="0" lvl="0" marL="0" rtl="0" algn="l">
              <a:lnSpc>
                <a:spcPct val="120000"/>
              </a:lnSpc>
              <a:spcBef>
                <a:spcPts val="1600"/>
              </a:spcBef>
              <a:spcAft>
                <a:spcPts val="0"/>
              </a:spcAft>
              <a:buNone/>
            </a:pPr>
            <a:r>
              <a:t/>
            </a:r>
            <a:endParaRPr sz="1000">
              <a:solidFill>
                <a:srgbClr val="434343"/>
              </a:solidFill>
              <a:latin typeface="Montserrat"/>
              <a:ea typeface="Montserrat"/>
              <a:cs typeface="Montserrat"/>
              <a:sym typeface="Montserrat"/>
            </a:endParaRPr>
          </a:p>
          <a:p>
            <a:pPr indent="0" lvl="0" marL="0" rtl="0" algn="l">
              <a:lnSpc>
                <a:spcPct val="120000"/>
              </a:lnSpc>
              <a:spcBef>
                <a:spcPts val="1600"/>
              </a:spcBef>
              <a:spcAft>
                <a:spcPts val="1600"/>
              </a:spcAft>
              <a:buNone/>
            </a:pPr>
            <a:r>
              <a:t/>
            </a:r>
            <a:endParaRPr sz="1000">
              <a:solidFill>
                <a:srgbClr val="434343"/>
              </a:solidFill>
              <a:latin typeface="Montserrat"/>
              <a:ea typeface="Montserrat"/>
              <a:cs typeface="Montserrat"/>
              <a:sym typeface="Montserrat"/>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p200"/>
          <p:cNvSpPr txBox="1"/>
          <p:nvPr/>
        </p:nvSpPr>
        <p:spPr>
          <a:xfrm>
            <a:off x="270250" y="216425"/>
            <a:ext cx="3387300" cy="38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pt-BR" sz="1600">
                <a:solidFill>
                  <a:srgbClr val="00B050"/>
                </a:solidFill>
                <a:latin typeface="Montserrat"/>
                <a:ea typeface="Montserrat"/>
                <a:cs typeface="Montserrat"/>
                <a:sym typeface="Montserrat"/>
              </a:rPr>
              <a:t>Apresentação</a:t>
            </a:r>
            <a:endParaRPr b="1" sz="1600">
              <a:solidFill>
                <a:srgbClr val="00B050"/>
              </a:solidFill>
              <a:latin typeface="Montserrat"/>
              <a:ea typeface="Montserrat"/>
              <a:cs typeface="Montserrat"/>
              <a:sym typeface="Montserrat"/>
            </a:endParaRPr>
          </a:p>
        </p:txBody>
      </p:sp>
      <p:sp>
        <p:nvSpPr>
          <p:cNvPr id="1164" name="Google Shape;1164;p200"/>
          <p:cNvSpPr/>
          <p:nvPr/>
        </p:nvSpPr>
        <p:spPr>
          <a:xfrm>
            <a:off x="0" y="270375"/>
            <a:ext cx="270300" cy="327000"/>
          </a:xfrm>
          <a:prstGeom prst="rect">
            <a:avLst/>
          </a:prstGeom>
          <a:solidFill>
            <a:srgbClr val="00B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200"/>
          <p:cNvSpPr txBox="1"/>
          <p:nvPr/>
        </p:nvSpPr>
        <p:spPr>
          <a:xfrm>
            <a:off x="346450" y="796925"/>
            <a:ext cx="8255100" cy="46929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pt-BR" sz="1000">
                <a:solidFill>
                  <a:srgbClr val="434343"/>
                </a:solidFill>
                <a:latin typeface="Montserrat"/>
                <a:ea typeface="Montserrat"/>
                <a:cs typeface="Montserrat"/>
                <a:sym typeface="Montserrat"/>
              </a:rPr>
              <a:t>Se </a:t>
            </a:r>
            <a:r>
              <a:rPr b="1" lang="pt-BR" sz="1000">
                <a:solidFill>
                  <a:srgbClr val="434343"/>
                </a:solidFill>
                <a:latin typeface="Montserrat"/>
                <a:ea typeface="Montserrat"/>
                <a:cs typeface="Montserrat"/>
                <a:sym typeface="Montserrat"/>
              </a:rPr>
              <a:t>APRESENTE</a:t>
            </a:r>
            <a:br>
              <a:rPr lang="pt-BR" sz="1000">
                <a:solidFill>
                  <a:srgbClr val="434343"/>
                </a:solidFill>
                <a:latin typeface="Montserrat"/>
                <a:ea typeface="Montserrat"/>
                <a:cs typeface="Montserrat"/>
                <a:sym typeface="Montserrat"/>
              </a:rPr>
            </a:br>
            <a:br>
              <a:rPr lang="pt-BR" sz="1000">
                <a:solidFill>
                  <a:srgbClr val="434343"/>
                </a:solidFill>
                <a:latin typeface="Montserrat"/>
                <a:ea typeface="Montserrat"/>
                <a:cs typeface="Montserrat"/>
                <a:sym typeface="Montserrat"/>
              </a:rPr>
            </a:br>
            <a:r>
              <a:rPr lang="pt-BR" sz="1000">
                <a:solidFill>
                  <a:srgbClr val="434343"/>
                </a:solidFill>
                <a:latin typeface="Montserrat"/>
                <a:ea typeface="Montserrat"/>
                <a:cs typeface="Montserrat"/>
                <a:sym typeface="Montserrat"/>
              </a:rPr>
              <a:t>Valide se a pessoa tem </a:t>
            </a:r>
            <a:r>
              <a:rPr b="1" lang="pt-BR" sz="1000">
                <a:solidFill>
                  <a:srgbClr val="434343"/>
                </a:solidFill>
                <a:latin typeface="Montserrat"/>
                <a:ea typeface="Montserrat"/>
                <a:cs typeface="Montserrat"/>
                <a:sym typeface="Montserrat"/>
              </a:rPr>
              <a:t>TEMPO</a:t>
            </a:r>
            <a:r>
              <a:rPr lang="pt-BR" sz="1000">
                <a:solidFill>
                  <a:srgbClr val="434343"/>
                </a:solidFill>
                <a:latin typeface="Montserrat"/>
                <a:ea typeface="Montserrat"/>
                <a:cs typeface="Montserrat"/>
                <a:sym typeface="Montserrat"/>
              </a:rPr>
              <a:t> (Porém, não dê abertura que a conversa possa ser evitada):</a:t>
            </a:r>
            <a:br>
              <a:rPr lang="pt-BR" sz="1000">
                <a:solidFill>
                  <a:srgbClr val="434343"/>
                </a:solidFill>
                <a:latin typeface="Montserrat"/>
                <a:ea typeface="Montserrat"/>
                <a:cs typeface="Montserrat"/>
                <a:sym typeface="Montserrat"/>
              </a:rPr>
            </a:br>
            <a:br>
              <a:rPr lang="pt-BR" sz="1000">
                <a:solidFill>
                  <a:srgbClr val="434343"/>
                </a:solidFill>
                <a:latin typeface="Montserrat"/>
                <a:ea typeface="Montserrat"/>
                <a:cs typeface="Montserrat"/>
                <a:sym typeface="Montserrat"/>
              </a:rPr>
            </a:br>
            <a:r>
              <a:rPr lang="pt-BR" sz="1000">
                <a:solidFill>
                  <a:srgbClr val="434343"/>
                </a:solidFill>
                <a:latin typeface="Montserrat"/>
                <a:ea typeface="Montserrat"/>
                <a:cs typeface="Montserrat"/>
                <a:sym typeface="Montserrat"/>
              </a:rPr>
              <a:t>“{Nome do lead} Você tem 5 minutinhos para a gente conversar?</a:t>
            </a:r>
            <a:endParaRPr sz="1000">
              <a:solidFill>
                <a:srgbClr val="434343"/>
              </a:solidFill>
              <a:latin typeface="Montserrat"/>
              <a:ea typeface="Montserrat"/>
              <a:cs typeface="Montserrat"/>
              <a:sym typeface="Montserrat"/>
            </a:endParaRPr>
          </a:p>
          <a:p>
            <a:pPr indent="0" lvl="0" marL="0" rtl="0" algn="l">
              <a:lnSpc>
                <a:spcPct val="120000"/>
              </a:lnSpc>
              <a:spcBef>
                <a:spcPts val="1600"/>
              </a:spcBef>
              <a:spcAft>
                <a:spcPts val="0"/>
              </a:spcAft>
              <a:buNone/>
            </a:pPr>
            <a:r>
              <a:rPr lang="pt-BR" sz="1000">
                <a:solidFill>
                  <a:srgbClr val="434343"/>
                </a:solidFill>
                <a:latin typeface="Montserrat"/>
                <a:ea typeface="Montserrat"/>
                <a:cs typeface="Montserrat"/>
                <a:sym typeface="Montserrat"/>
              </a:rPr>
              <a:t>Explique o </a:t>
            </a:r>
            <a:r>
              <a:rPr b="1" lang="pt-BR" sz="1000">
                <a:solidFill>
                  <a:srgbClr val="434343"/>
                </a:solidFill>
                <a:latin typeface="Montserrat"/>
                <a:ea typeface="Montserrat"/>
                <a:cs typeface="Montserrat"/>
                <a:sym typeface="Montserrat"/>
              </a:rPr>
              <a:t>PORQUÊ</a:t>
            </a:r>
            <a:r>
              <a:rPr lang="pt-BR" sz="1000">
                <a:solidFill>
                  <a:srgbClr val="434343"/>
                </a:solidFill>
                <a:latin typeface="Montserrat"/>
                <a:ea typeface="Montserrat"/>
                <a:cs typeface="Montserrat"/>
                <a:sym typeface="Montserrat"/>
              </a:rPr>
              <a:t> você está ligando (definir o contexto) de ter entrado em contato: </a:t>
            </a:r>
            <a:br>
              <a:rPr lang="pt-BR" sz="1000">
                <a:solidFill>
                  <a:srgbClr val="434343"/>
                </a:solidFill>
                <a:latin typeface="Montserrat"/>
                <a:ea typeface="Montserrat"/>
                <a:cs typeface="Montserrat"/>
                <a:sym typeface="Montserrat"/>
              </a:rPr>
            </a:br>
            <a:r>
              <a:rPr lang="pt-BR" sz="1000">
                <a:solidFill>
                  <a:srgbClr val="434343"/>
                </a:solidFill>
                <a:latin typeface="Montserrat"/>
                <a:ea typeface="Montserrat"/>
                <a:cs typeface="Montserrat"/>
                <a:sym typeface="Montserrat"/>
              </a:rPr>
              <a:t>Vi que...</a:t>
            </a:r>
            <a:endParaRPr sz="1000">
              <a:solidFill>
                <a:srgbClr val="434343"/>
              </a:solidFill>
              <a:latin typeface="Montserrat"/>
              <a:ea typeface="Montserrat"/>
              <a:cs typeface="Montserrat"/>
              <a:sym typeface="Montserrat"/>
            </a:endParaRPr>
          </a:p>
          <a:p>
            <a:pPr indent="-292100" lvl="0" marL="457200" rtl="0" algn="l">
              <a:lnSpc>
                <a:spcPct val="120000"/>
              </a:lnSpc>
              <a:spcBef>
                <a:spcPts val="1600"/>
              </a:spcBef>
              <a:spcAft>
                <a:spcPts val="0"/>
              </a:spcAft>
              <a:buClr>
                <a:srgbClr val="434343"/>
              </a:buClr>
              <a:buSzPts val="1000"/>
              <a:buFont typeface="Montserrat"/>
              <a:buChar char="●"/>
            </a:pPr>
            <a:r>
              <a:rPr lang="pt-BR" sz="1000">
                <a:solidFill>
                  <a:srgbClr val="434343"/>
                </a:solidFill>
                <a:latin typeface="Montserrat"/>
                <a:ea typeface="Montserrat"/>
                <a:cs typeface="Montserrat"/>
                <a:sym typeface="Montserrat"/>
              </a:rPr>
              <a:t>(Inbound - Ativo) Você já acompanha nossos materiais há bastante tempo.</a:t>
            </a:r>
            <a:endParaRPr sz="1000">
              <a:solidFill>
                <a:srgbClr val="434343"/>
              </a:solidFill>
              <a:latin typeface="Montserrat"/>
              <a:ea typeface="Montserrat"/>
              <a:cs typeface="Montserrat"/>
              <a:sym typeface="Montserrat"/>
            </a:endParaRPr>
          </a:p>
          <a:p>
            <a:pPr indent="-292100" lvl="0" marL="457200" rtl="0" algn="l">
              <a:lnSpc>
                <a:spcPct val="120000"/>
              </a:lnSpc>
              <a:spcBef>
                <a:spcPts val="0"/>
              </a:spcBef>
              <a:spcAft>
                <a:spcPts val="0"/>
              </a:spcAft>
              <a:buClr>
                <a:srgbClr val="434343"/>
              </a:buClr>
              <a:buSzPts val="1000"/>
              <a:buFont typeface="Montserrat"/>
              <a:buChar char="●"/>
            </a:pPr>
            <a:r>
              <a:rPr lang="pt-BR" sz="1000">
                <a:solidFill>
                  <a:srgbClr val="434343"/>
                </a:solidFill>
                <a:latin typeface="Montserrat"/>
                <a:ea typeface="Montserrat"/>
                <a:cs typeface="Montserrat"/>
                <a:sym typeface="Montserrat"/>
              </a:rPr>
              <a:t>(Inbound - Ativo )Você conheceu nosso material recentemente .</a:t>
            </a:r>
            <a:endParaRPr sz="1000">
              <a:solidFill>
                <a:srgbClr val="434343"/>
              </a:solidFill>
              <a:latin typeface="Montserrat"/>
              <a:ea typeface="Montserrat"/>
              <a:cs typeface="Montserrat"/>
              <a:sym typeface="Montserrat"/>
            </a:endParaRPr>
          </a:p>
          <a:p>
            <a:pPr indent="-292100" lvl="0" marL="457200" rtl="0" algn="l">
              <a:lnSpc>
                <a:spcPct val="120000"/>
              </a:lnSpc>
              <a:spcBef>
                <a:spcPts val="0"/>
              </a:spcBef>
              <a:spcAft>
                <a:spcPts val="0"/>
              </a:spcAft>
              <a:buClr>
                <a:srgbClr val="434343"/>
              </a:buClr>
              <a:buSzPts val="1000"/>
              <a:buFont typeface="Montserrat"/>
              <a:buChar char="●"/>
            </a:pPr>
            <a:r>
              <a:rPr lang="pt-BR" sz="1000">
                <a:solidFill>
                  <a:srgbClr val="434343"/>
                </a:solidFill>
                <a:latin typeface="Montserrat"/>
                <a:ea typeface="Montserrat"/>
                <a:cs typeface="Montserrat"/>
                <a:sym typeface="Montserrat"/>
              </a:rPr>
              <a:t>(Inbound - Ativo) Recentemente você entrou em contato conosco (Ficou com dúvidas}.</a:t>
            </a:r>
            <a:endParaRPr sz="1000">
              <a:solidFill>
                <a:srgbClr val="434343"/>
              </a:solidFill>
              <a:latin typeface="Montserrat"/>
              <a:ea typeface="Montserrat"/>
              <a:cs typeface="Montserrat"/>
              <a:sym typeface="Montserrat"/>
            </a:endParaRPr>
          </a:p>
          <a:p>
            <a:pPr indent="-292100" lvl="0" marL="457200" rtl="0" algn="l">
              <a:lnSpc>
                <a:spcPct val="120000"/>
              </a:lnSpc>
              <a:spcBef>
                <a:spcPts val="0"/>
              </a:spcBef>
              <a:spcAft>
                <a:spcPts val="0"/>
              </a:spcAft>
              <a:buClr>
                <a:srgbClr val="434343"/>
              </a:buClr>
              <a:buSzPts val="1000"/>
              <a:buFont typeface="Montserrat"/>
              <a:buChar char="●"/>
            </a:pPr>
            <a:r>
              <a:rPr lang="pt-BR" sz="1000">
                <a:solidFill>
                  <a:srgbClr val="434343"/>
                </a:solidFill>
                <a:latin typeface="Montserrat"/>
                <a:ea typeface="Montserrat"/>
                <a:cs typeface="Montserrat"/>
                <a:sym typeface="Montserrat"/>
              </a:rPr>
              <a:t>(Inbound - Receptivo) Você solicitou um orçamento nosso.</a:t>
            </a:r>
            <a:endParaRPr sz="1000">
              <a:solidFill>
                <a:srgbClr val="434343"/>
              </a:solidFill>
              <a:latin typeface="Montserrat"/>
              <a:ea typeface="Montserrat"/>
              <a:cs typeface="Montserrat"/>
              <a:sym typeface="Montserrat"/>
            </a:endParaRPr>
          </a:p>
          <a:p>
            <a:pPr indent="-292100" lvl="0" marL="457200" rtl="0" algn="l">
              <a:lnSpc>
                <a:spcPct val="120000"/>
              </a:lnSpc>
              <a:spcBef>
                <a:spcPts val="0"/>
              </a:spcBef>
              <a:spcAft>
                <a:spcPts val="0"/>
              </a:spcAft>
              <a:buClr>
                <a:srgbClr val="434343"/>
              </a:buClr>
              <a:buSzPts val="1000"/>
              <a:buFont typeface="Montserrat"/>
              <a:buChar char="●"/>
            </a:pPr>
            <a:r>
              <a:rPr lang="pt-BR" sz="1000">
                <a:solidFill>
                  <a:srgbClr val="434343"/>
                </a:solidFill>
                <a:latin typeface="Montserrat"/>
                <a:ea typeface="Montserrat"/>
                <a:cs typeface="Montserrat"/>
                <a:sym typeface="Montserrat"/>
              </a:rPr>
              <a:t>(Inbound - Receptivo) Você preencheu um formulário para contato.</a:t>
            </a:r>
            <a:endParaRPr sz="1000">
              <a:solidFill>
                <a:srgbClr val="434343"/>
              </a:solidFill>
              <a:latin typeface="Montserrat"/>
              <a:ea typeface="Montserrat"/>
              <a:cs typeface="Montserrat"/>
              <a:sym typeface="Montserrat"/>
            </a:endParaRPr>
          </a:p>
          <a:p>
            <a:pPr indent="0" lvl="0" marL="0" rtl="0" algn="l">
              <a:lnSpc>
                <a:spcPct val="120000"/>
              </a:lnSpc>
              <a:spcBef>
                <a:spcPts val="1600"/>
              </a:spcBef>
              <a:spcAft>
                <a:spcPts val="0"/>
              </a:spcAft>
              <a:buNone/>
            </a:pPr>
            <a:r>
              <a:rPr lang="pt-BR" sz="1000">
                <a:solidFill>
                  <a:srgbClr val="434343"/>
                </a:solidFill>
                <a:latin typeface="Montserrat"/>
                <a:ea typeface="Montserrat"/>
                <a:cs typeface="Montserrat"/>
                <a:sym typeface="Montserrat"/>
              </a:rPr>
              <a:t>Explore o  </a:t>
            </a:r>
            <a:r>
              <a:rPr b="1" lang="pt-BR" sz="1000">
                <a:solidFill>
                  <a:srgbClr val="434343"/>
                </a:solidFill>
                <a:latin typeface="Montserrat"/>
                <a:ea typeface="Montserrat"/>
                <a:cs typeface="Montserrat"/>
                <a:sym typeface="Montserrat"/>
              </a:rPr>
              <a:t>OBJETIVO DO CONTATO: </a:t>
            </a:r>
            <a:endParaRPr sz="1000">
              <a:solidFill>
                <a:srgbClr val="434343"/>
              </a:solidFill>
              <a:latin typeface="Montserrat"/>
              <a:ea typeface="Montserrat"/>
              <a:cs typeface="Montserrat"/>
              <a:sym typeface="Montserrat"/>
            </a:endParaRPr>
          </a:p>
          <a:p>
            <a:pPr indent="-292100" lvl="0" marL="457200" rtl="0" algn="l">
              <a:lnSpc>
                <a:spcPct val="120000"/>
              </a:lnSpc>
              <a:spcBef>
                <a:spcPts val="1600"/>
              </a:spcBef>
              <a:spcAft>
                <a:spcPts val="0"/>
              </a:spcAft>
              <a:buClr>
                <a:srgbClr val="434343"/>
              </a:buClr>
              <a:buSzPts val="1000"/>
              <a:buFont typeface="Montserrat"/>
              <a:buChar char="●"/>
            </a:pPr>
            <a:r>
              <a:rPr lang="pt-BR" sz="1000">
                <a:solidFill>
                  <a:srgbClr val="434343"/>
                </a:solidFill>
                <a:latin typeface="Montserrat"/>
                <a:ea typeface="Montserrat"/>
                <a:cs typeface="Montserrat"/>
                <a:sym typeface="Montserrat"/>
              </a:rPr>
              <a:t>Visitei o (seu website e/ou mídia social) e tenho algumas sugestões sobre como você pode melhorar seus canais de atendimento.</a:t>
            </a:r>
            <a:endParaRPr sz="1000">
              <a:solidFill>
                <a:srgbClr val="434343"/>
              </a:solidFill>
              <a:latin typeface="Montserrat"/>
              <a:ea typeface="Montserrat"/>
              <a:cs typeface="Montserrat"/>
              <a:sym typeface="Montserrat"/>
            </a:endParaRPr>
          </a:p>
          <a:p>
            <a:pPr indent="-292100" lvl="0" marL="457200" rtl="0" algn="l">
              <a:lnSpc>
                <a:spcPct val="120000"/>
              </a:lnSpc>
              <a:spcBef>
                <a:spcPts val="0"/>
              </a:spcBef>
              <a:spcAft>
                <a:spcPts val="0"/>
              </a:spcAft>
              <a:buClr>
                <a:srgbClr val="434343"/>
              </a:buClr>
              <a:buSzPts val="1000"/>
              <a:buFont typeface="Montserrat"/>
              <a:buChar char="●"/>
            </a:pPr>
            <a:r>
              <a:rPr lang="pt-BR" sz="1000">
                <a:solidFill>
                  <a:srgbClr val="434343"/>
                </a:solidFill>
                <a:latin typeface="Montserrat"/>
                <a:ea typeface="Montserrat"/>
                <a:cs typeface="Montserrat"/>
                <a:sym typeface="Montserrat"/>
              </a:rPr>
              <a:t>Mas ainda assim, existe algo específico que você esteja buscando ajuda?</a:t>
            </a:r>
            <a:endParaRPr sz="1000">
              <a:solidFill>
                <a:srgbClr val="434343"/>
              </a:solidFill>
              <a:latin typeface="Montserrat"/>
              <a:ea typeface="Montserrat"/>
              <a:cs typeface="Montserrat"/>
              <a:sym typeface="Montserrat"/>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9" name="Shape 1169"/>
        <p:cNvGrpSpPr/>
        <p:nvPr/>
      </p:nvGrpSpPr>
      <p:grpSpPr>
        <a:xfrm>
          <a:off x="0" y="0"/>
          <a:ext cx="0" cy="0"/>
          <a:chOff x="0" y="0"/>
          <a:chExt cx="0" cy="0"/>
        </a:xfrm>
      </p:grpSpPr>
      <p:sp>
        <p:nvSpPr>
          <p:cNvPr id="1170" name="Google Shape;1170;p201"/>
          <p:cNvSpPr txBox="1"/>
          <p:nvPr>
            <p:ph type="title"/>
          </p:nvPr>
        </p:nvSpPr>
        <p:spPr>
          <a:xfrm>
            <a:off x="340200" y="1255050"/>
            <a:ext cx="8463600" cy="3331500"/>
          </a:xfrm>
          <a:prstGeom prst="rect">
            <a:avLst/>
          </a:prstGeom>
        </p:spPr>
        <p:txBody>
          <a:bodyPr anchorCtr="0" anchor="t" bIns="91425" lIns="91425" spcFirstLastPara="1" rIns="91425" wrap="square" tIns="91425">
            <a:noAutofit/>
          </a:bodyPr>
          <a:lstStyle/>
          <a:p>
            <a:pPr indent="0" lvl="0" marL="0" rtl="0" algn="l">
              <a:lnSpc>
                <a:spcPct val="120000"/>
              </a:lnSpc>
              <a:spcBef>
                <a:spcPts val="0"/>
              </a:spcBef>
              <a:spcAft>
                <a:spcPts val="0"/>
              </a:spcAft>
              <a:buClr>
                <a:schemeClr val="dk1"/>
              </a:buClr>
              <a:buSzPts val="1100"/>
              <a:buFont typeface="Arial"/>
              <a:buNone/>
            </a:pPr>
            <a:r>
              <a:rPr b="0" lang="pt-BR" sz="1000">
                <a:solidFill>
                  <a:srgbClr val="434343"/>
                </a:solidFill>
                <a:latin typeface="Montserrat"/>
                <a:ea typeface="Montserrat"/>
                <a:cs typeface="Montserrat"/>
                <a:sym typeface="Montserrat"/>
              </a:rPr>
              <a:t>Os leads podem chegar de várias formas e o atendimento também. Nosso primeiro passo é saber a </a:t>
            </a:r>
            <a:r>
              <a:rPr lang="pt-BR" sz="1000">
                <a:solidFill>
                  <a:srgbClr val="434343"/>
                </a:solidFill>
                <a:latin typeface="Montserrat"/>
                <a:ea typeface="Montserrat"/>
                <a:cs typeface="Montserrat"/>
                <a:sym typeface="Montserrat"/>
              </a:rPr>
              <a:t>Origem </a:t>
            </a:r>
            <a:r>
              <a:rPr b="0" lang="pt-BR" sz="1000">
                <a:solidFill>
                  <a:srgbClr val="434343"/>
                </a:solidFill>
                <a:latin typeface="Montserrat"/>
                <a:ea typeface="Montserrat"/>
                <a:cs typeface="Montserrat"/>
                <a:sym typeface="Montserrat"/>
              </a:rPr>
              <a:t>desse contato para qualificar e saber a melhor tratativa. Depois da origem é imprescindível entendermos o </a:t>
            </a:r>
            <a:r>
              <a:rPr lang="pt-BR" sz="1000">
                <a:solidFill>
                  <a:srgbClr val="434343"/>
                </a:solidFill>
                <a:latin typeface="Montserrat"/>
                <a:ea typeface="Montserrat"/>
                <a:cs typeface="Montserrat"/>
                <a:sym typeface="Montserrat"/>
              </a:rPr>
              <a:t>Motivo </a:t>
            </a:r>
            <a:r>
              <a:rPr b="0" lang="pt-BR" sz="1000">
                <a:solidFill>
                  <a:srgbClr val="434343"/>
                </a:solidFill>
                <a:latin typeface="Montserrat"/>
                <a:ea typeface="Montserrat"/>
                <a:cs typeface="Montserrat"/>
                <a:sym typeface="Montserrat"/>
              </a:rPr>
              <a:t>e assim entender como tratá-lo.</a:t>
            </a:r>
            <a:endParaRPr b="0" sz="1000">
              <a:solidFill>
                <a:srgbClr val="434343"/>
              </a:solidFill>
              <a:latin typeface="Montserrat"/>
              <a:ea typeface="Montserrat"/>
              <a:cs typeface="Montserrat"/>
              <a:sym typeface="Montserrat"/>
            </a:endParaRPr>
          </a:p>
          <a:p>
            <a:pPr indent="0" lvl="0" marL="0" rtl="0" algn="l">
              <a:lnSpc>
                <a:spcPct val="120000"/>
              </a:lnSpc>
              <a:spcBef>
                <a:spcPts val="1600"/>
              </a:spcBef>
              <a:spcAft>
                <a:spcPts val="0"/>
              </a:spcAft>
              <a:buClr>
                <a:schemeClr val="dk1"/>
              </a:buClr>
              <a:buSzPts val="1100"/>
              <a:buFont typeface="Arial"/>
              <a:buNone/>
            </a:pPr>
            <a:r>
              <a:t/>
            </a:r>
            <a:endParaRPr b="0" sz="1000">
              <a:solidFill>
                <a:srgbClr val="434343"/>
              </a:solidFill>
              <a:latin typeface="Montserrat"/>
              <a:ea typeface="Montserrat"/>
              <a:cs typeface="Montserrat"/>
              <a:sym typeface="Montserrat"/>
            </a:endParaRPr>
          </a:p>
          <a:p>
            <a:pPr indent="-285750" lvl="0" marL="457200" rtl="0" algn="l">
              <a:lnSpc>
                <a:spcPct val="200000"/>
              </a:lnSpc>
              <a:spcBef>
                <a:spcPts val="160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INDICAÇÃO E  BOCA A BOCA (networking) </a:t>
            </a:r>
            <a:endParaRPr sz="900">
              <a:solidFill>
                <a:srgbClr val="434343"/>
              </a:solidFill>
              <a:latin typeface="Montserrat"/>
              <a:ea typeface="Montserrat"/>
              <a:cs typeface="Montserrat"/>
              <a:sym typeface="Montserrat"/>
            </a:endParaRPr>
          </a:p>
          <a:p>
            <a:pPr indent="-285750" lvl="0" marL="457200" rtl="0" algn="l">
              <a:lnSpc>
                <a:spcPct val="20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INDICAÇÃO DE CLIENTES / PARCEIROS - Alguém nos indicou (muito cuidado com esse perfil de lead)</a:t>
            </a:r>
            <a:endParaRPr sz="900">
              <a:solidFill>
                <a:srgbClr val="434343"/>
              </a:solidFill>
              <a:latin typeface="Montserrat"/>
              <a:ea typeface="Montserrat"/>
              <a:cs typeface="Montserrat"/>
              <a:sym typeface="Montserrat"/>
            </a:endParaRPr>
          </a:p>
          <a:p>
            <a:pPr indent="-285750" lvl="0" marL="457200" rtl="0" algn="l">
              <a:lnSpc>
                <a:spcPct val="20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INBOUND MARKETING (campanhas) - Acompanha a gente e Levantou a mão pedindo contato.</a:t>
            </a:r>
            <a:endParaRPr sz="900">
              <a:solidFill>
                <a:srgbClr val="434343"/>
              </a:solidFill>
              <a:latin typeface="Montserrat"/>
              <a:ea typeface="Montserrat"/>
              <a:cs typeface="Montserrat"/>
              <a:sym typeface="Montserrat"/>
            </a:endParaRPr>
          </a:p>
          <a:p>
            <a:pPr indent="-285750" lvl="0" marL="457200" rtl="0" algn="l">
              <a:lnSpc>
                <a:spcPct val="20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BASE DE CLIENTE: Já nos conhece, é cliente ou parceiro de negócios.</a:t>
            </a:r>
            <a:endParaRPr sz="900">
              <a:solidFill>
                <a:srgbClr val="434343"/>
              </a:solidFill>
              <a:latin typeface="Montserrat"/>
              <a:ea typeface="Montserrat"/>
              <a:cs typeface="Montserrat"/>
              <a:sym typeface="Montserrat"/>
            </a:endParaRPr>
          </a:p>
          <a:p>
            <a:pPr indent="-285750" lvl="0" marL="457200" rtl="0" algn="l">
              <a:lnSpc>
                <a:spcPct val="20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OUTBOUND - Contato Ativo- Leads totalmente frios que tomamos a iniciativa de chamálos ou já vindos da Base que já nos conhecem apenas, viram algum conteúdo apenas e nunca tomaram iniciativa.</a:t>
            </a:r>
            <a:endParaRPr b="0" sz="1000">
              <a:solidFill>
                <a:srgbClr val="434343"/>
              </a:solidFill>
              <a:latin typeface="Montserrat"/>
              <a:ea typeface="Montserrat"/>
              <a:cs typeface="Montserrat"/>
              <a:sym typeface="Montserrat"/>
            </a:endParaRPr>
          </a:p>
        </p:txBody>
      </p:sp>
      <p:sp>
        <p:nvSpPr>
          <p:cNvPr id="1171" name="Google Shape;1171;p201"/>
          <p:cNvSpPr txBox="1"/>
          <p:nvPr>
            <p:ph type="title"/>
          </p:nvPr>
        </p:nvSpPr>
        <p:spPr>
          <a:xfrm>
            <a:off x="340200" y="288525"/>
            <a:ext cx="8463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t-BR" sz="2100">
                <a:solidFill>
                  <a:srgbClr val="00B050"/>
                </a:solidFill>
                <a:latin typeface="Montserrat"/>
                <a:ea typeface="Montserrat"/>
                <a:cs typeface="Montserrat"/>
                <a:sym typeface="Montserrat"/>
              </a:rPr>
              <a:t>Origem: De onde vem esse cliente ou prospect?</a:t>
            </a:r>
            <a:endParaRPr sz="2700">
              <a:solidFill>
                <a:srgbClr val="00B050"/>
              </a:solidFill>
              <a:latin typeface="Montserrat"/>
              <a:ea typeface="Montserrat"/>
              <a:cs typeface="Montserrat"/>
              <a:sym typeface="Montserrat"/>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p202"/>
          <p:cNvSpPr txBox="1"/>
          <p:nvPr>
            <p:ph type="title"/>
          </p:nvPr>
        </p:nvSpPr>
        <p:spPr>
          <a:xfrm>
            <a:off x="340200" y="1483650"/>
            <a:ext cx="8463600" cy="3331500"/>
          </a:xfrm>
          <a:prstGeom prst="rect">
            <a:avLst/>
          </a:prstGeom>
        </p:spPr>
        <p:txBody>
          <a:bodyPr anchorCtr="0" anchor="t" bIns="91425" lIns="91425" spcFirstLastPara="1" rIns="91425" wrap="square" tIns="91425">
            <a:noAutofit/>
          </a:bodyPr>
          <a:lstStyle/>
          <a:p>
            <a:pPr indent="-285750" lvl="0" marL="457200" rtl="0" algn="l">
              <a:lnSpc>
                <a:spcPct val="20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PRECISA DE SUPORTE - Não conseguiu pagar, esqueceu a senha, Plataforma com alguma instabilidade, dúvidas sobre funcionalidades</a:t>
            </a:r>
            <a:endParaRPr sz="900">
              <a:solidFill>
                <a:srgbClr val="434343"/>
              </a:solidFill>
              <a:latin typeface="Montserrat"/>
              <a:ea typeface="Montserrat"/>
              <a:cs typeface="Montserrat"/>
              <a:sym typeface="Montserrat"/>
            </a:endParaRPr>
          </a:p>
          <a:p>
            <a:pPr indent="-285750" lvl="0" marL="457200" rtl="0" algn="l">
              <a:lnSpc>
                <a:spcPct val="20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QUER NEGOCIAR PREÇO - Não entendeu nossa forma de cobrança e quer negociar com alguém</a:t>
            </a:r>
            <a:endParaRPr sz="900">
              <a:solidFill>
                <a:srgbClr val="434343"/>
              </a:solidFill>
              <a:latin typeface="Montserrat"/>
              <a:ea typeface="Montserrat"/>
              <a:cs typeface="Montserrat"/>
              <a:sym typeface="Montserrat"/>
            </a:endParaRPr>
          </a:p>
          <a:p>
            <a:pPr indent="-285750" lvl="0" marL="457200" rtl="0" algn="l">
              <a:lnSpc>
                <a:spcPct val="20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FICOU COM DÚVIDAS SOBRE NÓS - Quer tirar suas dúvidas, nos conhecer, ver se realmente existimos, quer falar com um humano, não sentiu credibilidade. </a:t>
            </a:r>
            <a:endParaRPr sz="900">
              <a:solidFill>
                <a:srgbClr val="434343"/>
              </a:solidFill>
              <a:latin typeface="Montserrat"/>
              <a:ea typeface="Montserrat"/>
              <a:cs typeface="Montserrat"/>
              <a:sym typeface="Montserrat"/>
            </a:endParaRPr>
          </a:p>
          <a:p>
            <a:pPr indent="-285750" lvl="0" marL="457200" rtl="0" algn="l">
              <a:lnSpc>
                <a:spcPct val="20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CONFUNDE O QUE SOMOS - NÃO ENTENDEU NÓS CORE.</a:t>
            </a:r>
            <a:endParaRPr sz="900">
              <a:solidFill>
                <a:srgbClr val="434343"/>
              </a:solidFill>
              <a:latin typeface="Montserrat"/>
              <a:ea typeface="Montserrat"/>
              <a:cs typeface="Montserrat"/>
              <a:sym typeface="Montserrat"/>
            </a:endParaRPr>
          </a:p>
          <a:p>
            <a:pPr indent="-285750" lvl="0" marL="457200" rtl="0" algn="l">
              <a:lnSpc>
                <a:spcPct val="20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OS PERDIDOS </a:t>
            </a:r>
            <a:endParaRPr sz="900">
              <a:solidFill>
                <a:srgbClr val="434343"/>
              </a:solidFill>
              <a:latin typeface="Montserrat"/>
              <a:ea typeface="Montserrat"/>
              <a:cs typeface="Montserrat"/>
              <a:sym typeface="Montserrat"/>
            </a:endParaRPr>
          </a:p>
          <a:p>
            <a:pPr indent="-285750" lvl="0" marL="457200" rtl="0" algn="l">
              <a:lnSpc>
                <a:spcPct val="20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OS FANTASMAS QUE SOMEM</a:t>
            </a:r>
            <a:endParaRPr sz="900">
              <a:solidFill>
                <a:srgbClr val="434343"/>
              </a:solidFill>
              <a:latin typeface="Montserrat"/>
              <a:ea typeface="Montserrat"/>
              <a:cs typeface="Montserrat"/>
              <a:sym typeface="Montserrat"/>
            </a:endParaRPr>
          </a:p>
          <a:p>
            <a:pPr indent="-285750" lvl="0" marL="457200" rtl="0" algn="l">
              <a:lnSpc>
                <a:spcPct val="20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TESTA E SOME</a:t>
            </a:r>
            <a:endParaRPr sz="900">
              <a:solidFill>
                <a:srgbClr val="434343"/>
              </a:solidFill>
              <a:latin typeface="Montserrat"/>
              <a:ea typeface="Montserrat"/>
              <a:cs typeface="Montserrat"/>
              <a:sym typeface="Montserrat"/>
            </a:endParaRPr>
          </a:p>
          <a:p>
            <a:pPr indent="-285750" lvl="0" marL="457200" rtl="0" algn="l">
              <a:lnSpc>
                <a:spcPct val="20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O POSSÍVEL PARTNER QUE FICA NAS ESCONDIDAS</a:t>
            </a:r>
            <a:endParaRPr sz="900">
              <a:solidFill>
                <a:srgbClr val="434343"/>
              </a:solidFill>
              <a:latin typeface="Montserrat"/>
              <a:ea typeface="Montserrat"/>
              <a:cs typeface="Montserrat"/>
              <a:sym typeface="Montserrat"/>
            </a:endParaRPr>
          </a:p>
          <a:p>
            <a:pPr indent="0" lvl="0" marL="457200" rtl="0" algn="l">
              <a:lnSpc>
                <a:spcPct val="120000"/>
              </a:lnSpc>
              <a:spcBef>
                <a:spcPts val="1600"/>
              </a:spcBef>
              <a:spcAft>
                <a:spcPts val="0"/>
              </a:spcAft>
              <a:buNone/>
            </a:pPr>
            <a:r>
              <a:t/>
            </a:r>
            <a:endParaRPr sz="900">
              <a:solidFill>
                <a:srgbClr val="434343"/>
              </a:solidFill>
              <a:latin typeface="Montserrat"/>
              <a:ea typeface="Montserrat"/>
              <a:cs typeface="Montserrat"/>
              <a:sym typeface="Montserrat"/>
            </a:endParaRPr>
          </a:p>
          <a:p>
            <a:pPr indent="0" lvl="0" marL="457200" rtl="0" algn="l">
              <a:lnSpc>
                <a:spcPct val="120000"/>
              </a:lnSpc>
              <a:spcBef>
                <a:spcPts val="1600"/>
              </a:spcBef>
              <a:spcAft>
                <a:spcPts val="1600"/>
              </a:spcAft>
              <a:buNone/>
            </a:pPr>
            <a:r>
              <a:t/>
            </a:r>
            <a:endParaRPr sz="900">
              <a:solidFill>
                <a:srgbClr val="434343"/>
              </a:solidFill>
              <a:latin typeface="Montserrat"/>
              <a:ea typeface="Montserrat"/>
              <a:cs typeface="Montserrat"/>
              <a:sym typeface="Montserrat"/>
            </a:endParaRPr>
          </a:p>
        </p:txBody>
      </p:sp>
      <p:sp>
        <p:nvSpPr>
          <p:cNvPr id="1177" name="Google Shape;1177;p202"/>
          <p:cNvSpPr txBox="1"/>
          <p:nvPr>
            <p:ph type="title"/>
          </p:nvPr>
        </p:nvSpPr>
        <p:spPr>
          <a:xfrm>
            <a:off x="340200" y="288525"/>
            <a:ext cx="8463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t-BR" sz="2000">
                <a:solidFill>
                  <a:srgbClr val="00B050"/>
                </a:solidFill>
                <a:latin typeface="Montserrat"/>
                <a:ea typeface="Montserrat"/>
                <a:cs typeface="Montserrat"/>
                <a:sym typeface="Montserrat"/>
              </a:rPr>
              <a:t>Motivo de Prospectos: Por quê chegou até nós? Qual o caminho percorreu?</a:t>
            </a:r>
            <a:endParaRPr sz="1800">
              <a:solidFill>
                <a:srgbClr val="00B050"/>
              </a:solidFill>
              <a:latin typeface="Montserrat"/>
              <a:ea typeface="Montserrat"/>
              <a:cs typeface="Montserrat"/>
              <a:sym typeface="Montserrat"/>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1" name="Shape 1181"/>
        <p:cNvGrpSpPr/>
        <p:nvPr/>
      </p:nvGrpSpPr>
      <p:grpSpPr>
        <a:xfrm>
          <a:off x="0" y="0"/>
          <a:ext cx="0" cy="0"/>
          <a:chOff x="0" y="0"/>
          <a:chExt cx="0" cy="0"/>
        </a:xfrm>
      </p:grpSpPr>
      <p:sp>
        <p:nvSpPr>
          <p:cNvPr id="1182" name="Google Shape;1182;p203"/>
          <p:cNvSpPr txBox="1"/>
          <p:nvPr/>
        </p:nvSpPr>
        <p:spPr>
          <a:xfrm>
            <a:off x="270250" y="216425"/>
            <a:ext cx="3387300" cy="38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pt-BR" sz="1600">
                <a:solidFill>
                  <a:srgbClr val="00B050"/>
                </a:solidFill>
                <a:latin typeface="Montserrat"/>
                <a:ea typeface="Montserrat"/>
                <a:cs typeface="Montserrat"/>
                <a:sym typeface="Montserrat"/>
              </a:rPr>
              <a:t>Modelo de negócio</a:t>
            </a:r>
            <a:endParaRPr b="1" sz="1600">
              <a:solidFill>
                <a:srgbClr val="00B050"/>
              </a:solidFill>
              <a:latin typeface="Montserrat"/>
              <a:ea typeface="Montserrat"/>
              <a:cs typeface="Montserrat"/>
              <a:sym typeface="Montserrat"/>
            </a:endParaRPr>
          </a:p>
        </p:txBody>
      </p:sp>
      <p:sp>
        <p:nvSpPr>
          <p:cNvPr id="1183" name="Google Shape;1183;p203"/>
          <p:cNvSpPr/>
          <p:nvPr/>
        </p:nvSpPr>
        <p:spPr>
          <a:xfrm>
            <a:off x="0" y="270375"/>
            <a:ext cx="201300" cy="327000"/>
          </a:xfrm>
          <a:prstGeom prst="rect">
            <a:avLst/>
          </a:prstGeom>
          <a:solidFill>
            <a:srgbClr val="00B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p>
        </p:txBody>
      </p:sp>
      <p:sp>
        <p:nvSpPr>
          <p:cNvPr id="1184" name="Google Shape;1184;p203"/>
          <p:cNvSpPr txBox="1"/>
          <p:nvPr/>
        </p:nvSpPr>
        <p:spPr>
          <a:xfrm>
            <a:off x="346450" y="796925"/>
            <a:ext cx="8195700" cy="4153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Clr>
                <a:schemeClr val="dk1"/>
              </a:buClr>
              <a:buSzPts val="1100"/>
              <a:buFont typeface="Arial"/>
              <a:buNone/>
            </a:pPr>
            <a:r>
              <a:rPr lang="pt-BR" sz="900">
                <a:solidFill>
                  <a:srgbClr val="434343"/>
                </a:solidFill>
                <a:latin typeface="Montserrat"/>
                <a:ea typeface="Montserrat"/>
                <a:cs typeface="Montserrat"/>
                <a:sym typeface="Montserrat"/>
              </a:rPr>
              <a:t>Hipótese do </a:t>
            </a:r>
            <a:r>
              <a:rPr b="1" lang="pt-BR" sz="900">
                <a:solidFill>
                  <a:srgbClr val="434343"/>
                </a:solidFill>
                <a:latin typeface="Montserrat"/>
                <a:ea typeface="Montserrat"/>
                <a:cs typeface="Montserrat"/>
                <a:sym typeface="Montserrat"/>
              </a:rPr>
              <a:t>MODELO DE NEGÓCIO</a:t>
            </a:r>
            <a:r>
              <a:rPr lang="pt-BR" sz="900">
                <a:solidFill>
                  <a:srgbClr val="434343"/>
                </a:solidFill>
                <a:latin typeface="Montserrat"/>
                <a:ea typeface="Montserrat"/>
                <a:cs typeface="Montserrat"/>
                <a:sym typeface="Montserrat"/>
              </a:rPr>
              <a:t>:</a:t>
            </a:r>
            <a:endParaRPr sz="900">
              <a:solidFill>
                <a:srgbClr val="434343"/>
              </a:solidFill>
              <a:latin typeface="Montserrat"/>
              <a:ea typeface="Montserrat"/>
              <a:cs typeface="Montserrat"/>
              <a:sym typeface="Montserrat"/>
            </a:endParaRPr>
          </a:p>
          <a:p>
            <a:pPr indent="0" lvl="0" marL="0" rtl="0" algn="l">
              <a:lnSpc>
                <a:spcPct val="120000"/>
              </a:lnSpc>
              <a:spcBef>
                <a:spcPts val="0"/>
              </a:spcBef>
              <a:spcAft>
                <a:spcPts val="0"/>
              </a:spcAft>
              <a:buClr>
                <a:schemeClr val="dk1"/>
              </a:buClr>
              <a:buSzPts val="1100"/>
              <a:buFont typeface="Arial"/>
              <a:buNone/>
            </a:pPr>
            <a:r>
              <a:t/>
            </a:r>
            <a:endParaRPr sz="900">
              <a:solidFill>
                <a:srgbClr val="434343"/>
              </a:solidFill>
              <a:latin typeface="Montserrat"/>
              <a:ea typeface="Montserrat"/>
              <a:cs typeface="Montserrat"/>
              <a:sym typeface="Montserrat"/>
            </a:endParaRPr>
          </a:p>
          <a:p>
            <a:pPr indent="0" lvl="0" marL="0" rtl="0" algn="l">
              <a:lnSpc>
                <a:spcPct val="120000"/>
              </a:lnSpc>
              <a:spcBef>
                <a:spcPts val="0"/>
              </a:spcBef>
              <a:spcAft>
                <a:spcPts val="0"/>
              </a:spcAft>
              <a:buNone/>
            </a:pPr>
            <a:r>
              <a:rPr lang="pt-BR" sz="900">
                <a:solidFill>
                  <a:srgbClr val="434343"/>
                </a:solidFill>
                <a:latin typeface="Montserrat"/>
                <a:ea typeface="Montserrat"/>
                <a:cs typeface="Montserrat"/>
                <a:sym typeface="Montserrat"/>
              </a:rPr>
              <a:t>Pelo que eu entendi vocês são {hipótese sobre o modelo de negócio}, é isso mesmo?</a:t>
            </a:r>
            <a:endParaRPr sz="900">
              <a:solidFill>
                <a:srgbClr val="434343"/>
              </a:solidFill>
              <a:latin typeface="Montserrat"/>
              <a:ea typeface="Montserrat"/>
              <a:cs typeface="Montserrat"/>
              <a:sym typeface="Montserrat"/>
            </a:endParaRPr>
          </a:p>
          <a:p>
            <a:pPr indent="0" lvl="0" marL="0" rtl="0" algn="l">
              <a:lnSpc>
                <a:spcPct val="120000"/>
              </a:lnSpc>
              <a:spcBef>
                <a:spcPts val="0"/>
              </a:spcBef>
              <a:spcAft>
                <a:spcPts val="0"/>
              </a:spcAft>
              <a:buNone/>
            </a:pPr>
            <a:r>
              <a:t/>
            </a:r>
            <a:endParaRPr sz="900">
              <a:solidFill>
                <a:srgbClr val="434343"/>
              </a:solidFill>
              <a:latin typeface="Montserrat"/>
              <a:ea typeface="Montserrat"/>
              <a:cs typeface="Montserrat"/>
              <a:sym typeface="Montserrat"/>
            </a:endParaRPr>
          </a:p>
          <a:p>
            <a:pPr indent="0" lvl="0" marL="0" rtl="0" algn="l">
              <a:lnSpc>
                <a:spcPct val="120000"/>
              </a:lnSpc>
              <a:spcBef>
                <a:spcPts val="0"/>
              </a:spcBef>
              <a:spcAft>
                <a:spcPts val="0"/>
              </a:spcAft>
              <a:buClr>
                <a:schemeClr val="dk1"/>
              </a:buClr>
              <a:buSzPts val="1100"/>
              <a:buFont typeface="Arial"/>
              <a:buNone/>
            </a:pPr>
            <a:r>
              <a:rPr lang="pt-BR" sz="900">
                <a:solidFill>
                  <a:srgbClr val="434343"/>
                </a:solidFill>
                <a:latin typeface="Montserrat"/>
                <a:ea typeface="Montserrat"/>
                <a:cs typeface="Montserrat"/>
                <a:sym typeface="Montserrat"/>
              </a:rPr>
              <a:t>Entenda a </a:t>
            </a:r>
            <a:r>
              <a:rPr b="1" lang="pt-BR" sz="900">
                <a:solidFill>
                  <a:srgbClr val="434343"/>
                </a:solidFill>
                <a:latin typeface="Montserrat"/>
                <a:ea typeface="Montserrat"/>
                <a:cs typeface="Montserrat"/>
                <a:sym typeface="Montserrat"/>
              </a:rPr>
              <a:t>ESTRUTURA DA EMPRESA</a:t>
            </a:r>
            <a:r>
              <a:rPr lang="pt-BR" sz="900">
                <a:solidFill>
                  <a:srgbClr val="434343"/>
                </a:solidFill>
                <a:latin typeface="Montserrat"/>
                <a:ea typeface="Montserrat"/>
                <a:cs typeface="Montserrat"/>
                <a:sym typeface="Montserrat"/>
              </a:rPr>
              <a:t> (primeira chance de </a:t>
            </a:r>
            <a:r>
              <a:rPr b="1" lang="pt-BR" sz="900">
                <a:solidFill>
                  <a:srgbClr val="434343"/>
                </a:solidFill>
                <a:latin typeface="Montserrat"/>
                <a:ea typeface="Montserrat"/>
                <a:cs typeface="Montserrat"/>
                <a:sym typeface="Montserrat"/>
              </a:rPr>
              <a:t>VALIDAÇÃO DO ICP - Ideal Customer Profile - Perfil de cliente ideal</a:t>
            </a:r>
            <a:r>
              <a:rPr lang="pt-BR" sz="900">
                <a:solidFill>
                  <a:srgbClr val="434343"/>
                </a:solidFill>
                <a:latin typeface="Montserrat"/>
                <a:ea typeface="Montserrat"/>
                <a:cs typeface="Montserrat"/>
                <a:sym typeface="Montserrat"/>
              </a:rPr>
              <a:t>):</a:t>
            </a:r>
            <a:endParaRPr sz="900">
              <a:solidFill>
                <a:srgbClr val="434343"/>
              </a:solidFill>
              <a:latin typeface="Montserrat"/>
              <a:ea typeface="Montserrat"/>
              <a:cs typeface="Montserrat"/>
              <a:sym typeface="Montserrat"/>
            </a:endParaRPr>
          </a:p>
          <a:p>
            <a:pPr indent="0" lvl="0" marL="0" rtl="0" algn="l">
              <a:lnSpc>
                <a:spcPct val="120000"/>
              </a:lnSpc>
              <a:spcBef>
                <a:spcPts val="0"/>
              </a:spcBef>
              <a:spcAft>
                <a:spcPts val="0"/>
              </a:spcAft>
              <a:buClr>
                <a:schemeClr val="dk1"/>
              </a:buClr>
              <a:buSzPts val="1100"/>
              <a:buFont typeface="Arial"/>
              <a:buNone/>
            </a:pPr>
            <a:r>
              <a:t/>
            </a:r>
            <a:endParaRPr sz="900">
              <a:solidFill>
                <a:srgbClr val="434343"/>
              </a:solidFill>
              <a:latin typeface="Montserrat"/>
              <a:ea typeface="Montserrat"/>
              <a:cs typeface="Montserrat"/>
              <a:sym typeface="Montserrat"/>
            </a:endParaRPr>
          </a:p>
          <a:p>
            <a:pPr indent="-285750" lvl="0" marL="457200" rtl="0" algn="l">
              <a:lnSpc>
                <a:spcPct val="12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Você se cadastrou como cargo </a:t>
            </a:r>
            <a:r>
              <a:rPr b="1" lang="pt-BR" sz="900">
                <a:solidFill>
                  <a:srgbClr val="434343"/>
                </a:solidFill>
                <a:latin typeface="Montserrat"/>
                <a:ea typeface="Montserrat"/>
                <a:cs typeface="Montserrat"/>
                <a:sym typeface="Montserrat"/>
              </a:rPr>
              <a:t>XXX </a:t>
            </a:r>
            <a:r>
              <a:rPr lang="pt-BR" sz="900">
                <a:solidFill>
                  <a:srgbClr val="434343"/>
                </a:solidFill>
                <a:latin typeface="Montserrat"/>
                <a:ea typeface="Montserrat"/>
                <a:cs typeface="Montserrat"/>
                <a:sym typeface="Montserrat"/>
              </a:rPr>
              <a:t>pela {área que o lead cadastrou na LandingPage}, confirma? </a:t>
            </a:r>
            <a:endParaRPr sz="900">
              <a:solidFill>
                <a:srgbClr val="434343"/>
              </a:solidFill>
              <a:latin typeface="Montserrat"/>
              <a:ea typeface="Montserrat"/>
              <a:cs typeface="Montserrat"/>
              <a:sym typeface="Montserrat"/>
            </a:endParaRPr>
          </a:p>
          <a:p>
            <a:pPr indent="-285750" lvl="0" marL="457200" rtl="0" algn="l">
              <a:lnSpc>
                <a:spcPct val="12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Qual a função você desempenha dentro da empresa?</a:t>
            </a:r>
            <a:endParaRPr sz="900">
              <a:solidFill>
                <a:srgbClr val="434343"/>
              </a:solidFill>
              <a:latin typeface="Montserrat"/>
              <a:ea typeface="Montserrat"/>
              <a:cs typeface="Montserrat"/>
              <a:sym typeface="Montserrat"/>
            </a:endParaRPr>
          </a:p>
          <a:p>
            <a:pPr indent="-285750" lvl="0" marL="457200" rtl="0" algn="l">
              <a:lnSpc>
                <a:spcPct val="12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Quantos funcionários vocês têm na operação no geral? </a:t>
            </a:r>
            <a:endParaRPr sz="900">
              <a:solidFill>
                <a:srgbClr val="434343"/>
              </a:solidFill>
              <a:latin typeface="Montserrat"/>
              <a:ea typeface="Montserrat"/>
              <a:cs typeface="Montserrat"/>
              <a:sym typeface="Montserrat"/>
            </a:endParaRPr>
          </a:p>
          <a:p>
            <a:pPr indent="-285750" lvl="0" marL="457200" rtl="0" algn="l">
              <a:lnSpc>
                <a:spcPct val="12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Como vocês fazem (problema dores que atuamos) o atendimento dos clientes atualmente? Internamente tudo pelo Whatsapp Web normal e cada operador com 1 número e celular? </a:t>
            </a:r>
            <a:endParaRPr sz="900">
              <a:solidFill>
                <a:srgbClr val="434343"/>
              </a:solidFill>
              <a:latin typeface="Montserrat"/>
              <a:ea typeface="Montserrat"/>
              <a:cs typeface="Montserrat"/>
              <a:sym typeface="Montserrat"/>
            </a:endParaRPr>
          </a:p>
          <a:p>
            <a:pPr indent="0" lvl="0" marL="0" rtl="0" algn="l">
              <a:lnSpc>
                <a:spcPct val="120000"/>
              </a:lnSpc>
              <a:spcBef>
                <a:spcPts val="0"/>
              </a:spcBef>
              <a:spcAft>
                <a:spcPts val="0"/>
              </a:spcAft>
              <a:buClr>
                <a:schemeClr val="dk1"/>
              </a:buClr>
              <a:buSzPts val="1100"/>
              <a:buFont typeface="Arial"/>
              <a:buNone/>
            </a:pPr>
            <a:r>
              <a:t/>
            </a:r>
            <a:endParaRPr sz="900">
              <a:solidFill>
                <a:srgbClr val="434343"/>
              </a:solidFill>
              <a:latin typeface="Montserrat"/>
              <a:ea typeface="Montserrat"/>
              <a:cs typeface="Montserrat"/>
              <a:sym typeface="Montserrat"/>
            </a:endParaRPr>
          </a:p>
          <a:p>
            <a:pPr indent="0" lvl="0" marL="0" rtl="0" algn="l">
              <a:lnSpc>
                <a:spcPct val="120000"/>
              </a:lnSpc>
              <a:spcBef>
                <a:spcPts val="0"/>
              </a:spcBef>
              <a:spcAft>
                <a:spcPts val="0"/>
              </a:spcAft>
              <a:buClr>
                <a:schemeClr val="dk1"/>
              </a:buClr>
              <a:buSzPts val="1100"/>
              <a:buFont typeface="Arial"/>
              <a:buNone/>
            </a:pPr>
            <a:r>
              <a:rPr lang="pt-BR" sz="900">
                <a:solidFill>
                  <a:srgbClr val="434343"/>
                </a:solidFill>
                <a:latin typeface="Montserrat"/>
                <a:ea typeface="Montserrat"/>
                <a:cs typeface="Montserrat"/>
                <a:sym typeface="Montserrat"/>
              </a:rPr>
              <a:t>Entenda o </a:t>
            </a:r>
            <a:r>
              <a:rPr b="1" lang="pt-BR" sz="900">
                <a:solidFill>
                  <a:srgbClr val="434343"/>
                </a:solidFill>
                <a:latin typeface="Montserrat"/>
                <a:ea typeface="Montserrat"/>
                <a:cs typeface="Montserrat"/>
                <a:sym typeface="Montserrat"/>
              </a:rPr>
              <a:t>MODELO COMERCIAL:</a:t>
            </a:r>
            <a:endParaRPr b="1" sz="900">
              <a:solidFill>
                <a:srgbClr val="434343"/>
              </a:solidFill>
              <a:latin typeface="Montserrat"/>
              <a:ea typeface="Montserrat"/>
              <a:cs typeface="Montserrat"/>
              <a:sym typeface="Montserrat"/>
            </a:endParaRPr>
          </a:p>
          <a:p>
            <a:pPr indent="0" lvl="0" marL="0" rtl="0" algn="l">
              <a:lnSpc>
                <a:spcPct val="120000"/>
              </a:lnSpc>
              <a:spcBef>
                <a:spcPts val="0"/>
              </a:spcBef>
              <a:spcAft>
                <a:spcPts val="0"/>
              </a:spcAft>
              <a:buClr>
                <a:schemeClr val="dk1"/>
              </a:buClr>
              <a:buSzPts val="1100"/>
              <a:buFont typeface="Arial"/>
              <a:buNone/>
            </a:pPr>
            <a:r>
              <a:t/>
            </a:r>
            <a:endParaRPr sz="900">
              <a:solidFill>
                <a:srgbClr val="434343"/>
              </a:solidFill>
              <a:latin typeface="Montserrat"/>
              <a:ea typeface="Montserrat"/>
              <a:cs typeface="Montserrat"/>
              <a:sym typeface="Montserrat"/>
            </a:endParaRPr>
          </a:p>
          <a:p>
            <a:pPr indent="-285750" lvl="0" marL="457200" rtl="0" algn="l">
              <a:lnSpc>
                <a:spcPct val="12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Como funciona o seu Modelo Comercial?</a:t>
            </a:r>
            <a:endParaRPr sz="900">
              <a:solidFill>
                <a:srgbClr val="434343"/>
              </a:solidFill>
              <a:latin typeface="Montserrat"/>
              <a:ea typeface="Montserrat"/>
              <a:cs typeface="Montserrat"/>
              <a:sym typeface="Montserrat"/>
            </a:endParaRPr>
          </a:p>
          <a:p>
            <a:pPr indent="-285750" lvl="0" marL="457200" rtl="0" algn="l">
              <a:lnSpc>
                <a:spcPct val="12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Como você atende os clientes? </a:t>
            </a:r>
            <a:endParaRPr sz="900">
              <a:solidFill>
                <a:srgbClr val="434343"/>
              </a:solidFill>
              <a:latin typeface="Montserrat"/>
              <a:ea typeface="Montserrat"/>
              <a:cs typeface="Montserrat"/>
              <a:sym typeface="Montserrat"/>
            </a:endParaRPr>
          </a:p>
          <a:p>
            <a:pPr indent="-285750" lvl="0" marL="457200" rtl="0" algn="l">
              <a:lnSpc>
                <a:spcPct val="12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Se eu sou um potencial cliente de vocês, como vocês me encontram e como eu encontro vocês? Como me atenderia?</a:t>
            </a:r>
            <a:endParaRPr sz="900">
              <a:solidFill>
                <a:srgbClr val="434343"/>
              </a:solidFill>
              <a:latin typeface="Montserrat"/>
              <a:ea typeface="Montserrat"/>
              <a:cs typeface="Montserrat"/>
              <a:sym typeface="Montserrat"/>
            </a:endParaRPr>
          </a:p>
          <a:p>
            <a:pPr indent="-285750" lvl="0" marL="457200" rtl="0" algn="l">
              <a:lnSpc>
                <a:spcPct val="12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Como você faz vendas? Como funciona o atendimento interno? </a:t>
            </a:r>
            <a:endParaRPr sz="900">
              <a:solidFill>
                <a:srgbClr val="434343"/>
              </a:solidFill>
              <a:latin typeface="Montserrat"/>
              <a:ea typeface="Montserrat"/>
              <a:cs typeface="Montserrat"/>
              <a:sym typeface="Montserrat"/>
            </a:endParaRPr>
          </a:p>
          <a:p>
            <a:pPr indent="-285750" lvl="0" marL="457200" rtl="0" algn="l">
              <a:lnSpc>
                <a:spcPct val="12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Qual o seu principal canal de vendas?</a:t>
            </a:r>
            <a:endParaRPr sz="900">
              <a:solidFill>
                <a:srgbClr val="434343"/>
              </a:solidFill>
              <a:latin typeface="Montserrat"/>
              <a:ea typeface="Montserrat"/>
              <a:cs typeface="Montserrat"/>
              <a:sym typeface="Montserrat"/>
            </a:endParaRPr>
          </a:p>
          <a:p>
            <a:pPr indent="-285750" lvl="0" marL="457200" rtl="0" algn="l">
              <a:lnSpc>
                <a:spcPct val="12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Como você converte leads em vendas? </a:t>
            </a:r>
            <a:endParaRPr sz="900">
              <a:solidFill>
                <a:srgbClr val="434343"/>
              </a:solidFill>
              <a:latin typeface="Montserrat"/>
              <a:ea typeface="Montserrat"/>
              <a:cs typeface="Montserrat"/>
              <a:sym typeface="Montserrat"/>
            </a:endParaRPr>
          </a:p>
          <a:p>
            <a:pPr indent="-285750" lvl="0" marL="457200" rtl="0" algn="l">
              <a:lnSpc>
                <a:spcPct val="120000"/>
              </a:lnSpc>
              <a:spcBef>
                <a:spcPts val="0"/>
              </a:spcBef>
              <a:spcAft>
                <a:spcPts val="0"/>
              </a:spcAft>
              <a:buClr>
                <a:srgbClr val="434343"/>
              </a:buClr>
              <a:buSzPts val="900"/>
              <a:buFont typeface="Montserrat"/>
              <a:buChar char="●"/>
            </a:pPr>
            <a:r>
              <a:rPr lang="pt-BR" sz="900">
                <a:solidFill>
                  <a:srgbClr val="434343"/>
                </a:solidFill>
                <a:latin typeface="Montserrat"/>
                <a:ea typeface="Montserrat"/>
                <a:cs typeface="Montserrat"/>
                <a:sym typeface="Montserrat"/>
              </a:rPr>
              <a:t>Qual a estratégia para captar os leads que entram no site e tem dúvidas??</a:t>
            </a:r>
            <a:endParaRPr sz="900">
              <a:solidFill>
                <a:srgbClr val="434343"/>
              </a:solidFill>
              <a:latin typeface="Montserrat"/>
              <a:ea typeface="Montserrat"/>
              <a:cs typeface="Montserrat"/>
              <a:sym typeface="Montserrat"/>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p204"/>
          <p:cNvSpPr/>
          <p:nvPr/>
        </p:nvSpPr>
        <p:spPr>
          <a:xfrm>
            <a:off x="0" y="270375"/>
            <a:ext cx="346500" cy="327000"/>
          </a:xfrm>
          <a:prstGeom prst="rect">
            <a:avLst/>
          </a:prstGeom>
          <a:solidFill>
            <a:srgbClr val="00B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04"/>
          <p:cNvSpPr txBox="1"/>
          <p:nvPr/>
        </p:nvSpPr>
        <p:spPr>
          <a:xfrm>
            <a:off x="346450" y="796925"/>
            <a:ext cx="8104200" cy="4153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pt-BR" sz="1000">
                <a:solidFill>
                  <a:srgbClr val="434343"/>
                </a:solidFill>
                <a:latin typeface="Montserrat"/>
                <a:ea typeface="Montserrat"/>
                <a:cs typeface="Montserrat"/>
                <a:sym typeface="Montserrat"/>
              </a:rPr>
              <a:t>Apresentar brevemente como podemos </a:t>
            </a:r>
            <a:r>
              <a:rPr b="1" lang="pt-BR" sz="1000">
                <a:solidFill>
                  <a:srgbClr val="434343"/>
                </a:solidFill>
                <a:latin typeface="Montserrat"/>
                <a:ea typeface="Montserrat"/>
                <a:cs typeface="Montserrat"/>
                <a:sym typeface="Montserrat"/>
              </a:rPr>
              <a:t>AJUDAR</a:t>
            </a:r>
            <a:r>
              <a:rPr lang="pt-BR" sz="1000">
                <a:solidFill>
                  <a:srgbClr val="434343"/>
                </a:solidFill>
                <a:latin typeface="Montserrat"/>
                <a:ea typeface="Montserrat"/>
                <a:cs typeface="Montserrat"/>
                <a:sym typeface="Montserrat"/>
              </a:rPr>
              <a:t> o lead a atingir o objetivo/resolver o problema.</a:t>
            </a:r>
            <a:endParaRPr sz="1000">
              <a:solidFill>
                <a:srgbClr val="434343"/>
              </a:solidFill>
              <a:latin typeface="Montserrat"/>
              <a:ea typeface="Montserrat"/>
              <a:cs typeface="Montserrat"/>
              <a:sym typeface="Montserrat"/>
            </a:endParaRPr>
          </a:p>
          <a:p>
            <a:pPr indent="0" lvl="0" marL="0" rtl="0" algn="l">
              <a:lnSpc>
                <a:spcPct val="120000"/>
              </a:lnSpc>
              <a:spcBef>
                <a:spcPts val="0"/>
              </a:spcBef>
              <a:spcAft>
                <a:spcPts val="0"/>
              </a:spcAft>
              <a:buClr>
                <a:schemeClr val="dk1"/>
              </a:buClr>
              <a:buSzPts val="1100"/>
              <a:buFont typeface="Arial"/>
              <a:buNone/>
            </a:pPr>
            <a:r>
              <a:t/>
            </a:r>
            <a:endParaRPr sz="1000">
              <a:solidFill>
                <a:srgbClr val="434343"/>
              </a:solidFill>
              <a:latin typeface="Montserrat"/>
              <a:ea typeface="Montserrat"/>
              <a:cs typeface="Montserrat"/>
              <a:sym typeface="Montserrat"/>
            </a:endParaRPr>
          </a:p>
          <a:p>
            <a:pPr indent="0" lvl="0" marL="0" rtl="0" algn="l">
              <a:lnSpc>
                <a:spcPct val="120000"/>
              </a:lnSpc>
              <a:spcBef>
                <a:spcPts val="0"/>
              </a:spcBef>
              <a:spcAft>
                <a:spcPts val="0"/>
              </a:spcAft>
              <a:buNone/>
            </a:pPr>
            <a:r>
              <a:rPr lang="pt-BR" sz="1000">
                <a:solidFill>
                  <a:srgbClr val="434343"/>
                </a:solidFill>
                <a:latin typeface="Montserrat"/>
                <a:ea typeface="Montserrat"/>
                <a:cs typeface="Montserrat"/>
                <a:sym typeface="Montserrat"/>
              </a:rPr>
              <a:t>{Nome do lead} Nós conversamos com várias empresas diariamente que apresentam esse mesmo problema/objetivo! Para solucionar esse ponto nós basicamente {solução rápida que gere valor} Ex:</a:t>
            </a:r>
            <a:endParaRPr sz="1000">
              <a:solidFill>
                <a:srgbClr val="434343"/>
              </a:solidFill>
              <a:latin typeface="Montserrat"/>
              <a:ea typeface="Montserrat"/>
              <a:cs typeface="Montserrat"/>
              <a:sym typeface="Montserrat"/>
            </a:endParaRPr>
          </a:p>
          <a:p>
            <a:pPr indent="0" lvl="0" marL="0" rtl="0" algn="l">
              <a:lnSpc>
                <a:spcPct val="120000"/>
              </a:lnSpc>
              <a:spcBef>
                <a:spcPts val="0"/>
              </a:spcBef>
              <a:spcAft>
                <a:spcPts val="0"/>
              </a:spcAft>
              <a:buNone/>
            </a:pPr>
            <a:r>
              <a:t/>
            </a:r>
            <a:endParaRPr sz="1000">
              <a:solidFill>
                <a:srgbClr val="434343"/>
              </a:solidFill>
              <a:latin typeface="Montserrat"/>
              <a:ea typeface="Montserrat"/>
              <a:cs typeface="Montserrat"/>
              <a:sym typeface="Montserrat"/>
            </a:endParaRPr>
          </a:p>
          <a:p>
            <a:pPr indent="-292100" lvl="0" marL="457200" rtl="0" algn="l">
              <a:lnSpc>
                <a:spcPct val="120000"/>
              </a:lnSpc>
              <a:spcBef>
                <a:spcPts val="0"/>
              </a:spcBef>
              <a:spcAft>
                <a:spcPts val="0"/>
              </a:spcAft>
              <a:buClr>
                <a:srgbClr val="434343"/>
              </a:buClr>
              <a:buSzPts val="1000"/>
              <a:buFont typeface="Montserrat"/>
              <a:buChar char="●"/>
            </a:pPr>
            <a:r>
              <a:rPr lang="pt-BR" sz="1000">
                <a:solidFill>
                  <a:srgbClr val="434343"/>
                </a:solidFill>
                <a:latin typeface="Montserrat"/>
                <a:ea typeface="Montserrat"/>
                <a:cs typeface="Montserrat"/>
                <a:sym typeface="Montserrat"/>
              </a:rPr>
              <a:t>Com um mercado cada vez mais competitivo e cada vez mais alto o valor para adquirir um lead e contando o fato que apenas 1% dos visitantes do site irão comprar, temos sempre que elaborar uma estratégia muito inteligente e eficaz para reter esses visitantes concorda? Então porque não ajudá-los nas dúvidas? Esse trabalho de um atendimento mais humano pode melhorar significativamente seu número de vendas e a satisfação do seu cliente com o teu atendimento.</a:t>
            </a:r>
            <a:endParaRPr sz="1000">
              <a:solidFill>
                <a:srgbClr val="434343"/>
              </a:solidFill>
              <a:latin typeface="Montserrat"/>
              <a:ea typeface="Montserrat"/>
              <a:cs typeface="Montserrat"/>
              <a:sym typeface="Montserrat"/>
            </a:endParaRPr>
          </a:p>
          <a:p>
            <a:pPr indent="-292100" lvl="0" marL="457200" rtl="0" algn="l">
              <a:lnSpc>
                <a:spcPct val="120000"/>
              </a:lnSpc>
              <a:spcBef>
                <a:spcPts val="0"/>
              </a:spcBef>
              <a:spcAft>
                <a:spcPts val="0"/>
              </a:spcAft>
              <a:buClr>
                <a:srgbClr val="434343"/>
              </a:buClr>
              <a:buSzPts val="1000"/>
              <a:buFont typeface="Montserrat"/>
              <a:buChar char="●"/>
            </a:pPr>
            <a:r>
              <a:t/>
            </a:r>
            <a:endParaRPr sz="1000">
              <a:solidFill>
                <a:srgbClr val="434343"/>
              </a:solidFill>
              <a:latin typeface="Montserrat"/>
              <a:ea typeface="Montserrat"/>
              <a:cs typeface="Montserrat"/>
              <a:sym typeface="Montserrat"/>
            </a:endParaRPr>
          </a:p>
          <a:p>
            <a:pPr indent="0" lvl="0" marL="0" rtl="0" algn="l">
              <a:lnSpc>
                <a:spcPct val="120000"/>
              </a:lnSpc>
              <a:spcBef>
                <a:spcPts val="0"/>
              </a:spcBef>
              <a:spcAft>
                <a:spcPts val="0"/>
              </a:spcAft>
              <a:buClr>
                <a:schemeClr val="dk1"/>
              </a:buClr>
              <a:buSzPts val="1100"/>
              <a:buFont typeface="Arial"/>
              <a:buNone/>
            </a:pPr>
            <a:r>
              <a:rPr lang="pt-BR" sz="1000">
                <a:solidFill>
                  <a:srgbClr val="434343"/>
                </a:solidFill>
                <a:latin typeface="Montserrat"/>
                <a:ea typeface="Montserrat"/>
                <a:cs typeface="Montserrat"/>
                <a:sym typeface="Montserrat"/>
              </a:rPr>
              <a:t>Validação da </a:t>
            </a:r>
            <a:r>
              <a:rPr b="1" lang="pt-BR" sz="1000">
                <a:solidFill>
                  <a:srgbClr val="434343"/>
                </a:solidFill>
                <a:latin typeface="Montserrat"/>
                <a:ea typeface="Montserrat"/>
                <a:cs typeface="Montserrat"/>
                <a:sym typeface="Montserrat"/>
              </a:rPr>
              <a:t>GERAÇÃO DE VALOR </a:t>
            </a:r>
            <a:r>
              <a:rPr lang="pt-BR" sz="1000">
                <a:solidFill>
                  <a:srgbClr val="434343"/>
                </a:solidFill>
                <a:latin typeface="Montserrat"/>
                <a:ea typeface="Montserrat"/>
                <a:cs typeface="Montserrat"/>
                <a:sym typeface="Montserrat"/>
              </a:rPr>
              <a:t> (terceira chance de </a:t>
            </a:r>
            <a:r>
              <a:rPr b="1" lang="pt-BR" sz="1000">
                <a:solidFill>
                  <a:srgbClr val="434343"/>
                </a:solidFill>
                <a:latin typeface="Montserrat"/>
                <a:ea typeface="Montserrat"/>
                <a:cs typeface="Montserrat"/>
                <a:sym typeface="Montserrat"/>
              </a:rPr>
              <a:t>VALIDAÇÃO DO ICP</a:t>
            </a:r>
            <a:r>
              <a:rPr lang="pt-BR" sz="1000">
                <a:solidFill>
                  <a:srgbClr val="434343"/>
                </a:solidFill>
                <a:latin typeface="Montserrat"/>
                <a:ea typeface="Montserrat"/>
                <a:cs typeface="Montserrat"/>
                <a:sym typeface="Montserrat"/>
              </a:rPr>
              <a:t>): </a:t>
            </a:r>
            <a:endParaRPr sz="1000">
              <a:solidFill>
                <a:srgbClr val="434343"/>
              </a:solidFill>
              <a:latin typeface="Montserrat"/>
              <a:ea typeface="Montserrat"/>
              <a:cs typeface="Montserrat"/>
              <a:sym typeface="Montserrat"/>
            </a:endParaRPr>
          </a:p>
          <a:p>
            <a:pPr indent="914400" lvl="0" marL="0" rtl="0" algn="l">
              <a:lnSpc>
                <a:spcPct val="120000"/>
              </a:lnSpc>
              <a:spcBef>
                <a:spcPts val="0"/>
              </a:spcBef>
              <a:spcAft>
                <a:spcPts val="0"/>
              </a:spcAft>
              <a:buClr>
                <a:schemeClr val="dk1"/>
              </a:buClr>
              <a:buSzPts val="1100"/>
              <a:buFont typeface="Arial"/>
              <a:buNone/>
            </a:pPr>
            <a:r>
              <a:t/>
            </a:r>
            <a:endParaRPr sz="1000">
              <a:solidFill>
                <a:srgbClr val="434343"/>
              </a:solidFill>
              <a:latin typeface="Montserrat"/>
              <a:ea typeface="Montserrat"/>
              <a:cs typeface="Montserrat"/>
              <a:sym typeface="Montserrat"/>
            </a:endParaRPr>
          </a:p>
          <a:p>
            <a:pPr indent="-292100" lvl="0" marL="457200" rtl="0" algn="l">
              <a:lnSpc>
                <a:spcPct val="120000"/>
              </a:lnSpc>
              <a:spcBef>
                <a:spcPts val="0"/>
              </a:spcBef>
              <a:spcAft>
                <a:spcPts val="0"/>
              </a:spcAft>
              <a:buClr>
                <a:srgbClr val="434343"/>
              </a:buClr>
              <a:buSzPts val="1000"/>
              <a:buFont typeface="Montserrat"/>
              <a:buChar char="●"/>
            </a:pPr>
            <a:r>
              <a:rPr lang="pt-BR" sz="1000">
                <a:solidFill>
                  <a:srgbClr val="434343"/>
                </a:solidFill>
                <a:latin typeface="Montserrat"/>
                <a:ea typeface="Montserrat"/>
                <a:cs typeface="Montserrat"/>
                <a:sym typeface="Montserrat"/>
              </a:rPr>
              <a:t>Você acredita que dessa forma conseguiríamos solucionar esse problema de </a:t>
            </a:r>
            <a:r>
              <a:rPr b="1" lang="pt-BR" sz="1000">
                <a:solidFill>
                  <a:srgbClr val="434343"/>
                </a:solidFill>
                <a:latin typeface="Montserrat"/>
                <a:ea typeface="Montserrat"/>
                <a:cs typeface="Montserrat"/>
                <a:sym typeface="Montserrat"/>
              </a:rPr>
              <a:t>(DOR / PROBLEMA RELATADO)</a:t>
            </a:r>
            <a:r>
              <a:rPr lang="pt-BR" sz="1000">
                <a:solidFill>
                  <a:srgbClr val="434343"/>
                </a:solidFill>
                <a:latin typeface="Montserrat"/>
                <a:ea typeface="Montserrat"/>
                <a:cs typeface="Montserrat"/>
                <a:sym typeface="Montserrat"/>
              </a:rPr>
              <a:t>?</a:t>
            </a:r>
            <a:endParaRPr sz="1000">
              <a:solidFill>
                <a:srgbClr val="434343"/>
              </a:solidFill>
              <a:latin typeface="Montserrat"/>
              <a:ea typeface="Montserrat"/>
              <a:cs typeface="Montserrat"/>
              <a:sym typeface="Montserrat"/>
            </a:endParaRPr>
          </a:p>
          <a:p>
            <a:pPr indent="-292100" lvl="0" marL="457200" rtl="0" algn="l">
              <a:lnSpc>
                <a:spcPct val="120000"/>
              </a:lnSpc>
              <a:spcBef>
                <a:spcPts val="0"/>
              </a:spcBef>
              <a:spcAft>
                <a:spcPts val="0"/>
              </a:spcAft>
              <a:buClr>
                <a:srgbClr val="434343"/>
              </a:buClr>
              <a:buSzPts val="1000"/>
              <a:buFont typeface="Montserrat"/>
              <a:buChar char="●"/>
            </a:pPr>
            <a:r>
              <a:rPr lang="pt-BR" sz="1000">
                <a:solidFill>
                  <a:srgbClr val="434343"/>
                </a:solidFill>
                <a:latin typeface="Montserrat"/>
                <a:ea typeface="Montserrat"/>
                <a:cs typeface="Montserrat"/>
                <a:sym typeface="Montserrat"/>
              </a:rPr>
              <a:t>Como você acredita que conseguiria executar esse tipo de soluções internamente?  </a:t>
            </a:r>
            <a:endParaRPr sz="1000">
              <a:solidFill>
                <a:srgbClr val="434343"/>
              </a:solidFill>
              <a:latin typeface="Montserrat"/>
              <a:ea typeface="Montserrat"/>
              <a:cs typeface="Montserrat"/>
              <a:sym typeface="Montserrat"/>
            </a:endParaRPr>
          </a:p>
          <a:p>
            <a:pPr indent="-292100" lvl="0" marL="457200" rtl="0" algn="l">
              <a:lnSpc>
                <a:spcPct val="120000"/>
              </a:lnSpc>
              <a:spcBef>
                <a:spcPts val="0"/>
              </a:spcBef>
              <a:spcAft>
                <a:spcPts val="0"/>
              </a:spcAft>
              <a:buClr>
                <a:srgbClr val="434343"/>
              </a:buClr>
              <a:buSzPts val="1000"/>
              <a:buFont typeface="Montserrat"/>
              <a:buChar char="●"/>
            </a:pPr>
            <a:r>
              <a:rPr lang="pt-BR" sz="1000">
                <a:solidFill>
                  <a:srgbClr val="434343"/>
                </a:solidFill>
                <a:latin typeface="Montserrat"/>
                <a:ea typeface="Montserrat"/>
                <a:cs typeface="Montserrat"/>
                <a:sym typeface="Montserrat"/>
              </a:rPr>
              <a:t>{Lead}, Fizemos uma pesquisa com a nossa base de mais de 5 mil clientes e percebemos que aqueles que tendem a ter mais resultados resolvendo esse mesmo problema / alcançando esse mesmo objetivo buscam uma solução para automatizar o processo mas ainda sim tendo a gestão eficiência e acompanham a equipe.</a:t>
            </a:r>
            <a:endParaRPr sz="1000">
              <a:solidFill>
                <a:srgbClr val="434343"/>
              </a:solidFill>
              <a:latin typeface="Montserrat"/>
              <a:ea typeface="Montserrat"/>
              <a:cs typeface="Montserrat"/>
              <a:sym typeface="Montserrat"/>
            </a:endParaRPr>
          </a:p>
        </p:txBody>
      </p:sp>
      <p:sp>
        <p:nvSpPr>
          <p:cNvPr id="1191" name="Google Shape;1191;p204"/>
          <p:cNvSpPr txBox="1"/>
          <p:nvPr/>
        </p:nvSpPr>
        <p:spPr>
          <a:xfrm>
            <a:off x="498850" y="216425"/>
            <a:ext cx="3387300" cy="38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pt-BR" sz="1600">
                <a:solidFill>
                  <a:srgbClr val="00B050"/>
                </a:solidFill>
                <a:latin typeface="Montserrat"/>
                <a:ea typeface="Montserrat"/>
                <a:cs typeface="Montserrat"/>
                <a:sym typeface="Montserrat"/>
              </a:rPr>
              <a:t>Geração de valor</a:t>
            </a:r>
            <a:endParaRPr b="1" sz="1600">
              <a:solidFill>
                <a:srgbClr val="00B050"/>
              </a:solidFill>
              <a:latin typeface="Montserrat"/>
              <a:ea typeface="Montserrat"/>
              <a:cs typeface="Montserrat"/>
              <a:sym typeface="Montserrat"/>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p205"/>
          <p:cNvSpPr txBox="1"/>
          <p:nvPr/>
        </p:nvSpPr>
        <p:spPr>
          <a:xfrm>
            <a:off x="346450" y="796925"/>
            <a:ext cx="8104200" cy="4153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Clr>
                <a:srgbClr val="1B212C"/>
              </a:buClr>
              <a:buSzPts val="1100"/>
              <a:buFont typeface="Arial"/>
              <a:buNone/>
            </a:pPr>
            <a:r>
              <a:rPr b="1" lang="pt-BR" sz="1000">
                <a:solidFill>
                  <a:srgbClr val="434343"/>
                </a:solidFill>
                <a:latin typeface="Montserrat"/>
                <a:ea typeface="Montserrat"/>
                <a:cs typeface="Montserrat"/>
                <a:sym typeface="Montserrat"/>
              </a:rPr>
              <a:t>Gere valor atrelando a próxima conversa ou objetivo/problema do lead:</a:t>
            </a:r>
            <a:endParaRPr b="1" sz="1000">
              <a:solidFill>
                <a:srgbClr val="434343"/>
              </a:solidFill>
              <a:latin typeface="Montserrat"/>
              <a:ea typeface="Montserrat"/>
              <a:cs typeface="Montserrat"/>
              <a:sym typeface="Montserrat"/>
            </a:endParaRPr>
          </a:p>
          <a:p>
            <a:pPr indent="622300" lvl="0" marL="0" rtl="0" algn="l">
              <a:lnSpc>
                <a:spcPct val="120000"/>
              </a:lnSpc>
              <a:spcBef>
                <a:spcPts val="0"/>
              </a:spcBef>
              <a:spcAft>
                <a:spcPts val="0"/>
              </a:spcAft>
              <a:buClr>
                <a:srgbClr val="1B212C"/>
              </a:buClr>
              <a:buSzPts val="1100"/>
              <a:buFont typeface="Arial"/>
              <a:buNone/>
            </a:pPr>
            <a:r>
              <a:t/>
            </a:r>
            <a:endParaRPr sz="1000">
              <a:solidFill>
                <a:srgbClr val="434343"/>
              </a:solidFill>
              <a:latin typeface="Montserrat"/>
              <a:ea typeface="Montserrat"/>
              <a:cs typeface="Montserrat"/>
              <a:sym typeface="Montserrat"/>
            </a:endParaRPr>
          </a:p>
          <a:p>
            <a:pPr indent="-292100" lvl="0" marL="457200" rtl="0" algn="l">
              <a:lnSpc>
                <a:spcPct val="120000"/>
              </a:lnSpc>
              <a:spcBef>
                <a:spcPts val="0"/>
              </a:spcBef>
              <a:spcAft>
                <a:spcPts val="0"/>
              </a:spcAft>
              <a:buClr>
                <a:srgbClr val="434343"/>
              </a:buClr>
              <a:buSzPts val="1000"/>
              <a:buFont typeface="Montserrat"/>
              <a:buChar char="●"/>
            </a:pPr>
            <a:r>
              <a:rPr lang="pt-BR" sz="1000">
                <a:solidFill>
                  <a:srgbClr val="434343"/>
                </a:solidFill>
                <a:latin typeface="Montserrat"/>
                <a:ea typeface="Montserrat"/>
                <a:cs typeface="Montserrat"/>
                <a:sym typeface="Montserrat"/>
              </a:rPr>
              <a:t>{Nome do lead} entendi bem o seu cenário e como conversamos, podemos te ajudar a resolver esse problema/atingir esse objetivo aqui na </a:t>
            </a:r>
            <a:r>
              <a:rPr b="1" lang="pt-BR" sz="1000">
                <a:solidFill>
                  <a:srgbClr val="434343"/>
                </a:solidFill>
                <a:latin typeface="Montserrat"/>
                <a:ea typeface="Montserrat"/>
                <a:cs typeface="Montserrat"/>
                <a:sym typeface="Montserrat"/>
              </a:rPr>
              <a:t>(empresa que representamos - Plugchat ou Z-Api)</a:t>
            </a:r>
            <a:r>
              <a:rPr lang="pt-BR" sz="1000">
                <a:solidFill>
                  <a:srgbClr val="434343"/>
                </a:solidFill>
                <a:latin typeface="Montserrat"/>
                <a:ea typeface="Montserrat"/>
                <a:cs typeface="Montserrat"/>
                <a:sym typeface="Montserrat"/>
              </a:rPr>
              <a:t>. Para entender como faremos isso, vou te fazer algumas perguntas e direcionar para o nosso site no qual pode fazer tudo sozinho! Se precisar de ajuda, estou por aqui também para acompanhá-lo.</a:t>
            </a:r>
            <a:endParaRPr sz="1000">
              <a:solidFill>
                <a:srgbClr val="434343"/>
              </a:solidFill>
              <a:latin typeface="Montserrat"/>
              <a:ea typeface="Montserrat"/>
              <a:cs typeface="Montserrat"/>
              <a:sym typeface="Montserrat"/>
            </a:endParaRPr>
          </a:p>
          <a:p>
            <a:pPr indent="0" lvl="0" marL="0" rtl="0" algn="l">
              <a:lnSpc>
                <a:spcPct val="120000"/>
              </a:lnSpc>
              <a:spcBef>
                <a:spcPts val="0"/>
              </a:spcBef>
              <a:spcAft>
                <a:spcPts val="0"/>
              </a:spcAft>
              <a:buNone/>
            </a:pPr>
            <a:r>
              <a:t/>
            </a:r>
            <a:endParaRPr sz="1000">
              <a:solidFill>
                <a:srgbClr val="434343"/>
              </a:solidFill>
              <a:latin typeface="Montserrat"/>
              <a:ea typeface="Montserrat"/>
              <a:cs typeface="Montserrat"/>
              <a:sym typeface="Montserrat"/>
            </a:endParaRPr>
          </a:p>
          <a:p>
            <a:pPr indent="-292100" lvl="0" marL="457200" rtl="0" algn="l">
              <a:lnSpc>
                <a:spcPct val="120000"/>
              </a:lnSpc>
              <a:spcBef>
                <a:spcPts val="0"/>
              </a:spcBef>
              <a:spcAft>
                <a:spcPts val="0"/>
              </a:spcAft>
              <a:buClr>
                <a:srgbClr val="434343"/>
              </a:buClr>
              <a:buSzPts val="1000"/>
              <a:buFont typeface="Montserrat"/>
              <a:buChar char="●"/>
            </a:pPr>
            <a:r>
              <a:rPr lang="pt-BR" sz="1000">
                <a:solidFill>
                  <a:srgbClr val="434343"/>
                </a:solidFill>
                <a:latin typeface="Montserrat"/>
                <a:ea typeface="Montserrat"/>
                <a:cs typeface="Montserrat"/>
                <a:sym typeface="Montserrat"/>
              </a:rPr>
              <a:t>{Nome do Lead} Aqui na </a:t>
            </a:r>
            <a:r>
              <a:rPr b="1" lang="pt-BR" sz="1000">
                <a:solidFill>
                  <a:srgbClr val="434343"/>
                </a:solidFill>
                <a:latin typeface="Montserrat"/>
                <a:ea typeface="Montserrat"/>
                <a:cs typeface="Montserrat"/>
                <a:sym typeface="Montserrat"/>
              </a:rPr>
              <a:t>(empresa que representamos - Plugchat ou Z-Api)</a:t>
            </a:r>
            <a:r>
              <a:rPr lang="pt-BR" sz="1000">
                <a:solidFill>
                  <a:srgbClr val="434343"/>
                </a:solidFill>
                <a:latin typeface="Montserrat"/>
                <a:ea typeface="Montserrat"/>
                <a:cs typeface="Montserrat"/>
                <a:sym typeface="Montserrat"/>
              </a:rPr>
              <a:t> nós já ajudamos mais de </a:t>
            </a:r>
            <a:r>
              <a:rPr b="1" lang="pt-BR" sz="1000">
                <a:solidFill>
                  <a:srgbClr val="434343"/>
                </a:solidFill>
                <a:latin typeface="Montserrat"/>
                <a:ea typeface="Montserrat"/>
                <a:cs typeface="Montserrat"/>
                <a:sym typeface="Montserrat"/>
              </a:rPr>
              <a:t>X </a:t>
            </a:r>
            <a:r>
              <a:rPr lang="pt-BR" sz="1000">
                <a:solidFill>
                  <a:srgbClr val="434343"/>
                </a:solidFill>
                <a:latin typeface="Montserrat"/>
                <a:ea typeface="Montserrat"/>
                <a:cs typeface="Montserrat"/>
                <a:sym typeface="Montserrat"/>
              </a:rPr>
              <a:t>clientes, muitos deles com esse mesmo problema/objetivo que você me apresentou. Para ajudar essas empresas nós sempre realizamos um prévio bate papo por aqui mesmo para entender como podemos ajudá-lo. </a:t>
            </a:r>
            <a:r>
              <a:rPr b="1" lang="pt-BR" sz="1000">
                <a:solidFill>
                  <a:srgbClr val="434343"/>
                </a:solidFill>
                <a:latin typeface="Montserrat"/>
                <a:ea typeface="Montserrat"/>
                <a:cs typeface="Montserrat"/>
                <a:sym typeface="Montserrat"/>
              </a:rPr>
              <a:t>(pergunta de qualificar)</a:t>
            </a:r>
            <a:endParaRPr b="1" sz="1000">
              <a:solidFill>
                <a:srgbClr val="434343"/>
              </a:solidFill>
              <a:latin typeface="Montserrat"/>
              <a:ea typeface="Montserrat"/>
              <a:cs typeface="Montserrat"/>
              <a:sym typeface="Montserrat"/>
            </a:endParaRPr>
          </a:p>
          <a:p>
            <a:pPr indent="622300" lvl="0" marL="0" rtl="0" algn="l">
              <a:lnSpc>
                <a:spcPct val="120000"/>
              </a:lnSpc>
              <a:spcBef>
                <a:spcPts val="0"/>
              </a:spcBef>
              <a:spcAft>
                <a:spcPts val="0"/>
              </a:spcAft>
              <a:buClr>
                <a:srgbClr val="1B212C"/>
              </a:buClr>
              <a:buSzPts val="1100"/>
              <a:buFont typeface="Arial"/>
              <a:buNone/>
            </a:pPr>
            <a:r>
              <a:t/>
            </a:r>
            <a:endParaRPr sz="1000">
              <a:solidFill>
                <a:srgbClr val="434343"/>
              </a:solidFill>
              <a:latin typeface="Montserrat"/>
              <a:ea typeface="Montserrat"/>
              <a:cs typeface="Montserrat"/>
              <a:sym typeface="Montserrat"/>
            </a:endParaRPr>
          </a:p>
          <a:p>
            <a:pPr indent="0" lvl="0" marL="0" rtl="0" algn="l">
              <a:lnSpc>
                <a:spcPct val="120000"/>
              </a:lnSpc>
              <a:spcBef>
                <a:spcPts val="0"/>
              </a:spcBef>
              <a:spcAft>
                <a:spcPts val="0"/>
              </a:spcAft>
              <a:buClr>
                <a:srgbClr val="1B212C"/>
              </a:buClr>
              <a:buSzPts val="1100"/>
              <a:buFont typeface="Arial"/>
              <a:buNone/>
            </a:pPr>
            <a:r>
              <a:rPr b="1" lang="pt-BR" sz="1000">
                <a:solidFill>
                  <a:srgbClr val="434343"/>
                </a:solidFill>
                <a:latin typeface="Montserrat"/>
                <a:ea typeface="Montserrat"/>
                <a:cs typeface="Montserrat"/>
                <a:sym typeface="Montserrat"/>
              </a:rPr>
              <a:t>Passagem para o Próximo estágio:</a:t>
            </a:r>
            <a:br>
              <a:rPr b="1" lang="pt-BR" sz="1000">
                <a:solidFill>
                  <a:srgbClr val="434343"/>
                </a:solidFill>
                <a:latin typeface="Montserrat"/>
                <a:ea typeface="Montserrat"/>
                <a:cs typeface="Montserrat"/>
                <a:sym typeface="Montserrat"/>
              </a:rPr>
            </a:br>
            <a:endParaRPr b="1" sz="1000">
              <a:solidFill>
                <a:srgbClr val="434343"/>
              </a:solidFill>
              <a:latin typeface="Montserrat"/>
              <a:ea typeface="Montserrat"/>
              <a:cs typeface="Montserrat"/>
              <a:sym typeface="Montserrat"/>
            </a:endParaRPr>
          </a:p>
          <a:p>
            <a:pPr indent="-292100" lvl="0" marL="457200" rtl="0" algn="l">
              <a:lnSpc>
                <a:spcPct val="120000"/>
              </a:lnSpc>
              <a:spcBef>
                <a:spcPts val="0"/>
              </a:spcBef>
              <a:spcAft>
                <a:spcPts val="0"/>
              </a:spcAft>
              <a:buClr>
                <a:srgbClr val="434343"/>
              </a:buClr>
              <a:buSzPts val="1000"/>
              <a:buFont typeface="Montserrat"/>
              <a:buChar char="●"/>
            </a:pPr>
            <a:r>
              <a:rPr lang="pt-BR" sz="1000">
                <a:solidFill>
                  <a:srgbClr val="434343"/>
                </a:solidFill>
                <a:latin typeface="Montserrat"/>
                <a:ea typeface="Montserrat"/>
                <a:cs typeface="Montserrat"/>
                <a:sym typeface="Montserrat"/>
              </a:rPr>
              <a:t>Vi que tem potencial para ser um parceiro Z-Api, vou direcionar teu contato para o Higor responsável pelo canal de Parceiros</a:t>
            </a:r>
            <a:endParaRPr sz="1000">
              <a:solidFill>
                <a:srgbClr val="434343"/>
              </a:solidFill>
              <a:latin typeface="Montserrat"/>
              <a:ea typeface="Montserrat"/>
              <a:cs typeface="Montserrat"/>
              <a:sym typeface="Montserrat"/>
            </a:endParaRPr>
          </a:p>
          <a:p>
            <a:pPr indent="-292100" lvl="0" marL="457200" rtl="0" algn="l">
              <a:lnSpc>
                <a:spcPct val="120000"/>
              </a:lnSpc>
              <a:spcBef>
                <a:spcPts val="0"/>
              </a:spcBef>
              <a:spcAft>
                <a:spcPts val="0"/>
              </a:spcAft>
              <a:buClr>
                <a:srgbClr val="434343"/>
              </a:buClr>
              <a:buSzPts val="1000"/>
              <a:buFont typeface="Montserrat"/>
              <a:buChar char="●"/>
            </a:pPr>
            <a:r>
              <a:rPr lang="pt-BR" sz="1000">
                <a:solidFill>
                  <a:srgbClr val="434343"/>
                </a:solidFill>
                <a:latin typeface="Montserrat"/>
                <a:ea typeface="Montserrat"/>
                <a:cs typeface="Montserrat"/>
                <a:sym typeface="Montserrat"/>
              </a:rPr>
              <a:t>Nesse cenário teu, acredito que o ideal seriam X operadores, vou te orientar como começar a testar gratuitamente com a gente</a:t>
            </a:r>
            <a:endParaRPr sz="1000">
              <a:solidFill>
                <a:srgbClr val="434343"/>
              </a:solidFill>
              <a:latin typeface="Montserrat"/>
              <a:ea typeface="Montserrat"/>
              <a:cs typeface="Montserrat"/>
              <a:sym typeface="Montserrat"/>
            </a:endParaRPr>
          </a:p>
          <a:p>
            <a:pPr indent="-292100" lvl="0" marL="457200" rtl="0" algn="l">
              <a:lnSpc>
                <a:spcPct val="120000"/>
              </a:lnSpc>
              <a:spcBef>
                <a:spcPts val="0"/>
              </a:spcBef>
              <a:spcAft>
                <a:spcPts val="0"/>
              </a:spcAft>
              <a:buClr>
                <a:srgbClr val="434343"/>
              </a:buClr>
              <a:buSzPts val="1000"/>
              <a:buFont typeface="Montserrat"/>
              <a:buChar char="●"/>
            </a:pPr>
            <a:r>
              <a:rPr lang="pt-BR" sz="1000">
                <a:solidFill>
                  <a:srgbClr val="434343"/>
                </a:solidFill>
                <a:latin typeface="Montserrat"/>
                <a:ea typeface="Montserrat"/>
                <a:cs typeface="Montserrat"/>
                <a:sym typeface="Montserrat"/>
              </a:rPr>
              <a:t>Se você preferir, não tem problema podemos agendar uma reunião para eu te acompanhar e nos alinharmos. Vou te enviar minha disponibilidade da agenda.</a:t>
            </a:r>
            <a:endParaRPr sz="10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None/>
            </a:pPr>
            <a:r>
              <a:t/>
            </a:r>
            <a:endParaRPr sz="1000">
              <a:solidFill>
                <a:srgbClr val="434343"/>
              </a:solidFill>
              <a:latin typeface="Montserrat"/>
              <a:ea typeface="Montserrat"/>
              <a:cs typeface="Montserrat"/>
              <a:sym typeface="Montserrat"/>
            </a:endParaRPr>
          </a:p>
        </p:txBody>
      </p:sp>
      <p:sp>
        <p:nvSpPr>
          <p:cNvPr id="1197" name="Google Shape;1197;p205"/>
          <p:cNvSpPr txBox="1"/>
          <p:nvPr/>
        </p:nvSpPr>
        <p:spPr>
          <a:xfrm>
            <a:off x="270250" y="216425"/>
            <a:ext cx="3387300" cy="38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pt-BR" sz="1600">
                <a:solidFill>
                  <a:srgbClr val="00B050"/>
                </a:solidFill>
                <a:latin typeface="Montserrat"/>
                <a:ea typeface="Montserrat"/>
                <a:cs typeface="Montserrat"/>
                <a:sym typeface="Montserrat"/>
              </a:rPr>
              <a:t>Passagem</a:t>
            </a:r>
            <a:endParaRPr b="1" sz="1600">
              <a:solidFill>
                <a:srgbClr val="00B050"/>
              </a:solidFill>
              <a:latin typeface="Montserrat"/>
              <a:ea typeface="Montserrat"/>
              <a:cs typeface="Montserrat"/>
              <a:sym typeface="Montserrat"/>
            </a:endParaRPr>
          </a:p>
        </p:txBody>
      </p:sp>
      <p:sp>
        <p:nvSpPr>
          <p:cNvPr id="1198" name="Google Shape;1198;p205"/>
          <p:cNvSpPr/>
          <p:nvPr/>
        </p:nvSpPr>
        <p:spPr>
          <a:xfrm>
            <a:off x="0" y="270375"/>
            <a:ext cx="201300" cy="327000"/>
          </a:xfrm>
          <a:prstGeom prst="rect">
            <a:avLst/>
          </a:prstGeom>
          <a:solidFill>
            <a:srgbClr val="00B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205"/>
          <p:cNvSpPr/>
          <p:nvPr/>
        </p:nvSpPr>
        <p:spPr>
          <a:xfrm>
            <a:off x="7825275" y="4712450"/>
            <a:ext cx="1318800" cy="431100"/>
          </a:xfrm>
          <a:prstGeom prst="rect">
            <a:avLst/>
          </a:prstGeom>
          <a:solidFill>
            <a:srgbClr val="82C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03" name="Shape 1203"/>
        <p:cNvGrpSpPr/>
        <p:nvPr/>
      </p:nvGrpSpPr>
      <p:grpSpPr>
        <a:xfrm>
          <a:off x="0" y="0"/>
          <a:ext cx="0" cy="0"/>
          <a:chOff x="0" y="0"/>
          <a:chExt cx="0" cy="0"/>
        </a:xfrm>
      </p:grpSpPr>
      <p:sp>
        <p:nvSpPr>
          <p:cNvPr id="1204" name="Google Shape;1204;p206"/>
          <p:cNvSpPr txBox="1"/>
          <p:nvPr>
            <p:ph type="title"/>
          </p:nvPr>
        </p:nvSpPr>
        <p:spPr>
          <a:xfrm>
            <a:off x="529650" y="1680205"/>
            <a:ext cx="8084700" cy="1319700"/>
          </a:xfrm>
          <a:prstGeom prst="rect">
            <a:avLst/>
          </a:prstGeom>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b="1" lang="pt-BR" sz="2800">
                <a:solidFill>
                  <a:schemeClr val="lt1"/>
                </a:solidFill>
                <a:latin typeface="Montserrat"/>
                <a:ea typeface="Montserrat"/>
                <a:cs typeface="Montserrat"/>
                <a:sym typeface="Montserrat"/>
              </a:rPr>
              <a:t>Tipos de Leads</a:t>
            </a:r>
            <a:endParaRPr b="1" sz="3000">
              <a:solidFill>
                <a:schemeClr val="lt1"/>
              </a:solidFill>
              <a:latin typeface="Montserrat"/>
              <a:ea typeface="Montserrat"/>
              <a:cs typeface="Montserrat"/>
              <a:sym typeface="Montserrat"/>
            </a:endParaRPr>
          </a:p>
        </p:txBody>
      </p:sp>
      <p:sp>
        <p:nvSpPr>
          <p:cNvPr id="1205" name="Google Shape;1205;p206"/>
          <p:cNvSpPr txBox="1"/>
          <p:nvPr/>
        </p:nvSpPr>
        <p:spPr>
          <a:xfrm>
            <a:off x="1332296" y="2840225"/>
            <a:ext cx="6789600" cy="3849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sz="1300">
              <a:solidFill>
                <a:schemeClr val="lt1"/>
              </a:solidFill>
              <a:latin typeface="Montserrat ExtraBold"/>
              <a:ea typeface="Montserrat ExtraBold"/>
              <a:cs typeface="Montserrat ExtraBold"/>
              <a:sym typeface="Montserrat ExtraBold"/>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9" name="Shape 1209"/>
        <p:cNvGrpSpPr/>
        <p:nvPr/>
      </p:nvGrpSpPr>
      <p:grpSpPr>
        <a:xfrm>
          <a:off x="0" y="0"/>
          <a:ext cx="0" cy="0"/>
          <a:chOff x="0" y="0"/>
          <a:chExt cx="0" cy="0"/>
        </a:xfrm>
      </p:grpSpPr>
      <p:sp>
        <p:nvSpPr>
          <p:cNvPr id="1210" name="Google Shape;1210;p207"/>
          <p:cNvSpPr txBox="1"/>
          <p:nvPr/>
        </p:nvSpPr>
        <p:spPr>
          <a:xfrm>
            <a:off x="346450" y="796925"/>
            <a:ext cx="8104200" cy="4153800"/>
          </a:xfrm>
          <a:prstGeom prst="rect">
            <a:avLst/>
          </a:prstGeom>
          <a:noFill/>
          <a:ln>
            <a:noFill/>
          </a:ln>
        </p:spPr>
        <p:txBody>
          <a:bodyPr anchorCtr="0" anchor="t" bIns="91425" lIns="91425" spcFirstLastPara="1" rIns="91425" wrap="square" tIns="91425">
            <a:noAutofit/>
          </a:bodyPr>
          <a:lstStyle/>
          <a:p>
            <a:pPr indent="0" lvl="0" marL="457200" rtl="0" algn="l">
              <a:lnSpc>
                <a:spcPct val="120000"/>
              </a:lnSpc>
              <a:spcBef>
                <a:spcPts val="0"/>
              </a:spcBef>
              <a:spcAft>
                <a:spcPts val="0"/>
              </a:spcAft>
              <a:buClr>
                <a:schemeClr val="dk1"/>
              </a:buClr>
              <a:buSzPts val="1100"/>
              <a:buFont typeface="Arial"/>
              <a:buNone/>
            </a:pPr>
            <a:r>
              <a:t/>
            </a:r>
            <a:endParaRPr b="1" sz="6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Clr>
                <a:schemeClr val="dk1"/>
              </a:buClr>
              <a:buSzPts val="1100"/>
              <a:buFont typeface="Arial"/>
              <a:buNone/>
            </a:pPr>
            <a:r>
              <a:rPr b="1" lang="pt-BR" sz="700">
                <a:solidFill>
                  <a:srgbClr val="434343"/>
                </a:solidFill>
                <a:latin typeface="Montserrat"/>
                <a:ea typeface="Montserrat"/>
                <a:cs typeface="Montserrat"/>
                <a:sym typeface="Montserrat"/>
              </a:rPr>
              <a:t>1º - Devs com problemas técnicos com a </a:t>
            </a:r>
            <a:r>
              <a:rPr b="1" lang="pt-BR" sz="700">
                <a:solidFill>
                  <a:srgbClr val="434343"/>
                </a:solidFill>
                <a:latin typeface="Montserrat"/>
                <a:ea typeface="Montserrat"/>
                <a:cs typeface="Montserrat"/>
                <a:sym typeface="Montserrat"/>
              </a:rPr>
              <a:t>instância</a:t>
            </a:r>
            <a:r>
              <a:rPr b="1" lang="pt-BR" sz="700">
                <a:solidFill>
                  <a:srgbClr val="434343"/>
                </a:solidFill>
                <a:latin typeface="Montserrat"/>
                <a:ea typeface="Montserrat"/>
                <a:cs typeface="Montserrat"/>
                <a:sym typeface="Montserrat"/>
              </a:rPr>
              <a:t> ou coisas do tipo ( geralmente já tem a plataforma contratada por um bom </a:t>
            </a:r>
            <a:r>
              <a:rPr b="1" lang="pt-BR" sz="700">
                <a:solidFill>
                  <a:srgbClr val="434343"/>
                </a:solidFill>
                <a:latin typeface="Montserrat"/>
                <a:ea typeface="Montserrat"/>
                <a:cs typeface="Montserrat"/>
                <a:sym typeface="Montserrat"/>
              </a:rPr>
              <a:t>período</a:t>
            </a:r>
            <a:r>
              <a:rPr b="1" lang="pt-BR" sz="700">
                <a:solidFill>
                  <a:srgbClr val="434343"/>
                </a:solidFill>
                <a:latin typeface="Montserrat"/>
                <a:ea typeface="Montserrat"/>
                <a:cs typeface="Montserrat"/>
                <a:sym typeface="Montserrat"/>
              </a:rPr>
              <a:t> e </a:t>
            </a:r>
            <a:r>
              <a:rPr b="1" lang="pt-BR" sz="700">
                <a:solidFill>
                  <a:srgbClr val="434343"/>
                </a:solidFill>
                <a:latin typeface="Montserrat"/>
                <a:ea typeface="Montserrat"/>
                <a:cs typeface="Montserrat"/>
                <a:sym typeface="Montserrat"/>
              </a:rPr>
              <a:t>ocasionalmente</a:t>
            </a:r>
            <a:r>
              <a:rPr b="1" lang="pt-BR" sz="700">
                <a:solidFill>
                  <a:srgbClr val="434343"/>
                </a:solidFill>
                <a:latin typeface="Montserrat"/>
                <a:ea typeface="Montserrat"/>
                <a:cs typeface="Montserrat"/>
                <a:sym typeface="Montserrat"/>
              </a:rPr>
              <a:t> acontece algum problema na </a:t>
            </a:r>
            <a:r>
              <a:rPr b="1" lang="pt-BR" sz="700">
                <a:solidFill>
                  <a:srgbClr val="434343"/>
                </a:solidFill>
                <a:latin typeface="Montserrat"/>
                <a:ea typeface="Montserrat"/>
                <a:cs typeface="Montserrat"/>
                <a:sym typeface="Montserrat"/>
              </a:rPr>
              <a:t>instância </a:t>
            </a:r>
            <a:r>
              <a:rPr b="1" lang="pt-BR" sz="700">
                <a:solidFill>
                  <a:srgbClr val="434343"/>
                </a:solidFill>
                <a:latin typeface="Montserrat"/>
                <a:ea typeface="Montserrat"/>
                <a:cs typeface="Montserrat"/>
                <a:sym typeface="Montserrat"/>
              </a:rPr>
              <a:t>desconectando  </a:t>
            </a:r>
            <a:r>
              <a:rPr b="1" lang="pt-BR" sz="700">
                <a:solidFill>
                  <a:srgbClr val="434343"/>
                </a:solidFill>
                <a:latin typeface="Montserrat"/>
                <a:ea typeface="Montserrat"/>
                <a:cs typeface="Montserrat"/>
                <a:sym typeface="Montserrat"/>
              </a:rPr>
              <a:t>instância</a:t>
            </a:r>
            <a:r>
              <a:rPr b="1" lang="pt-BR" sz="700">
                <a:solidFill>
                  <a:srgbClr val="434343"/>
                </a:solidFill>
                <a:latin typeface="Montserrat"/>
                <a:ea typeface="Montserrat"/>
                <a:cs typeface="Montserrat"/>
                <a:sym typeface="Montserrat"/>
              </a:rPr>
              <a:t> e reiniciando o serviço).</a:t>
            </a:r>
            <a:endParaRPr b="1" sz="7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Clr>
                <a:schemeClr val="dk1"/>
              </a:buClr>
              <a:buSzPts val="1100"/>
              <a:buFont typeface="Arial"/>
              <a:buNone/>
            </a:pPr>
            <a:r>
              <a:t/>
            </a:r>
            <a:endParaRPr b="1" sz="7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Clr>
                <a:schemeClr val="dk1"/>
              </a:buClr>
              <a:buSzPts val="1100"/>
              <a:buFont typeface="Arial"/>
              <a:buNone/>
            </a:pPr>
            <a:r>
              <a:rPr b="1" lang="pt-BR" sz="700">
                <a:solidFill>
                  <a:srgbClr val="434343"/>
                </a:solidFill>
                <a:latin typeface="Montserrat"/>
                <a:ea typeface="Montserrat"/>
                <a:cs typeface="Montserrat"/>
                <a:sym typeface="Montserrat"/>
              </a:rPr>
              <a:t>2º - Devs que estão testando a API e começando a fazer a integração ( muitas vezes tem perguntas sobre a documentação ou como utilizar nossos métodos )</a:t>
            </a:r>
            <a:endParaRPr b="1" sz="7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Clr>
                <a:schemeClr val="dk1"/>
              </a:buClr>
              <a:buSzPts val="1100"/>
              <a:buFont typeface="Arial"/>
              <a:buNone/>
            </a:pPr>
            <a:r>
              <a:t/>
            </a:r>
            <a:endParaRPr b="1" sz="7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Clr>
                <a:schemeClr val="dk1"/>
              </a:buClr>
              <a:buSzPts val="1100"/>
              <a:buFont typeface="Arial"/>
              <a:buNone/>
            </a:pPr>
            <a:r>
              <a:rPr b="1" lang="pt-BR" sz="700">
                <a:solidFill>
                  <a:srgbClr val="434343"/>
                </a:solidFill>
                <a:latin typeface="Montserrat"/>
                <a:ea typeface="Montserrat"/>
                <a:cs typeface="Montserrat"/>
                <a:sym typeface="Montserrat"/>
              </a:rPr>
              <a:t>3º - Devs que estão querendo uma API, mas que não sabem como funciona ( geralmente são devs que começam com poucas </a:t>
            </a:r>
            <a:r>
              <a:rPr b="1" lang="pt-BR" sz="700">
                <a:solidFill>
                  <a:srgbClr val="434343"/>
                </a:solidFill>
                <a:latin typeface="Montserrat"/>
                <a:ea typeface="Montserrat"/>
                <a:cs typeface="Montserrat"/>
                <a:sym typeface="Montserrat"/>
              </a:rPr>
              <a:t>instâncias</a:t>
            </a:r>
            <a:r>
              <a:rPr b="1" lang="pt-BR" sz="700">
                <a:solidFill>
                  <a:srgbClr val="434343"/>
                </a:solidFill>
                <a:latin typeface="Montserrat"/>
                <a:ea typeface="Montserrat"/>
                <a:cs typeface="Montserrat"/>
                <a:sym typeface="Montserrat"/>
              </a:rPr>
              <a:t> e levam um </a:t>
            </a:r>
            <a:r>
              <a:rPr b="1" lang="pt-BR" sz="700">
                <a:solidFill>
                  <a:srgbClr val="434343"/>
                </a:solidFill>
                <a:latin typeface="Montserrat"/>
                <a:ea typeface="Montserrat"/>
                <a:cs typeface="Montserrat"/>
                <a:sym typeface="Montserrat"/>
              </a:rPr>
              <a:t>período</a:t>
            </a:r>
            <a:r>
              <a:rPr b="1" lang="pt-BR" sz="700">
                <a:solidFill>
                  <a:srgbClr val="434343"/>
                </a:solidFill>
                <a:latin typeface="Montserrat"/>
                <a:ea typeface="Montserrat"/>
                <a:cs typeface="Montserrat"/>
                <a:sym typeface="Montserrat"/>
              </a:rPr>
              <a:t> para testar a api )</a:t>
            </a:r>
            <a:endParaRPr b="1" sz="7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Clr>
                <a:schemeClr val="dk1"/>
              </a:buClr>
              <a:buSzPts val="1100"/>
              <a:buFont typeface="Arial"/>
              <a:buNone/>
            </a:pPr>
            <a:r>
              <a:t/>
            </a:r>
            <a:endParaRPr b="1" sz="7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Clr>
                <a:schemeClr val="dk1"/>
              </a:buClr>
              <a:buSzPts val="1100"/>
              <a:buFont typeface="Arial"/>
              <a:buNone/>
            </a:pPr>
            <a:r>
              <a:rPr b="1" lang="pt-BR" sz="700">
                <a:solidFill>
                  <a:srgbClr val="434343"/>
                </a:solidFill>
                <a:latin typeface="Montserrat"/>
                <a:ea typeface="Montserrat"/>
                <a:cs typeface="Montserrat"/>
                <a:sym typeface="Montserrat"/>
              </a:rPr>
              <a:t>4º - Devs que não sabem bem o que querem mas que tem uma demanda que se encaixa com a empresa ( geralmente são pessoas que vão entrar em contato e que vão explicar o funcionamento do sistema e da empresa para nós avaliarmos se eles precisam ou não da nossa api ) </a:t>
            </a:r>
            <a:endParaRPr b="1" sz="7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Clr>
                <a:schemeClr val="dk1"/>
              </a:buClr>
              <a:buSzPts val="1100"/>
              <a:buFont typeface="Arial"/>
              <a:buNone/>
            </a:pPr>
            <a:r>
              <a:t/>
            </a:r>
            <a:endParaRPr b="1" sz="7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Clr>
                <a:schemeClr val="dk1"/>
              </a:buClr>
              <a:buSzPts val="1100"/>
              <a:buFont typeface="Arial"/>
              <a:buNone/>
            </a:pPr>
            <a:r>
              <a:rPr b="1" lang="pt-BR" sz="700">
                <a:solidFill>
                  <a:srgbClr val="434343"/>
                </a:solidFill>
                <a:latin typeface="Montserrat"/>
                <a:ea typeface="Montserrat"/>
                <a:cs typeface="Montserrat"/>
                <a:sym typeface="Montserrat"/>
              </a:rPr>
              <a:t>5º - Devs que estão testando a API porém não querem pagar por uma instância até ter o produto em produção ( geralmente são os lead que vem pedir por aumento de trail semanalmente, até que terminem a aplicação ou que cortemos o trial dele ) </a:t>
            </a:r>
            <a:endParaRPr b="1" sz="7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Clr>
                <a:schemeClr val="dk1"/>
              </a:buClr>
              <a:buSzPts val="1100"/>
              <a:buFont typeface="Arial"/>
              <a:buNone/>
            </a:pPr>
            <a:r>
              <a:t/>
            </a:r>
            <a:endParaRPr b="1" sz="7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Clr>
                <a:schemeClr val="dk1"/>
              </a:buClr>
              <a:buSzPts val="1100"/>
              <a:buFont typeface="Arial"/>
              <a:buNone/>
            </a:pPr>
            <a:r>
              <a:rPr b="1" lang="pt-BR" sz="700">
                <a:solidFill>
                  <a:srgbClr val="434343"/>
                </a:solidFill>
                <a:latin typeface="Montserrat"/>
                <a:ea typeface="Montserrat"/>
                <a:cs typeface="Montserrat"/>
                <a:sym typeface="Montserrat"/>
              </a:rPr>
              <a:t>6º - Donos da empresa que estão com problemas no seu sistema e vem entrar em contato ( muitas vezes acontece de estar conversando com um dono da empresa que não entende muito do sistema ou do Z-api, ele vai repassar as suas mensagens pro dev )</a:t>
            </a:r>
            <a:endParaRPr b="1" sz="7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Clr>
                <a:schemeClr val="dk1"/>
              </a:buClr>
              <a:buSzPts val="1100"/>
              <a:buFont typeface="Arial"/>
              <a:buNone/>
            </a:pPr>
            <a:r>
              <a:t/>
            </a:r>
            <a:endParaRPr b="1" sz="7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Clr>
                <a:schemeClr val="dk1"/>
              </a:buClr>
              <a:buSzPts val="1100"/>
              <a:buFont typeface="Arial"/>
              <a:buNone/>
            </a:pPr>
            <a:r>
              <a:rPr b="1" lang="pt-BR" sz="700">
                <a:solidFill>
                  <a:srgbClr val="434343"/>
                </a:solidFill>
                <a:latin typeface="Montserrat"/>
                <a:ea typeface="Montserrat"/>
                <a:cs typeface="Montserrat"/>
                <a:sym typeface="Montserrat"/>
              </a:rPr>
              <a:t>7º - Fantasmas ( são leads de pessoas que aparecem para te perguntar algo, mas, nunca respondem suas mensagens ou simplesmente somem )</a:t>
            </a:r>
            <a:endParaRPr b="1" sz="7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Clr>
                <a:schemeClr val="dk1"/>
              </a:buClr>
              <a:buSzPts val="1100"/>
              <a:buFont typeface="Arial"/>
              <a:buNone/>
            </a:pPr>
            <a:r>
              <a:t/>
            </a:r>
            <a:endParaRPr b="1" sz="7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Clr>
                <a:schemeClr val="dk1"/>
              </a:buClr>
              <a:buSzPts val="1100"/>
              <a:buFont typeface="Arial"/>
              <a:buNone/>
            </a:pPr>
            <a:r>
              <a:rPr b="1" lang="pt-BR" sz="700">
                <a:solidFill>
                  <a:srgbClr val="434343"/>
                </a:solidFill>
                <a:latin typeface="Montserrat"/>
                <a:ea typeface="Montserrat"/>
                <a:cs typeface="Montserrat"/>
                <a:sym typeface="Montserrat"/>
              </a:rPr>
              <a:t>8º - Devs que estão com problemas nas próprias aplicações (Devs que não querem assumir os problemas do sistema, terceirizando para nós o problema ) </a:t>
            </a:r>
            <a:endParaRPr b="1" sz="7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Clr>
                <a:schemeClr val="dk1"/>
              </a:buClr>
              <a:buSzPts val="1100"/>
              <a:buFont typeface="Arial"/>
              <a:buNone/>
            </a:pPr>
            <a:r>
              <a:t/>
            </a:r>
            <a:endParaRPr b="1" sz="7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Clr>
                <a:schemeClr val="dk1"/>
              </a:buClr>
              <a:buSzPts val="1100"/>
              <a:buFont typeface="Arial"/>
              <a:buNone/>
            </a:pPr>
            <a:r>
              <a:rPr b="1" lang="pt-BR" sz="700">
                <a:solidFill>
                  <a:srgbClr val="434343"/>
                </a:solidFill>
                <a:latin typeface="Montserrat"/>
                <a:ea typeface="Montserrat"/>
                <a:cs typeface="Montserrat"/>
                <a:sym typeface="Montserrat"/>
              </a:rPr>
              <a:t>9º - Leads desqualificados ( algumas vezes aparecem contatos de pessoas que não se qualificam como clientes, não são programadores ou que tenham um sistema, entram em contato por engano ou por que querem outras coisas que não se aplicam a empresa )</a:t>
            </a:r>
            <a:endParaRPr b="1" sz="7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Clr>
                <a:schemeClr val="dk1"/>
              </a:buClr>
              <a:buSzPts val="1100"/>
              <a:buFont typeface="Arial"/>
              <a:buNone/>
            </a:pPr>
            <a:r>
              <a:t/>
            </a:r>
            <a:endParaRPr b="1" sz="7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Clr>
                <a:schemeClr val="dk1"/>
              </a:buClr>
              <a:buSzPts val="1100"/>
              <a:buFont typeface="Arial"/>
              <a:buNone/>
            </a:pPr>
            <a:r>
              <a:rPr b="1" lang="pt-BR" sz="700">
                <a:solidFill>
                  <a:srgbClr val="434343"/>
                </a:solidFill>
                <a:latin typeface="Montserrat"/>
                <a:ea typeface="Montserrat"/>
                <a:cs typeface="Montserrat"/>
                <a:sym typeface="Montserrat"/>
              </a:rPr>
              <a:t>10º - Devs que querem cupom ou descontos ( geralmente são contatos que acabam reclamam do valor ou que querem descontos ou cupons nas suas </a:t>
            </a:r>
            <a:r>
              <a:rPr b="1" lang="pt-BR" sz="700">
                <a:solidFill>
                  <a:srgbClr val="434343"/>
                </a:solidFill>
                <a:latin typeface="Montserrat"/>
                <a:ea typeface="Montserrat"/>
                <a:cs typeface="Montserrat"/>
                <a:sym typeface="Montserrat"/>
              </a:rPr>
              <a:t>instâncias</a:t>
            </a:r>
            <a:r>
              <a:rPr b="1" lang="pt-BR" sz="700">
                <a:solidFill>
                  <a:srgbClr val="434343"/>
                </a:solidFill>
                <a:latin typeface="Montserrat"/>
                <a:ea typeface="Montserrat"/>
                <a:cs typeface="Montserrat"/>
                <a:sym typeface="Montserrat"/>
              </a:rPr>
              <a:t>, geralmente são pessoas com apenas uma instância e vai contratar uma nova e quer um desconto por estar fazendo um "favor" a nossa empresa por ter comprado uma nova instância ) </a:t>
            </a:r>
            <a:endParaRPr b="1" sz="7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Clr>
                <a:schemeClr val="dk1"/>
              </a:buClr>
              <a:buSzPts val="1100"/>
              <a:buFont typeface="Arial"/>
              <a:buNone/>
            </a:pPr>
            <a:r>
              <a:t/>
            </a:r>
            <a:endParaRPr b="1" sz="7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Clr>
                <a:schemeClr val="dk1"/>
              </a:buClr>
              <a:buSzPts val="1100"/>
              <a:buFont typeface="Arial"/>
              <a:buNone/>
            </a:pPr>
            <a:r>
              <a:rPr b="1" lang="pt-BR" sz="700">
                <a:solidFill>
                  <a:srgbClr val="434343"/>
                </a:solidFill>
                <a:latin typeface="Montserrat"/>
                <a:ea typeface="Montserrat"/>
                <a:cs typeface="Montserrat"/>
                <a:sym typeface="Montserrat"/>
              </a:rPr>
              <a:t>11º - Clientes que querem saber mais sobre o produto e sobre a empresa</a:t>
            </a:r>
            <a:endParaRPr b="1" sz="7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None/>
            </a:pPr>
            <a:r>
              <a:t/>
            </a:r>
            <a:endParaRPr b="1" sz="600">
              <a:solidFill>
                <a:srgbClr val="434343"/>
              </a:solidFill>
              <a:latin typeface="Montserrat"/>
              <a:ea typeface="Montserrat"/>
              <a:cs typeface="Montserrat"/>
              <a:sym typeface="Montserrat"/>
            </a:endParaRPr>
          </a:p>
        </p:txBody>
      </p:sp>
      <p:sp>
        <p:nvSpPr>
          <p:cNvPr id="1211" name="Google Shape;1211;p207"/>
          <p:cNvSpPr txBox="1"/>
          <p:nvPr/>
        </p:nvSpPr>
        <p:spPr>
          <a:xfrm>
            <a:off x="270250" y="216425"/>
            <a:ext cx="8349600" cy="38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pt-BR" sz="1600">
                <a:solidFill>
                  <a:srgbClr val="00B050"/>
                </a:solidFill>
                <a:latin typeface="Montserrat"/>
                <a:ea typeface="Montserrat"/>
                <a:cs typeface="Montserrat"/>
                <a:sym typeface="Montserrat"/>
              </a:rPr>
              <a:t>Tipos de Leads que encontramos no Z-Api</a:t>
            </a:r>
            <a:endParaRPr b="1" sz="1600">
              <a:solidFill>
                <a:srgbClr val="00B050"/>
              </a:solidFill>
              <a:latin typeface="Montserrat"/>
              <a:ea typeface="Montserrat"/>
              <a:cs typeface="Montserrat"/>
              <a:sym typeface="Montserrat"/>
            </a:endParaRPr>
          </a:p>
        </p:txBody>
      </p:sp>
      <p:sp>
        <p:nvSpPr>
          <p:cNvPr id="1212" name="Google Shape;1212;p207"/>
          <p:cNvSpPr/>
          <p:nvPr/>
        </p:nvSpPr>
        <p:spPr>
          <a:xfrm>
            <a:off x="0" y="270375"/>
            <a:ext cx="201300" cy="327000"/>
          </a:xfrm>
          <a:prstGeom prst="rect">
            <a:avLst/>
          </a:prstGeom>
          <a:solidFill>
            <a:srgbClr val="00B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207"/>
          <p:cNvSpPr/>
          <p:nvPr/>
        </p:nvSpPr>
        <p:spPr>
          <a:xfrm>
            <a:off x="7825275" y="4712450"/>
            <a:ext cx="1318800" cy="431100"/>
          </a:xfrm>
          <a:prstGeom prst="rect">
            <a:avLst/>
          </a:prstGeom>
          <a:solidFill>
            <a:srgbClr val="82C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p208"/>
          <p:cNvSpPr txBox="1"/>
          <p:nvPr/>
        </p:nvSpPr>
        <p:spPr>
          <a:xfrm>
            <a:off x="346450" y="796925"/>
            <a:ext cx="8104200" cy="4153800"/>
          </a:xfrm>
          <a:prstGeom prst="rect">
            <a:avLst/>
          </a:prstGeom>
          <a:noFill/>
          <a:ln>
            <a:noFill/>
          </a:ln>
        </p:spPr>
        <p:txBody>
          <a:bodyPr anchorCtr="0" anchor="t" bIns="91425" lIns="91425" spcFirstLastPara="1" rIns="91425" wrap="square" tIns="91425">
            <a:noAutofit/>
          </a:bodyPr>
          <a:lstStyle/>
          <a:p>
            <a:pPr indent="0" lvl="0" marL="457200" rtl="0" algn="l">
              <a:lnSpc>
                <a:spcPct val="120000"/>
              </a:lnSpc>
              <a:spcBef>
                <a:spcPts val="0"/>
              </a:spcBef>
              <a:spcAft>
                <a:spcPts val="0"/>
              </a:spcAft>
              <a:buNone/>
            </a:pPr>
            <a:r>
              <a:t/>
            </a:r>
            <a:endParaRPr b="1" sz="11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None/>
            </a:pPr>
            <a:r>
              <a:t/>
            </a:r>
            <a:endParaRPr b="1" sz="11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Clr>
                <a:schemeClr val="dk1"/>
              </a:buClr>
              <a:buSzPts val="1100"/>
              <a:buFont typeface="Arial"/>
              <a:buNone/>
            </a:pPr>
            <a:r>
              <a:rPr b="1" lang="pt-BR" sz="1100">
                <a:solidFill>
                  <a:srgbClr val="434343"/>
                </a:solidFill>
                <a:latin typeface="Montserrat"/>
                <a:ea typeface="Montserrat"/>
                <a:cs typeface="Montserrat"/>
                <a:sym typeface="Montserrat"/>
              </a:rPr>
              <a:t>1º - Fantasmas ( são leads que nem conseguimos qualificar, não respondem mensagems mesmo quando eles mesmo entram em contato ou simplesmente somem ) </a:t>
            </a:r>
            <a:endParaRPr b="1" sz="11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Clr>
                <a:schemeClr val="dk1"/>
              </a:buClr>
              <a:buSzPts val="1100"/>
              <a:buFont typeface="Arial"/>
              <a:buNone/>
            </a:pPr>
            <a:r>
              <a:t/>
            </a:r>
            <a:endParaRPr b="1" sz="11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Clr>
                <a:schemeClr val="dk1"/>
              </a:buClr>
              <a:buSzPts val="1100"/>
              <a:buFont typeface="Arial"/>
              <a:buNone/>
            </a:pPr>
            <a:r>
              <a:rPr b="1" lang="pt-BR" sz="1100">
                <a:solidFill>
                  <a:srgbClr val="434343"/>
                </a:solidFill>
                <a:latin typeface="Montserrat"/>
                <a:ea typeface="Montserrat"/>
                <a:cs typeface="Montserrat"/>
                <a:sym typeface="Montserrat"/>
              </a:rPr>
              <a:t>2º - Lead que querem saber sobre o produto e como funciona ( geralmente entram em contato perguntando sobre o sistema e como funciona mas que perdem interesse rápido ) </a:t>
            </a:r>
            <a:endParaRPr b="1" sz="11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Clr>
                <a:schemeClr val="dk1"/>
              </a:buClr>
              <a:buSzPts val="1100"/>
              <a:buFont typeface="Arial"/>
              <a:buNone/>
            </a:pPr>
            <a:r>
              <a:t/>
            </a:r>
            <a:endParaRPr b="1" sz="11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Clr>
                <a:schemeClr val="dk1"/>
              </a:buClr>
              <a:buSzPts val="1100"/>
              <a:buFont typeface="Arial"/>
              <a:buNone/>
            </a:pPr>
            <a:r>
              <a:rPr b="1" lang="pt-BR" sz="1100">
                <a:solidFill>
                  <a:srgbClr val="434343"/>
                </a:solidFill>
                <a:latin typeface="Montserrat"/>
                <a:ea typeface="Montserrat"/>
                <a:cs typeface="Montserrat"/>
                <a:sym typeface="Montserrat"/>
              </a:rPr>
              <a:t>3º - Leads de pessoas que querem testar e saber como fazer isso</a:t>
            </a:r>
            <a:endParaRPr b="1" sz="11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Clr>
                <a:schemeClr val="dk1"/>
              </a:buClr>
              <a:buSzPts val="1100"/>
              <a:buFont typeface="Arial"/>
              <a:buNone/>
            </a:pPr>
            <a:r>
              <a:t/>
            </a:r>
            <a:endParaRPr b="1" sz="11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Clr>
                <a:schemeClr val="dk1"/>
              </a:buClr>
              <a:buSzPts val="1100"/>
              <a:buFont typeface="Arial"/>
              <a:buNone/>
            </a:pPr>
            <a:r>
              <a:rPr b="1" lang="pt-BR" sz="1100">
                <a:solidFill>
                  <a:srgbClr val="434343"/>
                </a:solidFill>
                <a:latin typeface="Montserrat"/>
                <a:ea typeface="Montserrat"/>
                <a:cs typeface="Montserrat"/>
                <a:sym typeface="Montserrat"/>
              </a:rPr>
              <a:t>4º - Leads de pessoas que estão testando e tem perguntas sobre features e dúvidas do sistema</a:t>
            </a:r>
            <a:endParaRPr b="1" sz="11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Clr>
                <a:schemeClr val="dk1"/>
              </a:buClr>
              <a:buSzPts val="1100"/>
              <a:buFont typeface="Arial"/>
              <a:buNone/>
            </a:pPr>
            <a:r>
              <a:t/>
            </a:r>
            <a:endParaRPr b="1" sz="11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Clr>
                <a:schemeClr val="dk1"/>
              </a:buClr>
              <a:buSzPts val="1100"/>
              <a:buFont typeface="Arial"/>
              <a:buNone/>
            </a:pPr>
            <a:r>
              <a:rPr b="1" lang="pt-BR" sz="1100">
                <a:solidFill>
                  <a:srgbClr val="434343"/>
                </a:solidFill>
                <a:latin typeface="Montserrat"/>
                <a:ea typeface="Montserrat"/>
                <a:cs typeface="Montserrat"/>
                <a:sym typeface="Montserrat"/>
              </a:rPr>
              <a:t>5º - Leads de pessoas que conhecem o produto e que tem uma assinatura com um produto semelhante e querem trocar por n motivos</a:t>
            </a:r>
            <a:endParaRPr b="1" sz="1100">
              <a:solidFill>
                <a:srgbClr val="434343"/>
              </a:solidFill>
              <a:latin typeface="Montserrat"/>
              <a:ea typeface="Montserrat"/>
              <a:cs typeface="Montserrat"/>
              <a:sym typeface="Montserrat"/>
            </a:endParaRPr>
          </a:p>
          <a:p>
            <a:pPr indent="0" lvl="0" marL="457200" rtl="0" algn="l">
              <a:lnSpc>
                <a:spcPct val="120000"/>
              </a:lnSpc>
              <a:spcBef>
                <a:spcPts val="0"/>
              </a:spcBef>
              <a:spcAft>
                <a:spcPts val="0"/>
              </a:spcAft>
              <a:buNone/>
            </a:pPr>
            <a:r>
              <a:t/>
            </a:r>
            <a:endParaRPr b="1" sz="600">
              <a:solidFill>
                <a:srgbClr val="434343"/>
              </a:solidFill>
              <a:latin typeface="Montserrat"/>
              <a:ea typeface="Montserrat"/>
              <a:cs typeface="Montserrat"/>
              <a:sym typeface="Montserrat"/>
            </a:endParaRPr>
          </a:p>
        </p:txBody>
      </p:sp>
      <p:sp>
        <p:nvSpPr>
          <p:cNvPr id="1219" name="Google Shape;1219;p208"/>
          <p:cNvSpPr txBox="1"/>
          <p:nvPr/>
        </p:nvSpPr>
        <p:spPr>
          <a:xfrm>
            <a:off x="270250" y="216425"/>
            <a:ext cx="8349600" cy="38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pt-BR" sz="1600">
                <a:solidFill>
                  <a:srgbClr val="00B050"/>
                </a:solidFill>
                <a:latin typeface="Montserrat"/>
                <a:ea typeface="Montserrat"/>
                <a:cs typeface="Montserrat"/>
                <a:sym typeface="Montserrat"/>
              </a:rPr>
              <a:t>Tipos de Leads que encontramos no PlugChat</a:t>
            </a:r>
            <a:endParaRPr b="1" sz="1600">
              <a:solidFill>
                <a:srgbClr val="00B050"/>
              </a:solidFill>
              <a:latin typeface="Montserrat"/>
              <a:ea typeface="Montserrat"/>
              <a:cs typeface="Montserrat"/>
              <a:sym typeface="Montserrat"/>
            </a:endParaRPr>
          </a:p>
        </p:txBody>
      </p:sp>
      <p:sp>
        <p:nvSpPr>
          <p:cNvPr id="1220" name="Google Shape;1220;p208"/>
          <p:cNvSpPr/>
          <p:nvPr/>
        </p:nvSpPr>
        <p:spPr>
          <a:xfrm>
            <a:off x="0" y="270375"/>
            <a:ext cx="201300" cy="327000"/>
          </a:xfrm>
          <a:prstGeom prst="rect">
            <a:avLst/>
          </a:prstGeom>
          <a:solidFill>
            <a:srgbClr val="00B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208"/>
          <p:cNvSpPr/>
          <p:nvPr/>
        </p:nvSpPr>
        <p:spPr>
          <a:xfrm>
            <a:off x="7825275" y="4712450"/>
            <a:ext cx="1318800" cy="431100"/>
          </a:xfrm>
          <a:prstGeom prst="rect">
            <a:avLst/>
          </a:prstGeom>
          <a:solidFill>
            <a:srgbClr val="82C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25" name="Shape 1225"/>
        <p:cNvGrpSpPr/>
        <p:nvPr/>
      </p:nvGrpSpPr>
      <p:grpSpPr>
        <a:xfrm>
          <a:off x="0" y="0"/>
          <a:ext cx="0" cy="0"/>
          <a:chOff x="0" y="0"/>
          <a:chExt cx="0" cy="0"/>
        </a:xfrm>
      </p:grpSpPr>
      <p:sp>
        <p:nvSpPr>
          <p:cNvPr id="1226" name="Google Shape;1226;p209"/>
          <p:cNvSpPr txBox="1"/>
          <p:nvPr>
            <p:ph type="title"/>
          </p:nvPr>
        </p:nvSpPr>
        <p:spPr>
          <a:xfrm>
            <a:off x="529650" y="1680205"/>
            <a:ext cx="8084700" cy="1319700"/>
          </a:xfrm>
          <a:prstGeom prst="rect">
            <a:avLst/>
          </a:prstGeom>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b="1" lang="pt-BR" sz="2800">
                <a:solidFill>
                  <a:schemeClr val="lt1"/>
                </a:solidFill>
                <a:latin typeface="Montserrat"/>
                <a:ea typeface="Montserrat"/>
                <a:cs typeface="Montserrat"/>
                <a:sym typeface="Montserrat"/>
              </a:rPr>
              <a:t>9. Canais de Aquisição de Clientes</a:t>
            </a:r>
            <a:endParaRPr b="1" sz="3000">
              <a:solidFill>
                <a:schemeClr val="lt1"/>
              </a:solidFill>
              <a:latin typeface="Montserrat"/>
              <a:ea typeface="Montserrat"/>
              <a:cs typeface="Montserrat"/>
              <a:sym typeface="Montserrat"/>
            </a:endParaRPr>
          </a:p>
        </p:txBody>
      </p:sp>
      <p:sp>
        <p:nvSpPr>
          <p:cNvPr id="1227" name="Google Shape;1227;p209"/>
          <p:cNvSpPr txBox="1"/>
          <p:nvPr/>
        </p:nvSpPr>
        <p:spPr>
          <a:xfrm>
            <a:off x="1332296" y="2840225"/>
            <a:ext cx="6789600" cy="3849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sz="1300">
              <a:solidFill>
                <a:schemeClr val="lt1"/>
              </a:solidFill>
              <a:latin typeface="Montserrat ExtraBold"/>
              <a:ea typeface="Montserrat ExtraBold"/>
              <a:cs typeface="Montserrat ExtraBold"/>
              <a:sym typeface="Montserrat ExtraBold"/>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1" name="Shape 1231"/>
        <p:cNvGrpSpPr/>
        <p:nvPr/>
      </p:nvGrpSpPr>
      <p:grpSpPr>
        <a:xfrm>
          <a:off x="0" y="0"/>
          <a:ext cx="0" cy="0"/>
          <a:chOff x="0" y="0"/>
          <a:chExt cx="0" cy="0"/>
        </a:xfrm>
      </p:grpSpPr>
      <p:sp>
        <p:nvSpPr>
          <p:cNvPr id="1232" name="Google Shape;1232;p210"/>
          <p:cNvSpPr txBox="1"/>
          <p:nvPr>
            <p:ph type="title"/>
          </p:nvPr>
        </p:nvSpPr>
        <p:spPr>
          <a:xfrm>
            <a:off x="311700" y="445025"/>
            <a:ext cx="8832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pt-BR">
                <a:solidFill>
                  <a:srgbClr val="00B050"/>
                </a:solidFill>
              </a:rPr>
              <a:t>Canais de Aquisição de Clientes</a:t>
            </a:r>
            <a:endParaRPr>
              <a:solidFill>
                <a:srgbClr val="00B050"/>
              </a:solidFill>
            </a:endParaRPr>
          </a:p>
        </p:txBody>
      </p:sp>
      <p:sp>
        <p:nvSpPr>
          <p:cNvPr id="1233" name="Google Shape;1233;p210"/>
          <p:cNvSpPr txBox="1"/>
          <p:nvPr/>
        </p:nvSpPr>
        <p:spPr>
          <a:xfrm>
            <a:off x="384775" y="2229225"/>
            <a:ext cx="5373900" cy="34617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rgbClr val="00B050"/>
              </a:buClr>
              <a:buSzPts val="1600"/>
              <a:buFont typeface="Open Sans"/>
              <a:buChar char="●"/>
            </a:pPr>
            <a:r>
              <a:rPr b="1" lang="pt-BR" sz="1600">
                <a:solidFill>
                  <a:srgbClr val="00B050"/>
                </a:solidFill>
                <a:latin typeface="Open Sans"/>
                <a:ea typeface="Open Sans"/>
                <a:cs typeface="Open Sans"/>
                <a:sym typeface="Open Sans"/>
              </a:rPr>
              <a:t>SPEARS - OUTBOUND / Contato ativo</a:t>
            </a:r>
            <a:endParaRPr b="1" sz="1600">
              <a:solidFill>
                <a:srgbClr val="00B050"/>
              </a:solidFill>
              <a:latin typeface="Open Sans"/>
              <a:ea typeface="Open Sans"/>
              <a:cs typeface="Open Sans"/>
              <a:sym typeface="Open Sans"/>
            </a:endParaRPr>
          </a:p>
          <a:p>
            <a:pPr indent="-330200" lvl="0" marL="457200" rtl="0" algn="l">
              <a:spcBef>
                <a:spcPts val="0"/>
              </a:spcBef>
              <a:spcAft>
                <a:spcPts val="0"/>
              </a:spcAft>
              <a:buClr>
                <a:srgbClr val="00B050"/>
              </a:buClr>
              <a:buSzPts val="1600"/>
              <a:buFont typeface="Open Sans"/>
              <a:buChar char="●"/>
            </a:pPr>
            <a:r>
              <a:rPr b="1" lang="pt-BR" sz="1600">
                <a:solidFill>
                  <a:srgbClr val="00B050"/>
                </a:solidFill>
                <a:latin typeface="Open Sans"/>
                <a:ea typeface="Open Sans"/>
                <a:cs typeface="Open Sans"/>
                <a:sym typeface="Open Sans"/>
              </a:rPr>
              <a:t>NETS - INBOUND / Receptivo / Mkt</a:t>
            </a:r>
            <a:endParaRPr b="1" sz="1600">
              <a:solidFill>
                <a:srgbClr val="00B050"/>
              </a:solidFill>
              <a:latin typeface="Open Sans"/>
              <a:ea typeface="Open Sans"/>
              <a:cs typeface="Open Sans"/>
              <a:sym typeface="Open Sans"/>
            </a:endParaRPr>
          </a:p>
          <a:p>
            <a:pPr indent="-330200" lvl="0" marL="457200" rtl="0" algn="l">
              <a:spcBef>
                <a:spcPts val="0"/>
              </a:spcBef>
              <a:spcAft>
                <a:spcPts val="0"/>
              </a:spcAft>
              <a:buClr>
                <a:srgbClr val="00B050"/>
              </a:buClr>
              <a:buSzPts val="1600"/>
              <a:buFont typeface="Open Sans"/>
              <a:buChar char="●"/>
            </a:pPr>
            <a:r>
              <a:rPr b="1" lang="pt-BR" sz="1600">
                <a:solidFill>
                  <a:srgbClr val="00B050"/>
                </a:solidFill>
                <a:latin typeface="Open Sans"/>
                <a:ea typeface="Open Sans"/>
                <a:cs typeface="Open Sans"/>
                <a:sym typeface="Open Sans"/>
              </a:rPr>
              <a:t>SEEDS - NETWORKING &amp; INDICAÇÃO</a:t>
            </a:r>
            <a:endParaRPr b="1" sz="1600">
              <a:solidFill>
                <a:srgbClr val="00B050"/>
              </a:solidFill>
              <a:latin typeface="Open Sans"/>
              <a:ea typeface="Open Sans"/>
              <a:cs typeface="Open Sans"/>
              <a:sym typeface="Open Sans"/>
            </a:endParaRPr>
          </a:p>
          <a:p>
            <a:pPr indent="0" lvl="0" marL="457200" rtl="0" algn="l">
              <a:spcBef>
                <a:spcPts val="0"/>
              </a:spcBef>
              <a:spcAft>
                <a:spcPts val="0"/>
              </a:spcAft>
              <a:buNone/>
            </a:pPr>
            <a:r>
              <a:t/>
            </a:r>
            <a:endParaRPr b="1" sz="1600">
              <a:solidFill>
                <a:srgbClr val="00B050"/>
              </a:solidFill>
              <a:latin typeface="Open Sans"/>
              <a:ea typeface="Open Sans"/>
              <a:cs typeface="Open Sans"/>
              <a:sym typeface="Open Sans"/>
            </a:endParaRPr>
          </a:p>
        </p:txBody>
      </p:sp>
      <p:pic>
        <p:nvPicPr>
          <p:cNvPr id="1234" name="Google Shape;1234;p210"/>
          <p:cNvPicPr preferRelativeResize="0"/>
          <p:nvPr/>
        </p:nvPicPr>
        <p:blipFill>
          <a:blip r:embed="rId3">
            <a:alphaModFix/>
          </a:blip>
          <a:stretch>
            <a:fillRect/>
          </a:stretch>
        </p:blipFill>
        <p:spPr>
          <a:xfrm>
            <a:off x="6023475" y="1285875"/>
            <a:ext cx="1714500" cy="2571750"/>
          </a:xfrm>
          <a:prstGeom prst="rect">
            <a:avLst/>
          </a:prstGeom>
          <a:noFill/>
          <a:ln>
            <a:noFill/>
          </a:ln>
        </p:spPr>
      </p:pic>
      <p:pic>
        <p:nvPicPr>
          <p:cNvPr id="1235" name="Google Shape;1235;p210"/>
          <p:cNvPicPr preferRelativeResize="0"/>
          <p:nvPr/>
        </p:nvPicPr>
        <p:blipFill>
          <a:blip r:embed="rId4">
            <a:alphaModFix/>
          </a:blip>
          <a:stretch>
            <a:fillRect/>
          </a:stretch>
        </p:blipFill>
        <p:spPr>
          <a:xfrm>
            <a:off x="4848000" y="1318680"/>
            <a:ext cx="4065450" cy="3238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4"/>
                                        </p:tgtEl>
                                        <p:attrNameLst>
                                          <p:attrName>style.visibility</p:attrName>
                                        </p:attrNameLst>
                                      </p:cBhvr>
                                      <p:to>
                                        <p:strVal val="visible"/>
                                      </p:to>
                                    </p:set>
                                    <p:animEffect filter="fade" transition="in">
                                      <p:cBhvr>
                                        <p:cTn dur="1000"/>
                                        <p:tgtEl>
                                          <p:spTgt spid="12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5"/>
                                        </p:tgtEl>
                                        <p:attrNameLst>
                                          <p:attrName>style.visibility</p:attrName>
                                        </p:attrNameLst>
                                      </p:cBhvr>
                                      <p:to>
                                        <p:strVal val="visible"/>
                                      </p:to>
                                    </p:set>
                                    <p:animEffect filter="fade" transition="in">
                                      <p:cBhvr>
                                        <p:cTn dur="1000"/>
                                        <p:tgtEl>
                                          <p:spTgt spid="12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9" name="Shape 1239"/>
        <p:cNvGrpSpPr/>
        <p:nvPr/>
      </p:nvGrpSpPr>
      <p:grpSpPr>
        <a:xfrm>
          <a:off x="0" y="0"/>
          <a:ext cx="0" cy="0"/>
          <a:chOff x="0" y="0"/>
          <a:chExt cx="0" cy="0"/>
        </a:xfrm>
      </p:grpSpPr>
      <p:sp>
        <p:nvSpPr>
          <p:cNvPr id="1240" name="Google Shape;1240;p211"/>
          <p:cNvSpPr txBox="1"/>
          <p:nvPr>
            <p:ph type="title"/>
          </p:nvPr>
        </p:nvSpPr>
        <p:spPr>
          <a:xfrm>
            <a:off x="311700" y="445025"/>
            <a:ext cx="8832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pt-BR">
                <a:solidFill>
                  <a:srgbClr val="0C487B"/>
                </a:solidFill>
              </a:rPr>
              <a:t>Canais de Aquisição</a:t>
            </a:r>
            <a:endParaRPr>
              <a:solidFill>
                <a:srgbClr val="0C487B"/>
              </a:solidFill>
            </a:endParaRPr>
          </a:p>
        </p:txBody>
      </p:sp>
      <p:sp>
        <p:nvSpPr>
          <p:cNvPr id="1241" name="Google Shape;1241;p211"/>
          <p:cNvSpPr txBox="1"/>
          <p:nvPr/>
        </p:nvSpPr>
        <p:spPr>
          <a:xfrm>
            <a:off x="311700" y="1243325"/>
            <a:ext cx="3107400" cy="43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pt-BR" sz="1800">
                <a:solidFill>
                  <a:srgbClr val="0C487B"/>
                </a:solidFill>
                <a:latin typeface="Open Sans"/>
                <a:ea typeface="Open Sans"/>
                <a:cs typeface="Open Sans"/>
                <a:sym typeface="Open Sans"/>
              </a:rPr>
              <a:t>NETS - INBOUND</a:t>
            </a:r>
            <a:endParaRPr b="1" sz="1800">
              <a:solidFill>
                <a:srgbClr val="0C487B"/>
              </a:solidFill>
              <a:latin typeface="Open Sans"/>
              <a:ea typeface="Open Sans"/>
              <a:cs typeface="Open Sans"/>
              <a:sym typeface="Open Sans"/>
            </a:endParaRPr>
          </a:p>
          <a:p>
            <a:pPr indent="0" lvl="0" marL="457200" rtl="0" algn="l">
              <a:spcBef>
                <a:spcPts val="0"/>
              </a:spcBef>
              <a:spcAft>
                <a:spcPts val="0"/>
              </a:spcAft>
              <a:buNone/>
            </a:pPr>
            <a:r>
              <a:t/>
            </a:r>
            <a:endParaRPr sz="1800">
              <a:solidFill>
                <a:srgbClr val="0C487B"/>
              </a:solidFill>
              <a:latin typeface="Open Sans"/>
              <a:ea typeface="Open Sans"/>
              <a:cs typeface="Open Sans"/>
              <a:sym typeface="Open Sans"/>
            </a:endParaRPr>
          </a:p>
          <a:p>
            <a:pPr indent="0" lvl="0" marL="0" rtl="0" algn="l">
              <a:spcBef>
                <a:spcPts val="0"/>
              </a:spcBef>
              <a:spcAft>
                <a:spcPts val="0"/>
              </a:spcAft>
              <a:buNone/>
            </a:pPr>
            <a:r>
              <a:t/>
            </a:r>
            <a:endParaRPr sz="1800">
              <a:solidFill>
                <a:srgbClr val="0C487B"/>
              </a:solidFill>
              <a:latin typeface="Open Sans"/>
              <a:ea typeface="Open Sans"/>
              <a:cs typeface="Open Sans"/>
              <a:sym typeface="Open Sans"/>
            </a:endParaRPr>
          </a:p>
        </p:txBody>
      </p:sp>
      <p:sp>
        <p:nvSpPr>
          <p:cNvPr id="1242" name="Google Shape;1242;p211"/>
          <p:cNvSpPr txBox="1"/>
          <p:nvPr/>
        </p:nvSpPr>
        <p:spPr>
          <a:xfrm>
            <a:off x="205475" y="1766325"/>
            <a:ext cx="4656000" cy="3000000"/>
          </a:xfrm>
          <a:prstGeom prst="rect">
            <a:avLst/>
          </a:prstGeom>
          <a:noFill/>
          <a:ln>
            <a:noFill/>
          </a:ln>
        </p:spPr>
        <p:txBody>
          <a:bodyPr anchorCtr="0" anchor="t" bIns="91425" lIns="91425" spcFirstLastPara="1" rIns="91425" wrap="square" tIns="91425">
            <a:noAutofit/>
          </a:bodyPr>
          <a:lstStyle/>
          <a:p>
            <a:pPr indent="-330200" lvl="0" marL="457200" rtl="0" algn="l">
              <a:lnSpc>
                <a:spcPct val="125000"/>
              </a:lnSpc>
              <a:spcBef>
                <a:spcPts val="0"/>
              </a:spcBef>
              <a:spcAft>
                <a:spcPts val="0"/>
              </a:spcAft>
              <a:buClr>
                <a:srgbClr val="415B9C"/>
              </a:buClr>
              <a:buSzPts val="1600"/>
              <a:buChar char="●"/>
            </a:pPr>
            <a:r>
              <a:rPr b="1" lang="pt-BR" sz="1600">
                <a:solidFill>
                  <a:srgbClr val="415B9C"/>
                </a:solidFill>
              </a:rPr>
              <a:t>Materiais para ensinar clientes</a:t>
            </a:r>
            <a:endParaRPr b="1" sz="1600">
              <a:solidFill>
                <a:srgbClr val="415B9C"/>
              </a:solidFill>
            </a:endParaRPr>
          </a:p>
          <a:p>
            <a:pPr indent="-330200" lvl="0" marL="457200" rtl="0" algn="l">
              <a:lnSpc>
                <a:spcPct val="125000"/>
              </a:lnSpc>
              <a:spcBef>
                <a:spcPts val="0"/>
              </a:spcBef>
              <a:spcAft>
                <a:spcPts val="0"/>
              </a:spcAft>
              <a:buClr>
                <a:srgbClr val="415B9C"/>
              </a:buClr>
              <a:buSzPts val="1600"/>
              <a:buChar char="●"/>
            </a:pPr>
            <a:r>
              <a:rPr b="1" lang="pt-BR" sz="1600">
                <a:solidFill>
                  <a:srgbClr val="415B9C"/>
                </a:solidFill>
              </a:rPr>
              <a:t>Ebooks com parceiros</a:t>
            </a:r>
            <a:endParaRPr b="1" sz="1600">
              <a:solidFill>
                <a:srgbClr val="415B9C"/>
              </a:solidFill>
            </a:endParaRPr>
          </a:p>
          <a:p>
            <a:pPr indent="-330200" lvl="0" marL="457200" rtl="0" algn="l">
              <a:lnSpc>
                <a:spcPct val="125000"/>
              </a:lnSpc>
              <a:spcBef>
                <a:spcPts val="0"/>
              </a:spcBef>
              <a:spcAft>
                <a:spcPts val="0"/>
              </a:spcAft>
              <a:buClr>
                <a:srgbClr val="415B9C"/>
              </a:buClr>
              <a:buSzPts val="1600"/>
              <a:buChar char="●"/>
            </a:pPr>
            <a:r>
              <a:rPr b="1" lang="pt-BR" sz="1600">
                <a:solidFill>
                  <a:srgbClr val="415B9C"/>
                </a:solidFill>
              </a:rPr>
              <a:t>Atualização conteúdo de valor</a:t>
            </a:r>
            <a:endParaRPr b="1" sz="1600">
              <a:solidFill>
                <a:srgbClr val="415B9C"/>
              </a:solidFill>
            </a:endParaRPr>
          </a:p>
          <a:p>
            <a:pPr indent="0" lvl="0" marL="0" rtl="0" algn="l">
              <a:lnSpc>
                <a:spcPct val="125000"/>
              </a:lnSpc>
              <a:spcBef>
                <a:spcPts val="0"/>
              </a:spcBef>
              <a:spcAft>
                <a:spcPts val="0"/>
              </a:spcAft>
              <a:buNone/>
            </a:pPr>
            <a:r>
              <a:t/>
            </a:r>
            <a:endParaRPr b="1" sz="1600">
              <a:solidFill>
                <a:srgbClr val="415B9C"/>
              </a:solidFill>
            </a:endParaRPr>
          </a:p>
          <a:p>
            <a:pPr indent="0" lvl="0" marL="0" rtl="0" algn="l">
              <a:lnSpc>
                <a:spcPct val="125000"/>
              </a:lnSpc>
              <a:spcBef>
                <a:spcPts val="0"/>
              </a:spcBef>
              <a:spcAft>
                <a:spcPts val="0"/>
              </a:spcAft>
              <a:buNone/>
            </a:pPr>
            <a:r>
              <a:t/>
            </a:r>
            <a:endParaRPr b="1" sz="1600">
              <a:solidFill>
                <a:srgbClr val="415B9C"/>
              </a:solidFill>
            </a:endParaRPr>
          </a:p>
          <a:p>
            <a:pPr indent="0" lvl="0" marL="0" rtl="0" algn="l">
              <a:lnSpc>
                <a:spcPct val="125000"/>
              </a:lnSpc>
              <a:spcBef>
                <a:spcPts val="0"/>
              </a:spcBef>
              <a:spcAft>
                <a:spcPts val="0"/>
              </a:spcAft>
              <a:buNone/>
            </a:pPr>
            <a:r>
              <a:t/>
            </a:r>
            <a:endParaRPr b="1" sz="1600">
              <a:solidFill>
                <a:srgbClr val="415B9C"/>
              </a:solidFill>
            </a:endParaRPr>
          </a:p>
        </p:txBody>
      </p:sp>
      <p:pic>
        <p:nvPicPr>
          <p:cNvPr id="1243" name="Google Shape;1243;p211"/>
          <p:cNvPicPr preferRelativeResize="0"/>
          <p:nvPr/>
        </p:nvPicPr>
        <p:blipFill rotWithShape="1">
          <a:blip r:embed="rId3">
            <a:alphaModFix/>
          </a:blip>
          <a:srcRect b="1345" l="0" r="0" t="5925"/>
          <a:stretch/>
        </p:blipFill>
        <p:spPr>
          <a:xfrm>
            <a:off x="4124200" y="672175"/>
            <a:ext cx="4725175" cy="3098999"/>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p212"/>
          <p:cNvSpPr txBox="1"/>
          <p:nvPr>
            <p:ph type="title"/>
          </p:nvPr>
        </p:nvSpPr>
        <p:spPr>
          <a:xfrm>
            <a:off x="311700" y="445025"/>
            <a:ext cx="8832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pt-BR">
                <a:solidFill>
                  <a:srgbClr val="00B050"/>
                </a:solidFill>
                <a:latin typeface="Montserrat"/>
                <a:ea typeface="Montserrat"/>
                <a:cs typeface="Montserrat"/>
                <a:sym typeface="Montserrat"/>
              </a:rPr>
              <a:t>Canais de Aquisição</a:t>
            </a:r>
            <a:endParaRPr>
              <a:solidFill>
                <a:srgbClr val="00B050"/>
              </a:solidFill>
              <a:latin typeface="Montserrat"/>
              <a:ea typeface="Montserrat"/>
              <a:cs typeface="Montserrat"/>
              <a:sym typeface="Montserrat"/>
            </a:endParaRPr>
          </a:p>
        </p:txBody>
      </p:sp>
      <p:sp>
        <p:nvSpPr>
          <p:cNvPr id="1249" name="Google Shape;1249;p212"/>
          <p:cNvSpPr txBox="1"/>
          <p:nvPr/>
        </p:nvSpPr>
        <p:spPr>
          <a:xfrm>
            <a:off x="357850" y="1148225"/>
            <a:ext cx="6995100" cy="86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800">
                <a:solidFill>
                  <a:srgbClr val="00B050"/>
                </a:solidFill>
                <a:latin typeface="Montserrat SemiBold"/>
                <a:ea typeface="Montserrat SemiBold"/>
                <a:cs typeface="Montserrat SemiBold"/>
                <a:sym typeface="Montserrat SemiBold"/>
              </a:rPr>
              <a:t>SEEDS - NETWORKING - INDICAÇÃO - PARCEIROS E COLLABS</a:t>
            </a:r>
            <a:endParaRPr sz="1800">
              <a:solidFill>
                <a:srgbClr val="00B050"/>
              </a:solidFill>
              <a:latin typeface="Montserrat SemiBold"/>
              <a:ea typeface="Montserrat SemiBold"/>
              <a:cs typeface="Montserrat SemiBold"/>
              <a:sym typeface="Montserrat SemiBold"/>
            </a:endParaRPr>
          </a:p>
          <a:p>
            <a:pPr indent="0" lvl="0" marL="457200" rtl="0" algn="l">
              <a:spcBef>
                <a:spcPts val="0"/>
              </a:spcBef>
              <a:spcAft>
                <a:spcPts val="0"/>
              </a:spcAft>
              <a:buNone/>
            </a:pPr>
            <a:r>
              <a:t/>
            </a:r>
            <a:endParaRPr sz="1800">
              <a:solidFill>
                <a:srgbClr val="00B050"/>
              </a:solidFill>
              <a:latin typeface="Open Sans"/>
              <a:ea typeface="Open Sans"/>
              <a:cs typeface="Open Sans"/>
              <a:sym typeface="Open Sans"/>
            </a:endParaRPr>
          </a:p>
          <a:p>
            <a:pPr indent="0" lvl="0" marL="457200" rtl="0" algn="l">
              <a:spcBef>
                <a:spcPts val="0"/>
              </a:spcBef>
              <a:spcAft>
                <a:spcPts val="0"/>
              </a:spcAft>
              <a:buNone/>
            </a:pPr>
            <a:r>
              <a:t/>
            </a:r>
            <a:endParaRPr sz="1800">
              <a:solidFill>
                <a:srgbClr val="00B050"/>
              </a:solidFill>
              <a:latin typeface="Open Sans"/>
              <a:ea typeface="Open Sans"/>
              <a:cs typeface="Open Sans"/>
              <a:sym typeface="Open Sans"/>
            </a:endParaRPr>
          </a:p>
          <a:p>
            <a:pPr indent="0" lvl="0" marL="457200" rtl="0" algn="l">
              <a:spcBef>
                <a:spcPts val="0"/>
              </a:spcBef>
              <a:spcAft>
                <a:spcPts val="0"/>
              </a:spcAft>
              <a:buNone/>
            </a:pPr>
            <a:r>
              <a:t/>
            </a:r>
            <a:endParaRPr sz="1800">
              <a:solidFill>
                <a:srgbClr val="00B050"/>
              </a:solidFill>
              <a:latin typeface="Open Sans"/>
              <a:ea typeface="Open Sans"/>
              <a:cs typeface="Open Sans"/>
              <a:sym typeface="Open Sans"/>
            </a:endParaRPr>
          </a:p>
        </p:txBody>
      </p:sp>
      <p:sp>
        <p:nvSpPr>
          <p:cNvPr id="1250" name="Google Shape;1250;p212"/>
          <p:cNvSpPr txBox="1"/>
          <p:nvPr/>
        </p:nvSpPr>
        <p:spPr>
          <a:xfrm>
            <a:off x="205450" y="1694625"/>
            <a:ext cx="6913500" cy="3393900"/>
          </a:xfrm>
          <a:prstGeom prst="rect">
            <a:avLst/>
          </a:prstGeom>
          <a:noFill/>
          <a:ln>
            <a:noFill/>
          </a:ln>
        </p:spPr>
        <p:txBody>
          <a:bodyPr anchorCtr="0" anchor="t" bIns="91425" lIns="91425" spcFirstLastPara="1" rIns="91425" wrap="square" tIns="91425">
            <a:noAutofit/>
          </a:bodyPr>
          <a:lstStyle/>
          <a:p>
            <a:pPr indent="0" lvl="0" marL="457200" rtl="0" algn="l">
              <a:lnSpc>
                <a:spcPct val="125000"/>
              </a:lnSpc>
              <a:spcBef>
                <a:spcPts val="0"/>
              </a:spcBef>
              <a:spcAft>
                <a:spcPts val="0"/>
              </a:spcAft>
              <a:buNone/>
            </a:pPr>
            <a:r>
              <a:t/>
            </a:r>
            <a:endParaRPr b="1" sz="1600">
              <a:solidFill>
                <a:srgbClr val="00B050"/>
              </a:solidFill>
              <a:latin typeface="Montserrat"/>
              <a:ea typeface="Montserrat"/>
              <a:cs typeface="Montserrat"/>
              <a:sym typeface="Montserrat"/>
            </a:endParaRPr>
          </a:p>
          <a:p>
            <a:pPr indent="-330200" lvl="0" marL="457200" rtl="0" algn="l">
              <a:lnSpc>
                <a:spcPct val="125000"/>
              </a:lnSpc>
              <a:spcBef>
                <a:spcPts val="0"/>
              </a:spcBef>
              <a:spcAft>
                <a:spcPts val="0"/>
              </a:spcAft>
              <a:buClr>
                <a:srgbClr val="00B050"/>
              </a:buClr>
              <a:buSzPts val="1600"/>
              <a:buFont typeface="Montserrat"/>
              <a:buChar char="-"/>
            </a:pPr>
            <a:r>
              <a:rPr b="1" lang="pt-BR" sz="1600">
                <a:solidFill>
                  <a:srgbClr val="00B050"/>
                </a:solidFill>
                <a:latin typeface="Montserrat"/>
                <a:ea typeface="Montserrat"/>
                <a:cs typeface="Montserrat"/>
                <a:sym typeface="Montserrat"/>
              </a:rPr>
              <a:t>Programa de Indicação: </a:t>
            </a:r>
            <a:endParaRPr b="1" sz="1600">
              <a:solidFill>
                <a:srgbClr val="00B050"/>
              </a:solidFill>
              <a:latin typeface="Montserrat"/>
              <a:ea typeface="Montserrat"/>
              <a:cs typeface="Montserrat"/>
              <a:sym typeface="Montserrat"/>
            </a:endParaRPr>
          </a:p>
          <a:p>
            <a:pPr indent="-330200" lvl="0" marL="457200" rtl="0" algn="l">
              <a:lnSpc>
                <a:spcPct val="125000"/>
              </a:lnSpc>
              <a:spcBef>
                <a:spcPts val="0"/>
              </a:spcBef>
              <a:spcAft>
                <a:spcPts val="0"/>
              </a:spcAft>
              <a:buClr>
                <a:srgbClr val="00B050"/>
              </a:buClr>
              <a:buSzPts val="1600"/>
              <a:buFont typeface="Montserrat"/>
              <a:buChar char="-"/>
            </a:pPr>
            <a:r>
              <a:rPr b="1" lang="pt-BR" sz="1600">
                <a:solidFill>
                  <a:srgbClr val="00B050"/>
                </a:solidFill>
                <a:latin typeface="Montserrat"/>
                <a:ea typeface="Montserrat"/>
                <a:cs typeface="Montserrat"/>
                <a:sym typeface="Montserrat"/>
              </a:rPr>
              <a:t>X tempo de bonificação na mensalidade </a:t>
            </a:r>
            <a:endParaRPr b="1" sz="1600">
              <a:solidFill>
                <a:srgbClr val="00B050"/>
              </a:solidFill>
              <a:latin typeface="Montserrat"/>
              <a:ea typeface="Montserrat"/>
              <a:cs typeface="Montserrat"/>
              <a:sym typeface="Montserrat"/>
            </a:endParaRPr>
          </a:p>
          <a:p>
            <a:pPr indent="-330200" lvl="0" marL="457200" rtl="0" algn="l">
              <a:lnSpc>
                <a:spcPct val="125000"/>
              </a:lnSpc>
              <a:spcBef>
                <a:spcPts val="0"/>
              </a:spcBef>
              <a:spcAft>
                <a:spcPts val="0"/>
              </a:spcAft>
              <a:buClr>
                <a:srgbClr val="00B050"/>
              </a:buClr>
              <a:buSzPts val="1600"/>
              <a:buFont typeface="Montserrat"/>
              <a:buChar char="-"/>
            </a:pPr>
            <a:r>
              <a:rPr b="1" lang="pt-BR" sz="1600">
                <a:solidFill>
                  <a:srgbClr val="00B050"/>
                </a:solidFill>
                <a:latin typeface="Montserrat"/>
                <a:ea typeface="Montserrat"/>
                <a:cs typeface="Montserrat"/>
                <a:sym typeface="Montserrat"/>
              </a:rPr>
              <a:t>Desconto de X para o indicado</a:t>
            </a:r>
            <a:endParaRPr b="1" sz="1600">
              <a:solidFill>
                <a:srgbClr val="00B050"/>
              </a:solidFill>
              <a:latin typeface="Montserrat"/>
              <a:ea typeface="Montserrat"/>
              <a:cs typeface="Montserrat"/>
              <a:sym typeface="Montserrat"/>
            </a:endParaRPr>
          </a:p>
          <a:p>
            <a:pPr indent="-330200" lvl="0" marL="457200" rtl="0" algn="l">
              <a:lnSpc>
                <a:spcPct val="125000"/>
              </a:lnSpc>
              <a:spcBef>
                <a:spcPts val="0"/>
              </a:spcBef>
              <a:spcAft>
                <a:spcPts val="0"/>
              </a:spcAft>
              <a:buClr>
                <a:srgbClr val="00B050"/>
              </a:buClr>
              <a:buSzPts val="1600"/>
              <a:buFont typeface="Montserrat"/>
              <a:buChar char="-"/>
            </a:pPr>
            <a:r>
              <a:rPr b="1" lang="pt-BR" sz="1600">
                <a:solidFill>
                  <a:srgbClr val="00B050"/>
                </a:solidFill>
                <a:latin typeface="Montserrat"/>
                <a:ea typeface="Montserrat"/>
                <a:cs typeface="Montserrat"/>
                <a:sym typeface="Montserrat"/>
              </a:rPr>
              <a:t>X% de comissão sobre a assinatura do cliente</a:t>
            </a:r>
            <a:endParaRPr b="1" sz="1600">
              <a:solidFill>
                <a:srgbClr val="00B050"/>
              </a:solidFill>
              <a:latin typeface="Montserrat"/>
              <a:ea typeface="Montserrat"/>
              <a:cs typeface="Montserrat"/>
              <a:sym typeface="Montserrat"/>
            </a:endParaRPr>
          </a:p>
          <a:p>
            <a:pPr indent="-330200" lvl="0" marL="457200" rtl="0" algn="l">
              <a:lnSpc>
                <a:spcPct val="125000"/>
              </a:lnSpc>
              <a:spcBef>
                <a:spcPts val="0"/>
              </a:spcBef>
              <a:spcAft>
                <a:spcPts val="0"/>
              </a:spcAft>
              <a:buClr>
                <a:srgbClr val="00B050"/>
              </a:buClr>
              <a:buSzPts val="1600"/>
              <a:buFont typeface="Montserrat"/>
              <a:buChar char="-"/>
            </a:pPr>
            <a:r>
              <a:rPr b="1" lang="pt-BR" sz="1600">
                <a:solidFill>
                  <a:srgbClr val="00B050"/>
                </a:solidFill>
                <a:latin typeface="Montserrat"/>
                <a:ea typeface="Montserrat"/>
                <a:cs typeface="Montserrat"/>
                <a:sym typeface="Montserrat"/>
              </a:rPr>
              <a:t>E-mail marketing para base + Landing Page para indicação </a:t>
            </a:r>
            <a:endParaRPr b="1" sz="1600">
              <a:solidFill>
                <a:srgbClr val="00B050"/>
              </a:solidFill>
              <a:latin typeface="Montserrat"/>
              <a:ea typeface="Montserrat"/>
              <a:cs typeface="Montserrat"/>
              <a:sym typeface="Montserrat"/>
            </a:endParaRPr>
          </a:p>
          <a:p>
            <a:pPr indent="-330200" lvl="0" marL="457200" rtl="0" algn="l">
              <a:lnSpc>
                <a:spcPct val="125000"/>
              </a:lnSpc>
              <a:spcBef>
                <a:spcPts val="0"/>
              </a:spcBef>
              <a:spcAft>
                <a:spcPts val="0"/>
              </a:spcAft>
              <a:buClr>
                <a:srgbClr val="00B050"/>
              </a:buClr>
              <a:buSzPts val="1600"/>
              <a:buFont typeface="Montserrat"/>
              <a:buChar char="-"/>
            </a:pPr>
            <a:r>
              <a:rPr b="1" lang="pt-BR" sz="1600">
                <a:solidFill>
                  <a:srgbClr val="00B050"/>
                </a:solidFill>
                <a:latin typeface="Montserrat"/>
                <a:ea typeface="Montserrat"/>
                <a:cs typeface="Montserrat"/>
                <a:sym typeface="Montserrat"/>
              </a:rPr>
              <a:t>Campanhas de indicação premiada: Indicando um lead que fechar X% em Y mês</a:t>
            </a:r>
            <a:endParaRPr b="1" sz="1600">
              <a:solidFill>
                <a:srgbClr val="00B050"/>
              </a:solidFill>
              <a:latin typeface="Montserrat"/>
              <a:ea typeface="Montserrat"/>
              <a:cs typeface="Montserrat"/>
              <a:sym typeface="Montserrat"/>
            </a:endParaRPr>
          </a:p>
          <a:p>
            <a:pPr indent="0" lvl="0" marL="0" rtl="0" algn="l">
              <a:lnSpc>
                <a:spcPct val="125000"/>
              </a:lnSpc>
              <a:spcBef>
                <a:spcPts val="0"/>
              </a:spcBef>
              <a:spcAft>
                <a:spcPts val="0"/>
              </a:spcAft>
              <a:buNone/>
            </a:pPr>
            <a:r>
              <a:t/>
            </a:r>
            <a:endParaRPr b="1" sz="1600">
              <a:solidFill>
                <a:srgbClr val="00B050"/>
              </a:solidFill>
              <a:latin typeface="Montserrat"/>
              <a:ea typeface="Montserrat"/>
              <a:cs typeface="Montserrat"/>
              <a:sym typeface="Montserrat"/>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54" name="Shape 1254"/>
        <p:cNvGrpSpPr/>
        <p:nvPr/>
      </p:nvGrpSpPr>
      <p:grpSpPr>
        <a:xfrm>
          <a:off x="0" y="0"/>
          <a:ext cx="0" cy="0"/>
          <a:chOff x="0" y="0"/>
          <a:chExt cx="0" cy="0"/>
        </a:xfrm>
      </p:grpSpPr>
      <p:sp>
        <p:nvSpPr>
          <p:cNvPr id="1255" name="Google Shape;1255;p213"/>
          <p:cNvSpPr txBox="1"/>
          <p:nvPr>
            <p:ph idx="4294967295" type="ctrTitle"/>
          </p:nvPr>
        </p:nvSpPr>
        <p:spPr>
          <a:xfrm>
            <a:off x="288050" y="1391850"/>
            <a:ext cx="3965100" cy="235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3000">
                <a:solidFill>
                  <a:srgbClr val="FFFFFF"/>
                </a:solidFill>
              </a:rPr>
              <a:t>Como </a:t>
            </a:r>
            <a:r>
              <a:rPr lang="pt-BR">
                <a:solidFill>
                  <a:srgbClr val="FFFFFF"/>
                </a:solidFill>
              </a:rPr>
              <a:t>um bom atendimento pode te fazer aumentar até 30% do faturamento?</a:t>
            </a:r>
            <a:endParaRPr sz="3000">
              <a:solidFill>
                <a:srgbClr val="FFFFFF"/>
              </a:solidFill>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59" name="Shape 1259"/>
        <p:cNvGrpSpPr/>
        <p:nvPr/>
      </p:nvGrpSpPr>
      <p:grpSpPr>
        <a:xfrm>
          <a:off x="0" y="0"/>
          <a:ext cx="0" cy="0"/>
          <a:chOff x="0" y="0"/>
          <a:chExt cx="0" cy="0"/>
        </a:xfrm>
      </p:grpSpPr>
      <p:sp>
        <p:nvSpPr>
          <p:cNvPr id="1260" name="Google Shape;1260;p214"/>
          <p:cNvSpPr txBox="1"/>
          <p:nvPr>
            <p:ph type="title"/>
          </p:nvPr>
        </p:nvSpPr>
        <p:spPr>
          <a:xfrm>
            <a:off x="1672650" y="1767650"/>
            <a:ext cx="5403900" cy="1689300"/>
          </a:xfrm>
          <a:prstGeom prst="rect">
            <a:avLst/>
          </a:prstGeom>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b="1" lang="pt-BR" sz="3600">
                <a:solidFill>
                  <a:schemeClr val="lt1"/>
                </a:solidFill>
                <a:latin typeface="Montserrat"/>
                <a:ea typeface="Montserrat"/>
                <a:cs typeface="Montserrat"/>
                <a:sym typeface="Montserrat"/>
              </a:rPr>
              <a:t>10.</a:t>
            </a:r>
            <a:r>
              <a:rPr b="1" lang="pt-BR" sz="3600">
                <a:solidFill>
                  <a:schemeClr val="lt1"/>
                </a:solidFill>
                <a:latin typeface="Montserrat"/>
                <a:ea typeface="Montserrat"/>
                <a:cs typeface="Montserrat"/>
                <a:sym typeface="Montserrat"/>
              </a:rPr>
              <a:t> Etapas de vendas</a:t>
            </a:r>
            <a:endParaRPr b="1" sz="6000">
              <a:solidFill>
                <a:schemeClr val="lt1"/>
              </a:solidFill>
              <a:latin typeface="Montserrat"/>
              <a:ea typeface="Montserrat"/>
              <a:cs typeface="Montserrat"/>
              <a:sym typeface="Montserrat"/>
            </a:endParaRPr>
          </a:p>
          <a:p>
            <a:pPr indent="0" lvl="0" marL="0" rtl="0" algn="ctr">
              <a:lnSpc>
                <a:spcPct val="100000"/>
              </a:lnSpc>
              <a:spcBef>
                <a:spcPts val="0"/>
              </a:spcBef>
              <a:spcAft>
                <a:spcPts val="0"/>
              </a:spcAft>
              <a:buNone/>
            </a:pPr>
            <a:r>
              <a:t/>
            </a:r>
            <a:endParaRPr b="1" sz="2800">
              <a:solidFill>
                <a:schemeClr val="lt1"/>
              </a:solidFill>
              <a:latin typeface="Montserrat"/>
              <a:ea typeface="Montserrat"/>
              <a:cs typeface="Montserrat"/>
              <a:sym typeface="Montserrat"/>
            </a:endParaRPr>
          </a:p>
        </p:txBody>
      </p:sp>
      <p:pic>
        <p:nvPicPr>
          <p:cNvPr id="1261" name="Google Shape;1261;p214"/>
          <p:cNvPicPr preferRelativeResize="0"/>
          <p:nvPr/>
        </p:nvPicPr>
        <p:blipFill>
          <a:blip r:embed="rId4">
            <a:alphaModFix/>
          </a:blip>
          <a:stretch>
            <a:fillRect/>
          </a:stretch>
        </p:blipFill>
        <p:spPr>
          <a:xfrm>
            <a:off x="6686225" y="671100"/>
            <a:ext cx="1982150" cy="3039300"/>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65" name="Shape 1265"/>
        <p:cNvGrpSpPr/>
        <p:nvPr/>
      </p:nvGrpSpPr>
      <p:grpSpPr>
        <a:xfrm>
          <a:off x="0" y="0"/>
          <a:ext cx="0" cy="0"/>
          <a:chOff x="0" y="0"/>
          <a:chExt cx="0" cy="0"/>
        </a:xfrm>
      </p:grpSpPr>
      <p:sp>
        <p:nvSpPr>
          <p:cNvPr id="1266" name="Google Shape;1266;p2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pt-BR">
                <a:solidFill>
                  <a:srgbClr val="FFFFFF"/>
                </a:solidFill>
                <a:latin typeface="Montserrat"/>
                <a:ea typeface="Montserrat"/>
                <a:cs typeface="Montserrat"/>
                <a:sym typeface="Montserrat"/>
              </a:rPr>
              <a:t>Gatilhos </a:t>
            </a:r>
            <a:r>
              <a:rPr lang="pt-BR">
                <a:solidFill>
                  <a:srgbClr val="FFFFFF"/>
                </a:solidFill>
              </a:rPr>
              <a:t>de passagem</a:t>
            </a:r>
            <a:endParaRPr>
              <a:solidFill>
                <a:srgbClr val="FFFFFF"/>
              </a:solidFill>
            </a:endParaRPr>
          </a:p>
        </p:txBody>
      </p:sp>
      <p:sp>
        <p:nvSpPr>
          <p:cNvPr id="1267" name="Google Shape;1267;p215"/>
          <p:cNvSpPr txBox="1"/>
          <p:nvPr>
            <p:ph idx="1" type="body"/>
          </p:nvPr>
        </p:nvSpPr>
        <p:spPr>
          <a:xfrm>
            <a:off x="311700" y="1533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BR">
                <a:solidFill>
                  <a:schemeClr val="lt1"/>
                </a:solidFill>
              </a:rPr>
              <a:t>Qualificação &gt; Avaliação:</a:t>
            </a:r>
            <a:r>
              <a:rPr lang="pt-BR">
                <a:solidFill>
                  <a:schemeClr val="lt1"/>
                </a:solidFill>
              </a:rPr>
              <a:t>	ICP validado</a:t>
            </a:r>
            <a:endParaRPr>
              <a:solidFill>
                <a:schemeClr val="lt1"/>
              </a:solidFill>
            </a:endParaRPr>
          </a:p>
          <a:p>
            <a:pPr indent="0" lvl="0" marL="0" rtl="0" algn="l">
              <a:spcBef>
                <a:spcPts val="1600"/>
              </a:spcBef>
              <a:spcAft>
                <a:spcPts val="0"/>
              </a:spcAft>
              <a:buNone/>
            </a:pPr>
            <a:r>
              <a:rPr b="1" lang="pt-BR">
                <a:solidFill>
                  <a:schemeClr val="lt1"/>
                </a:solidFill>
              </a:rPr>
              <a:t>Avaliação &gt; Solução: 	</a:t>
            </a:r>
            <a:r>
              <a:rPr lang="pt-BR">
                <a:solidFill>
                  <a:schemeClr val="lt1"/>
                </a:solidFill>
              </a:rPr>
              <a:t>Briefing preenchido</a:t>
            </a:r>
            <a:endParaRPr>
              <a:solidFill>
                <a:schemeClr val="lt1"/>
              </a:solidFill>
            </a:endParaRPr>
          </a:p>
          <a:p>
            <a:pPr indent="0" lvl="0" marL="0" rtl="0" algn="l">
              <a:spcBef>
                <a:spcPts val="1600"/>
              </a:spcBef>
              <a:spcAft>
                <a:spcPts val="0"/>
              </a:spcAft>
              <a:buNone/>
            </a:pPr>
            <a:r>
              <a:rPr b="1" lang="pt-BR">
                <a:solidFill>
                  <a:schemeClr val="lt1"/>
                </a:solidFill>
              </a:rPr>
              <a:t>Solução &gt; Negociação:</a:t>
            </a:r>
            <a:r>
              <a:rPr lang="pt-BR">
                <a:solidFill>
                  <a:schemeClr val="lt1"/>
                </a:solidFill>
              </a:rPr>
              <a:t> 	Proposta apresentada e follow up agendado</a:t>
            </a:r>
            <a:endParaRPr>
              <a:solidFill>
                <a:schemeClr val="lt1"/>
              </a:solidFill>
            </a:endParaRPr>
          </a:p>
          <a:p>
            <a:pPr indent="0" lvl="0" marL="0" rtl="0" algn="l">
              <a:spcBef>
                <a:spcPts val="1600"/>
              </a:spcBef>
              <a:spcAft>
                <a:spcPts val="1600"/>
              </a:spcAft>
              <a:buNone/>
            </a:pPr>
            <a:r>
              <a:rPr b="1" lang="pt-BR">
                <a:solidFill>
                  <a:schemeClr val="lt1"/>
                </a:solidFill>
              </a:rPr>
              <a:t>Negociação &gt; Fechamento:</a:t>
            </a:r>
            <a:r>
              <a:rPr lang="pt-BR">
                <a:solidFill>
                  <a:schemeClr val="lt1"/>
                </a:solidFill>
              </a:rPr>
              <a:t>	Direcionar ao site e assegurar o pagamento / Com comprovante, forma e data de pagamento acertadas</a:t>
            </a:r>
            <a:endParaRPr>
              <a:solidFill>
                <a:schemeClr val="lt1"/>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1" name="Shape 1271"/>
        <p:cNvGrpSpPr/>
        <p:nvPr/>
      </p:nvGrpSpPr>
      <p:grpSpPr>
        <a:xfrm>
          <a:off x="0" y="0"/>
          <a:ext cx="0" cy="0"/>
          <a:chOff x="0" y="0"/>
          <a:chExt cx="0" cy="0"/>
        </a:xfrm>
      </p:grpSpPr>
      <p:sp>
        <p:nvSpPr>
          <p:cNvPr id="1272" name="Google Shape;1272;p216"/>
          <p:cNvSpPr txBox="1"/>
          <p:nvPr>
            <p:ph type="title"/>
          </p:nvPr>
        </p:nvSpPr>
        <p:spPr>
          <a:xfrm>
            <a:off x="2561875" y="2138450"/>
            <a:ext cx="3860700" cy="8418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b="1" lang="pt-BR">
                <a:solidFill>
                  <a:schemeClr val="lt1"/>
                </a:solidFill>
                <a:latin typeface="Montserrat"/>
                <a:ea typeface="Montserrat"/>
                <a:cs typeface="Montserrat"/>
                <a:sym typeface="Montserrat"/>
              </a:rPr>
              <a:t>11</a:t>
            </a:r>
            <a:r>
              <a:rPr b="1" lang="pt-BR">
                <a:solidFill>
                  <a:schemeClr val="lt1"/>
                </a:solidFill>
                <a:latin typeface="Montserrat"/>
                <a:ea typeface="Montserrat"/>
                <a:cs typeface="Montserrat"/>
                <a:sym typeface="Montserrat"/>
              </a:rPr>
              <a:t>. BRIEFING &amp; PROPOSTA</a:t>
            </a:r>
            <a:endParaRPr b="1">
              <a:solidFill>
                <a:schemeClr val="lt1"/>
              </a:solidFill>
              <a:latin typeface="Montserrat"/>
              <a:ea typeface="Montserrat"/>
              <a:cs typeface="Montserrat"/>
              <a:sym typeface="Montserrat"/>
            </a:endParaRPr>
          </a:p>
        </p:txBody>
      </p:sp>
      <p:pic>
        <p:nvPicPr>
          <p:cNvPr id="1273" name="Google Shape;1273;p216"/>
          <p:cNvPicPr preferRelativeResize="0"/>
          <p:nvPr/>
        </p:nvPicPr>
        <p:blipFill>
          <a:blip r:embed="rId4">
            <a:alphaModFix/>
          </a:blip>
          <a:stretch>
            <a:fillRect/>
          </a:stretch>
        </p:blipFill>
        <p:spPr>
          <a:xfrm>
            <a:off x="6579927" y="1380050"/>
            <a:ext cx="1839600" cy="2370250"/>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7" name="Shape 1277"/>
        <p:cNvGrpSpPr/>
        <p:nvPr/>
      </p:nvGrpSpPr>
      <p:grpSpPr>
        <a:xfrm>
          <a:off x="0" y="0"/>
          <a:ext cx="0" cy="0"/>
          <a:chOff x="0" y="0"/>
          <a:chExt cx="0" cy="0"/>
        </a:xfrm>
      </p:grpSpPr>
      <p:sp>
        <p:nvSpPr>
          <p:cNvPr id="1278" name="Google Shape;1278;p2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solidFill>
                  <a:srgbClr val="00B050"/>
                </a:solidFill>
              </a:rPr>
              <a:t>Proposta de Projeto</a:t>
            </a:r>
            <a:endParaRPr>
              <a:solidFill>
                <a:srgbClr val="00B050"/>
              </a:solidFill>
            </a:endParaRPr>
          </a:p>
        </p:txBody>
      </p:sp>
      <p:sp>
        <p:nvSpPr>
          <p:cNvPr id="1279" name="Google Shape;1279;p217"/>
          <p:cNvSpPr txBox="1"/>
          <p:nvPr/>
        </p:nvSpPr>
        <p:spPr>
          <a:xfrm>
            <a:off x="399500" y="1220500"/>
            <a:ext cx="8432700" cy="3760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rgbClr val="00B050"/>
              </a:buClr>
              <a:buSzPts val="1800"/>
              <a:buFont typeface="Open Sans"/>
              <a:buChar char="●"/>
            </a:pPr>
            <a:r>
              <a:rPr lang="pt-BR" sz="1800">
                <a:solidFill>
                  <a:srgbClr val="00B050"/>
                </a:solidFill>
                <a:latin typeface="Open Sans"/>
                <a:ea typeface="Open Sans"/>
                <a:cs typeface="Open Sans"/>
                <a:sym typeface="Open Sans"/>
              </a:rPr>
              <a:t>Briefing</a:t>
            </a:r>
            <a:endParaRPr sz="1800">
              <a:solidFill>
                <a:srgbClr val="00B050"/>
              </a:solidFill>
              <a:latin typeface="Open Sans"/>
              <a:ea typeface="Open Sans"/>
              <a:cs typeface="Open Sans"/>
              <a:sym typeface="Open Sans"/>
            </a:endParaRPr>
          </a:p>
          <a:p>
            <a:pPr indent="-342900" lvl="0" marL="457200" rtl="0" algn="l">
              <a:spcBef>
                <a:spcPts val="0"/>
              </a:spcBef>
              <a:spcAft>
                <a:spcPts val="0"/>
              </a:spcAft>
              <a:buClr>
                <a:srgbClr val="00B050"/>
              </a:buClr>
              <a:buSzPts val="1800"/>
              <a:buFont typeface="Open Sans"/>
              <a:buChar char="●"/>
            </a:pPr>
            <a:r>
              <a:rPr b="1" lang="pt-BR" sz="1800">
                <a:solidFill>
                  <a:srgbClr val="00B050"/>
                </a:solidFill>
                <a:latin typeface="Open Sans"/>
                <a:ea typeface="Open Sans"/>
                <a:cs typeface="Open Sans"/>
                <a:sym typeface="Open Sans"/>
              </a:rPr>
              <a:t>Proposta</a:t>
            </a:r>
            <a:br>
              <a:rPr lang="pt-BR" sz="1800">
                <a:solidFill>
                  <a:srgbClr val="00B050"/>
                </a:solidFill>
                <a:latin typeface="Open Sans"/>
                <a:ea typeface="Open Sans"/>
                <a:cs typeface="Open Sans"/>
                <a:sym typeface="Open Sans"/>
              </a:rPr>
            </a:br>
            <a:r>
              <a:rPr lang="pt-BR" sz="1800">
                <a:solidFill>
                  <a:srgbClr val="00B050"/>
                </a:solidFill>
                <a:latin typeface="Open Sans"/>
                <a:ea typeface="Open Sans"/>
                <a:cs typeface="Open Sans"/>
                <a:sym typeface="Open Sans"/>
              </a:rPr>
              <a:t>	1. Problema</a:t>
            </a:r>
            <a:br>
              <a:rPr lang="pt-BR" sz="1800">
                <a:solidFill>
                  <a:srgbClr val="00B050"/>
                </a:solidFill>
                <a:latin typeface="Open Sans"/>
                <a:ea typeface="Open Sans"/>
                <a:cs typeface="Open Sans"/>
                <a:sym typeface="Open Sans"/>
              </a:rPr>
            </a:br>
            <a:r>
              <a:rPr lang="pt-BR" sz="1800">
                <a:solidFill>
                  <a:srgbClr val="00B050"/>
                </a:solidFill>
                <a:latin typeface="Open Sans"/>
                <a:ea typeface="Open Sans"/>
                <a:cs typeface="Open Sans"/>
                <a:sym typeface="Open Sans"/>
              </a:rPr>
              <a:t>	2. Objetivo</a:t>
            </a:r>
            <a:br>
              <a:rPr lang="pt-BR" sz="1800">
                <a:solidFill>
                  <a:srgbClr val="00B050"/>
                </a:solidFill>
                <a:latin typeface="Open Sans"/>
                <a:ea typeface="Open Sans"/>
                <a:cs typeface="Open Sans"/>
                <a:sym typeface="Open Sans"/>
              </a:rPr>
            </a:br>
            <a:r>
              <a:rPr b="1" lang="pt-BR" sz="1800">
                <a:solidFill>
                  <a:srgbClr val="00B050"/>
                </a:solidFill>
                <a:latin typeface="Open Sans"/>
                <a:ea typeface="Open Sans"/>
                <a:cs typeface="Open Sans"/>
                <a:sym typeface="Open Sans"/>
              </a:rPr>
              <a:t>	3. Cenário ideal	</a:t>
            </a:r>
            <a:br>
              <a:rPr b="1" lang="pt-BR" sz="1800">
                <a:solidFill>
                  <a:srgbClr val="00B050"/>
                </a:solidFill>
                <a:latin typeface="Open Sans"/>
                <a:ea typeface="Open Sans"/>
                <a:cs typeface="Open Sans"/>
                <a:sym typeface="Open Sans"/>
              </a:rPr>
            </a:br>
            <a:r>
              <a:rPr b="1" lang="pt-BR" sz="1800">
                <a:solidFill>
                  <a:srgbClr val="00B050"/>
                </a:solidFill>
                <a:latin typeface="Open Sans"/>
                <a:ea typeface="Open Sans"/>
                <a:cs typeface="Open Sans"/>
                <a:sym typeface="Open Sans"/>
              </a:rPr>
              <a:t>	4. Cenário atual</a:t>
            </a:r>
            <a:br>
              <a:rPr lang="pt-BR" sz="1800">
                <a:solidFill>
                  <a:srgbClr val="00B050"/>
                </a:solidFill>
                <a:latin typeface="Open Sans"/>
                <a:ea typeface="Open Sans"/>
                <a:cs typeface="Open Sans"/>
                <a:sym typeface="Open Sans"/>
              </a:rPr>
            </a:br>
            <a:r>
              <a:rPr lang="pt-BR" sz="1800">
                <a:solidFill>
                  <a:srgbClr val="00B050"/>
                </a:solidFill>
                <a:latin typeface="Open Sans"/>
                <a:ea typeface="Open Sans"/>
                <a:cs typeface="Open Sans"/>
                <a:sym typeface="Open Sans"/>
              </a:rPr>
              <a:t>	5. Plano de ação tático</a:t>
            </a:r>
            <a:br>
              <a:rPr lang="pt-BR" sz="1800">
                <a:solidFill>
                  <a:srgbClr val="00B050"/>
                </a:solidFill>
                <a:latin typeface="Open Sans"/>
                <a:ea typeface="Open Sans"/>
                <a:cs typeface="Open Sans"/>
                <a:sym typeface="Open Sans"/>
              </a:rPr>
            </a:br>
            <a:r>
              <a:rPr b="1" lang="pt-BR" sz="1800">
                <a:solidFill>
                  <a:srgbClr val="00B050"/>
                </a:solidFill>
                <a:latin typeface="Open Sans"/>
                <a:ea typeface="Open Sans"/>
                <a:cs typeface="Open Sans"/>
                <a:sym typeface="Open Sans"/>
              </a:rPr>
              <a:t>	</a:t>
            </a:r>
            <a:r>
              <a:rPr lang="pt-BR" sz="1800">
                <a:solidFill>
                  <a:srgbClr val="00B050"/>
                </a:solidFill>
                <a:latin typeface="Open Sans"/>
                <a:ea typeface="Open Sans"/>
                <a:cs typeface="Open Sans"/>
                <a:sym typeface="Open Sans"/>
              </a:rPr>
              <a:t>6. Alinhamento do sonho + CTA</a:t>
            </a:r>
            <a:endParaRPr sz="1800">
              <a:solidFill>
                <a:srgbClr val="00B050"/>
              </a:solidFill>
              <a:latin typeface="Open Sans"/>
              <a:ea typeface="Open Sans"/>
              <a:cs typeface="Open Sans"/>
              <a:sym typeface="Open Sans"/>
            </a:endParaRPr>
          </a:p>
          <a:p>
            <a:pPr indent="0" lvl="0" marL="457200" rtl="0" algn="l">
              <a:spcBef>
                <a:spcPts val="0"/>
              </a:spcBef>
              <a:spcAft>
                <a:spcPts val="0"/>
              </a:spcAft>
              <a:buNone/>
            </a:pPr>
            <a:r>
              <a:rPr lang="pt-BR" sz="1800">
                <a:solidFill>
                  <a:srgbClr val="00B050"/>
                </a:solidFill>
                <a:latin typeface="Open Sans"/>
                <a:ea typeface="Open Sans"/>
                <a:cs typeface="Open Sans"/>
                <a:sym typeface="Open Sans"/>
              </a:rPr>
              <a:t> </a:t>
            </a:r>
            <a:r>
              <a:rPr b="1" lang="pt-BR" sz="1800">
                <a:solidFill>
                  <a:srgbClr val="00B050"/>
                </a:solidFill>
                <a:latin typeface="Open Sans"/>
                <a:ea typeface="Open Sans"/>
                <a:cs typeface="Open Sans"/>
                <a:sym typeface="Open Sans"/>
              </a:rPr>
              <a:t>	9. Pessoas &amp; Entregáveis</a:t>
            </a:r>
            <a:endParaRPr sz="1800">
              <a:solidFill>
                <a:srgbClr val="00B050"/>
              </a:solidFill>
              <a:latin typeface="Open Sans"/>
              <a:ea typeface="Open Sans"/>
              <a:cs typeface="Open Sans"/>
              <a:sym typeface="Open Sans"/>
            </a:endParaRPr>
          </a:p>
          <a:p>
            <a:pPr indent="-342900" lvl="0" marL="457200" rtl="0" algn="l">
              <a:spcBef>
                <a:spcPts val="0"/>
              </a:spcBef>
              <a:spcAft>
                <a:spcPts val="0"/>
              </a:spcAft>
              <a:buClr>
                <a:srgbClr val="00B050"/>
              </a:buClr>
              <a:buSzPts val="1800"/>
              <a:buFont typeface="Open Sans"/>
              <a:buChar char="●"/>
            </a:pPr>
            <a:r>
              <a:rPr lang="pt-BR" sz="1800">
                <a:solidFill>
                  <a:srgbClr val="00B050"/>
                </a:solidFill>
                <a:latin typeface="Open Sans"/>
                <a:ea typeface="Open Sans"/>
                <a:cs typeface="Open Sans"/>
                <a:sym typeface="Open Sans"/>
              </a:rPr>
              <a:t>Negociação</a:t>
            </a:r>
            <a:endParaRPr sz="1800">
              <a:solidFill>
                <a:srgbClr val="00B050"/>
              </a:solidFill>
              <a:latin typeface="Open Sans"/>
              <a:ea typeface="Open Sans"/>
              <a:cs typeface="Open Sans"/>
              <a:sym typeface="Open Sans"/>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3" name="Shape 1283"/>
        <p:cNvGrpSpPr/>
        <p:nvPr/>
      </p:nvGrpSpPr>
      <p:grpSpPr>
        <a:xfrm>
          <a:off x="0" y="0"/>
          <a:ext cx="0" cy="0"/>
          <a:chOff x="0" y="0"/>
          <a:chExt cx="0" cy="0"/>
        </a:xfrm>
      </p:grpSpPr>
      <p:pic>
        <p:nvPicPr>
          <p:cNvPr id="1284" name="Google Shape;1284;p218"/>
          <p:cNvPicPr preferRelativeResize="0"/>
          <p:nvPr/>
        </p:nvPicPr>
        <p:blipFill rotWithShape="1">
          <a:blip r:embed="rId3">
            <a:alphaModFix/>
          </a:blip>
          <a:srcRect b="0" l="0" r="0" t="0"/>
          <a:stretch/>
        </p:blipFill>
        <p:spPr>
          <a:xfrm>
            <a:off x="50" y="-733175"/>
            <a:ext cx="9144000" cy="6446399"/>
          </a:xfrm>
          <a:prstGeom prst="rect">
            <a:avLst/>
          </a:prstGeom>
          <a:noFill/>
          <a:ln>
            <a:noFill/>
          </a:ln>
        </p:spPr>
      </p:pic>
      <p:sp>
        <p:nvSpPr>
          <p:cNvPr id="1285" name="Google Shape;1285;p218"/>
          <p:cNvSpPr/>
          <p:nvPr/>
        </p:nvSpPr>
        <p:spPr>
          <a:xfrm>
            <a:off x="50" y="-218400"/>
            <a:ext cx="9144000" cy="5595900"/>
          </a:xfrm>
          <a:prstGeom prst="rect">
            <a:avLst/>
          </a:prstGeom>
          <a:solidFill>
            <a:schemeClr val="dk1">
              <a:alpha val="58430"/>
            </a:scheme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286" name="Google Shape;1286;p218"/>
          <p:cNvSpPr txBox="1"/>
          <p:nvPr/>
        </p:nvSpPr>
        <p:spPr>
          <a:xfrm>
            <a:off x="1680189" y="1982880"/>
            <a:ext cx="5783700" cy="15927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025"/>
              <a:buFont typeface="Century Gothic"/>
              <a:buNone/>
            </a:pPr>
            <a:r>
              <a:rPr b="1" lang="pt-BR" sz="4100">
                <a:solidFill>
                  <a:schemeClr val="lt1"/>
                </a:solidFill>
                <a:latin typeface="Century Gothic"/>
                <a:ea typeface="Century Gothic"/>
                <a:cs typeface="Century Gothic"/>
                <a:sym typeface="Century Gothic"/>
              </a:rPr>
              <a:t>Exemplo de </a:t>
            </a:r>
            <a:r>
              <a:rPr b="1" i="0" lang="pt-BR" sz="4100" u="none" cap="none" strike="noStrike">
                <a:solidFill>
                  <a:schemeClr val="lt1"/>
                </a:solidFill>
                <a:latin typeface="Century Gothic"/>
                <a:ea typeface="Century Gothic"/>
                <a:cs typeface="Century Gothic"/>
                <a:sym typeface="Century Gothic"/>
              </a:rPr>
              <a:t>Proposta Comercial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0" name="Shape 1290"/>
        <p:cNvGrpSpPr/>
        <p:nvPr/>
      </p:nvGrpSpPr>
      <p:grpSpPr>
        <a:xfrm>
          <a:off x="0" y="0"/>
          <a:ext cx="0" cy="0"/>
          <a:chOff x="0" y="0"/>
          <a:chExt cx="0" cy="0"/>
        </a:xfrm>
      </p:grpSpPr>
      <p:sp>
        <p:nvSpPr>
          <p:cNvPr id="1291" name="Google Shape;1291;p219"/>
          <p:cNvSpPr txBox="1"/>
          <p:nvPr>
            <p:ph type="title"/>
          </p:nvPr>
        </p:nvSpPr>
        <p:spPr>
          <a:xfrm>
            <a:off x="206025" y="434875"/>
            <a:ext cx="65643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C04747"/>
              </a:buClr>
              <a:buSzPts val="700"/>
              <a:buFont typeface="Open Sans"/>
              <a:buNone/>
            </a:pPr>
            <a:r>
              <a:rPr i="0" lang="pt-BR" sz="2800" u="none" cap="none" strike="noStrike">
                <a:solidFill>
                  <a:srgbClr val="666666"/>
                </a:solidFill>
                <a:latin typeface="Century Gothic"/>
                <a:ea typeface="Century Gothic"/>
                <a:cs typeface="Century Gothic"/>
                <a:sym typeface="Century Gothic"/>
              </a:rPr>
              <a:t>Como está o</a:t>
            </a:r>
            <a:r>
              <a:rPr i="0" lang="pt-BR" sz="2800" u="none" cap="none" strike="noStrike">
                <a:solidFill>
                  <a:srgbClr val="0C487B"/>
                </a:solidFill>
                <a:latin typeface="Century Gothic"/>
                <a:ea typeface="Century Gothic"/>
                <a:cs typeface="Century Gothic"/>
                <a:sym typeface="Century Gothic"/>
              </a:rPr>
              <a:t> </a:t>
            </a:r>
            <a:r>
              <a:rPr lang="pt-BR">
                <a:solidFill>
                  <a:srgbClr val="00B050"/>
                </a:solidFill>
                <a:latin typeface="Century Gothic"/>
                <a:ea typeface="Century Gothic"/>
                <a:cs typeface="Century Gothic"/>
                <a:sym typeface="Century Gothic"/>
              </a:rPr>
              <a:t>Cenário </a:t>
            </a:r>
            <a:r>
              <a:rPr b="1" i="0" lang="pt-BR" sz="2800" u="none" cap="none" strike="noStrike">
                <a:solidFill>
                  <a:srgbClr val="00B050"/>
                </a:solidFill>
                <a:latin typeface="Century Gothic"/>
                <a:ea typeface="Century Gothic"/>
                <a:cs typeface="Century Gothic"/>
                <a:sym typeface="Century Gothic"/>
              </a:rPr>
              <a:t>atual?</a:t>
            </a:r>
            <a:endParaRPr>
              <a:solidFill>
                <a:srgbClr val="00B050"/>
              </a:solidFill>
            </a:endParaRPr>
          </a:p>
        </p:txBody>
      </p:sp>
      <p:sp>
        <p:nvSpPr>
          <p:cNvPr id="1292" name="Google Shape;1292;p219"/>
          <p:cNvSpPr txBox="1"/>
          <p:nvPr>
            <p:ph type="title"/>
          </p:nvPr>
        </p:nvSpPr>
        <p:spPr>
          <a:xfrm>
            <a:off x="343875" y="1536150"/>
            <a:ext cx="8450700" cy="285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C04747"/>
              </a:buClr>
              <a:buSzPts val="700"/>
              <a:buFont typeface="Open Sans"/>
              <a:buNone/>
            </a:pPr>
            <a:r>
              <a:rPr b="0" lang="pt-BR" sz="1300">
                <a:solidFill>
                  <a:srgbClr val="666666"/>
                </a:solidFill>
                <a:latin typeface="Century Gothic"/>
                <a:ea typeface="Century Gothic"/>
                <a:cs typeface="Century Gothic"/>
                <a:sym typeface="Century Gothic"/>
              </a:rPr>
              <a:t>Seja o problema do cliente com vendas ou suporte. Precisamos colocá-lo para ver a realidade, confirmar informações verificarmos hipóteses, percepções e obter o máximo de informação quando solucionarmos.</a:t>
            </a:r>
            <a:endParaRPr b="0" sz="1300">
              <a:solidFill>
                <a:srgbClr val="666666"/>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C04747"/>
              </a:buClr>
              <a:buSzPts val="700"/>
              <a:buFont typeface="Open Sans"/>
              <a:buNone/>
            </a:pPr>
            <a:r>
              <a:t/>
            </a:r>
            <a:endParaRPr b="0" sz="1300">
              <a:solidFill>
                <a:srgbClr val="666666"/>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C04747"/>
              </a:buClr>
              <a:buSzPts val="700"/>
              <a:buFont typeface="Open Sans"/>
              <a:buNone/>
            </a:pPr>
            <a:r>
              <a:t/>
            </a:r>
            <a:endParaRPr b="0" sz="1300">
              <a:solidFill>
                <a:srgbClr val="666666"/>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C04747"/>
              </a:buClr>
              <a:buSzPts val="700"/>
              <a:buFont typeface="Open Sans"/>
              <a:buNone/>
            </a:pPr>
            <a:r>
              <a:rPr b="0" lang="pt-BR" sz="1300">
                <a:solidFill>
                  <a:srgbClr val="666666"/>
                </a:solidFill>
                <a:latin typeface="Century Gothic"/>
                <a:ea typeface="Century Gothic"/>
                <a:cs typeface="Century Gothic"/>
                <a:sym typeface="Century Gothic"/>
              </a:rPr>
              <a:t>“Pelo que conversamos hoje você tem 10 vendedores mas cada 1 tem um número de celular pela empresa, um aparelho, se conectam no Whatsapp Web e fazem atendimento certo? Com isso você não consegue ter acesso as conversas não consegue metrificar a ociosidade da equipe, qualidade do atendimento prestado, conversas, acesso aos históricos de conversa e tratativas. Logo, sua nota segundo o cliente está caindo a qualidade e você consequentemente perdendo clientes.</a:t>
            </a:r>
            <a:endParaRPr b="0" sz="1300">
              <a:solidFill>
                <a:srgbClr val="666666"/>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C04747"/>
              </a:buClr>
              <a:buSzPts val="700"/>
              <a:buFont typeface="Open Sans"/>
              <a:buNone/>
            </a:pPr>
            <a:r>
              <a:t/>
            </a:r>
            <a:endParaRPr b="0" sz="1300">
              <a:solidFill>
                <a:srgbClr val="666666"/>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C04747"/>
              </a:buClr>
              <a:buSzPts val="700"/>
              <a:buFont typeface="Open Sans"/>
              <a:buNone/>
            </a:pPr>
            <a:r>
              <a:rPr b="0" lang="pt-BR" sz="1300">
                <a:solidFill>
                  <a:srgbClr val="666666"/>
                </a:solidFill>
                <a:latin typeface="Century Gothic"/>
                <a:ea typeface="Century Gothic"/>
                <a:cs typeface="Century Gothic"/>
                <a:sym typeface="Century Gothic"/>
              </a:rPr>
              <a:t>Então seria </a:t>
            </a:r>
            <a:r>
              <a:rPr lang="pt-BR" sz="1300">
                <a:solidFill>
                  <a:srgbClr val="666666"/>
                </a:solidFill>
                <a:latin typeface="Century Gothic"/>
                <a:ea typeface="Century Gothic"/>
                <a:cs typeface="Century Gothic"/>
                <a:sym typeface="Century Gothic"/>
              </a:rPr>
              <a:t>esse o problema </a:t>
            </a:r>
            <a:r>
              <a:rPr b="0" lang="pt-BR" sz="1300">
                <a:solidFill>
                  <a:srgbClr val="666666"/>
                </a:solidFill>
                <a:latin typeface="Century Gothic"/>
                <a:ea typeface="Century Gothic"/>
                <a:cs typeface="Century Gothic"/>
                <a:sym typeface="Century Gothic"/>
              </a:rPr>
              <a:t>imediato que temos que resolver. Te ajudar a economizar nessa estrutura de aparelhos, chip’s e contas.  Unificar um só canal e te dar visibilidade como gestor para acompanhar a equipe e melhorar seu atendimento.”</a:t>
            </a:r>
            <a:endParaRPr b="0" sz="1300">
              <a:solidFill>
                <a:srgbClr val="666666"/>
              </a:solidFill>
              <a:latin typeface="Century Gothic"/>
              <a:ea typeface="Century Gothic"/>
              <a:cs typeface="Century Gothic"/>
              <a:sym typeface="Century Gothic"/>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6" name="Shape 1296"/>
        <p:cNvGrpSpPr/>
        <p:nvPr/>
      </p:nvGrpSpPr>
      <p:grpSpPr>
        <a:xfrm>
          <a:off x="0" y="0"/>
          <a:ext cx="0" cy="0"/>
          <a:chOff x="0" y="0"/>
          <a:chExt cx="0" cy="0"/>
        </a:xfrm>
      </p:grpSpPr>
      <p:sp>
        <p:nvSpPr>
          <p:cNvPr id="1297" name="Google Shape;1297;p220"/>
          <p:cNvSpPr txBox="1"/>
          <p:nvPr>
            <p:ph type="title"/>
          </p:nvPr>
        </p:nvSpPr>
        <p:spPr>
          <a:xfrm>
            <a:off x="299250" y="257300"/>
            <a:ext cx="65643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C04747"/>
              </a:buClr>
              <a:buSzPts val="700"/>
              <a:buFont typeface="Open Sans"/>
              <a:buNone/>
            </a:pPr>
            <a:r>
              <a:rPr lang="pt-BR">
                <a:solidFill>
                  <a:srgbClr val="00B050"/>
                </a:solidFill>
                <a:latin typeface="Century Gothic"/>
                <a:ea typeface="Century Gothic"/>
                <a:cs typeface="Century Gothic"/>
                <a:sym typeface="Century Gothic"/>
              </a:rPr>
              <a:t>Cenário </a:t>
            </a:r>
            <a:r>
              <a:rPr i="0" lang="pt-BR" sz="2800" u="none" cap="none" strike="noStrike">
                <a:solidFill>
                  <a:srgbClr val="00B050"/>
                </a:solidFill>
                <a:latin typeface="Century Gothic"/>
                <a:ea typeface="Century Gothic"/>
                <a:cs typeface="Century Gothic"/>
                <a:sym typeface="Century Gothic"/>
              </a:rPr>
              <a:t>ideal</a:t>
            </a:r>
            <a:r>
              <a:rPr b="0" i="0" lang="pt-BR" sz="2800" u="none" cap="none" strike="noStrike">
                <a:solidFill>
                  <a:srgbClr val="0C487B"/>
                </a:solidFill>
                <a:latin typeface="Century Gothic"/>
                <a:ea typeface="Century Gothic"/>
                <a:cs typeface="Century Gothic"/>
                <a:sym typeface="Century Gothic"/>
              </a:rPr>
              <a:t> </a:t>
            </a:r>
            <a:r>
              <a:rPr b="0" lang="pt-BR">
                <a:solidFill>
                  <a:srgbClr val="666666"/>
                </a:solidFill>
                <a:latin typeface="Century Gothic"/>
                <a:ea typeface="Century Gothic"/>
                <a:cs typeface="Century Gothic"/>
                <a:sym typeface="Century Gothic"/>
              </a:rPr>
              <a:t>com a nossa solução</a:t>
            </a:r>
            <a:endParaRPr>
              <a:latin typeface="Century Gothic"/>
              <a:ea typeface="Century Gothic"/>
              <a:cs typeface="Century Gothic"/>
              <a:sym typeface="Century Gothic"/>
            </a:endParaRPr>
          </a:p>
        </p:txBody>
      </p:sp>
      <p:sp>
        <p:nvSpPr>
          <p:cNvPr id="1298" name="Google Shape;1298;p220"/>
          <p:cNvSpPr txBox="1"/>
          <p:nvPr/>
        </p:nvSpPr>
        <p:spPr>
          <a:xfrm>
            <a:off x="299250" y="1070175"/>
            <a:ext cx="8407800" cy="258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300">
                <a:solidFill>
                  <a:srgbClr val="666666"/>
                </a:solidFill>
                <a:latin typeface="Century Gothic"/>
                <a:ea typeface="Century Gothic"/>
                <a:cs typeface="Century Gothic"/>
                <a:sym typeface="Century Gothic"/>
              </a:rPr>
              <a:t>“Com uma solução de multi operadores em um só número de Whatsapp tendo em vista que hoje sua equipe tem 5 operadores, você já conseguiria diminuir o custo operacional de atendimento para começar, isso devido a média de preço de um </a:t>
            </a:r>
            <a:r>
              <a:rPr b="1" lang="pt-BR" sz="1300">
                <a:solidFill>
                  <a:srgbClr val="666666"/>
                </a:solidFill>
                <a:latin typeface="Century Gothic"/>
                <a:ea typeface="Century Gothic"/>
                <a:cs typeface="Century Gothic"/>
                <a:sym typeface="Century Gothic"/>
              </a:rPr>
              <a:t>aparelho celular </a:t>
            </a:r>
            <a:r>
              <a:rPr lang="pt-BR" sz="1300">
                <a:solidFill>
                  <a:srgbClr val="666666"/>
                </a:solidFill>
                <a:latin typeface="Century Gothic"/>
                <a:ea typeface="Century Gothic"/>
                <a:cs typeface="Century Gothic"/>
                <a:sym typeface="Century Gothic"/>
              </a:rPr>
              <a:t>mediano para utilizar o dia todo, que tenha uma memória bacana XYZ. Sem contar o custo recorrente mensal de pelo menos um plano básico de R$39,90 para manter a linha ativa. </a:t>
            </a:r>
            <a:endParaRPr sz="1300">
              <a:solidFill>
                <a:srgbClr val="666666"/>
              </a:solidFill>
              <a:latin typeface="Century Gothic"/>
              <a:ea typeface="Century Gothic"/>
              <a:cs typeface="Century Gothic"/>
              <a:sym typeface="Century Gothic"/>
            </a:endParaRPr>
          </a:p>
          <a:p>
            <a:pPr indent="0" lvl="0" marL="0" rtl="0" algn="l">
              <a:spcBef>
                <a:spcPts val="0"/>
              </a:spcBef>
              <a:spcAft>
                <a:spcPts val="0"/>
              </a:spcAft>
              <a:buNone/>
            </a:pPr>
            <a:r>
              <a:t/>
            </a:r>
            <a:endParaRPr sz="1300">
              <a:solidFill>
                <a:srgbClr val="666666"/>
              </a:solidFill>
              <a:latin typeface="Century Gothic"/>
              <a:ea typeface="Century Gothic"/>
              <a:cs typeface="Century Gothic"/>
              <a:sym typeface="Century Gothic"/>
            </a:endParaRPr>
          </a:p>
          <a:p>
            <a:pPr indent="0" lvl="0" marL="0" rtl="0" algn="l">
              <a:spcBef>
                <a:spcPts val="0"/>
              </a:spcBef>
              <a:spcAft>
                <a:spcPts val="0"/>
              </a:spcAft>
              <a:buNone/>
            </a:pPr>
            <a:r>
              <a:rPr lang="pt-BR" sz="1300">
                <a:solidFill>
                  <a:srgbClr val="666666"/>
                </a:solidFill>
                <a:latin typeface="Century Gothic"/>
                <a:ea typeface="Century Gothic"/>
                <a:cs typeface="Century Gothic"/>
                <a:sym typeface="Century Gothic"/>
              </a:rPr>
              <a:t>Além de diminuir o custo operacional, o acesso completo as conversas e métricas de atendimento da tua equipe, ociosidade e qualidade de atendimento.</a:t>
            </a:r>
            <a:endParaRPr sz="1300">
              <a:solidFill>
                <a:srgbClr val="666666"/>
              </a:solidFill>
              <a:latin typeface="Century Gothic"/>
              <a:ea typeface="Century Gothic"/>
              <a:cs typeface="Century Gothic"/>
              <a:sym typeface="Century Gothic"/>
            </a:endParaRPr>
          </a:p>
          <a:p>
            <a:pPr indent="0" lvl="0" marL="0" rtl="0" algn="l">
              <a:spcBef>
                <a:spcPts val="0"/>
              </a:spcBef>
              <a:spcAft>
                <a:spcPts val="0"/>
              </a:spcAft>
              <a:buNone/>
            </a:pPr>
            <a:r>
              <a:t/>
            </a:r>
            <a:endParaRPr sz="1300">
              <a:solidFill>
                <a:srgbClr val="666666"/>
              </a:solidFill>
              <a:latin typeface="Century Gothic"/>
              <a:ea typeface="Century Gothic"/>
              <a:cs typeface="Century Gothic"/>
              <a:sym typeface="Century Gothic"/>
            </a:endParaRPr>
          </a:p>
          <a:p>
            <a:pPr indent="0" lvl="0" marL="0" rtl="0" algn="l">
              <a:spcBef>
                <a:spcPts val="0"/>
              </a:spcBef>
              <a:spcAft>
                <a:spcPts val="0"/>
              </a:spcAft>
              <a:buNone/>
            </a:pPr>
            <a:r>
              <a:rPr lang="pt-BR" sz="1300">
                <a:solidFill>
                  <a:srgbClr val="666666"/>
                </a:solidFill>
                <a:latin typeface="Century Gothic"/>
                <a:ea typeface="Century Gothic"/>
                <a:cs typeface="Century Gothic"/>
                <a:sym typeface="Century Gothic"/>
              </a:rPr>
              <a:t>Com o </a:t>
            </a:r>
            <a:r>
              <a:rPr b="1" lang="pt-BR" sz="1300">
                <a:solidFill>
                  <a:srgbClr val="666666"/>
                </a:solidFill>
                <a:latin typeface="Century Gothic"/>
                <a:ea typeface="Century Gothic"/>
                <a:cs typeface="Century Gothic"/>
                <a:sym typeface="Century Gothic"/>
              </a:rPr>
              <a:t>Plugchat </a:t>
            </a:r>
            <a:r>
              <a:rPr lang="pt-BR" sz="1300">
                <a:solidFill>
                  <a:srgbClr val="666666"/>
                </a:solidFill>
                <a:latin typeface="Century Gothic"/>
                <a:ea typeface="Century Gothic"/>
                <a:cs typeface="Century Gothic"/>
                <a:sym typeface="Century Gothic"/>
              </a:rPr>
              <a:t>conseguimos te trazer essa solução tudo em um só lugar, além de autonomia para sua equipe, configuração de mensagens prontas recorrentes, etiquetas de conversa e um layout totalmente responsivo.</a:t>
            </a:r>
            <a:endParaRPr sz="1300">
              <a:solidFill>
                <a:srgbClr val="666666"/>
              </a:solidFill>
              <a:latin typeface="Century Gothic"/>
              <a:ea typeface="Century Gothic"/>
              <a:cs typeface="Century Gothic"/>
              <a:sym typeface="Century Gothic"/>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2" name="Shape 1302"/>
        <p:cNvGrpSpPr/>
        <p:nvPr/>
      </p:nvGrpSpPr>
      <p:grpSpPr>
        <a:xfrm>
          <a:off x="0" y="0"/>
          <a:ext cx="0" cy="0"/>
          <a:chOff x="0" y="0"/>
          <a:chExt cx="0" cy="0"/>
        </a:xfrm>
      </p:grpSpPr>
      <p:sp>
        <p:nvSpPr>
          <p:cNvPr id="1303" name="Google Shape;1303;p221"/>
          <p:cNvSpPr txBox="1"/>
          <p:nvPr>
            <p:ph type="title"/>
          </p:nvPr>
        </p:nvSpPr>
        <p:spPr>
          <a:xfrm>
            <a:off x="513300" y="445025"/>
            <a:ext cx="4801500" cy="73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C04747"/>
              </a:buClr>
              <a:buSzPts val="700"/>
              <a:buFont typeface="Open Sans"/>
              <a:buNone/>
            </a:pPr>
            <a:r>
              <a:rPr b="1" i="0" lang="pt-BR" sz="2800" u="none" cap="none" strike="noStrike">
                <a:solidFill>
                  <a:schemeClr val="dk2"/>
                </a:solidFill>
                <a:latin typeface="Open Sans"/>
                <a:ea typeface="Open Sans"/>
                <a:cs typeface="Open Sans"/>
                <a:sym typeface="Open Sans"/>
              </a:rPr>
              <a:t>Resumo -</a:t>
            </a:r>
            <a:r>
              <a:rPr b="1" i="0" lang="pt-BR" sz="2800" u="none" cap="none" strike="noStrike">
                <a:solidFill>
                  <a:srgbClr val="0C487B"/>
                </a:solidFill>
                <a:latin typeface="Open Sans"/>
                <a:ea typeface="Open Sans"/>
                <a:cs typeface="Open Sans"/>
                <a:sym typeface="Open Sans"/>
              </a:rPr>
              <a:t> </a:t>
            </a:r>
            <a:r>
              <a:rPr b="1" i="0" lang="pt-BR" sz="2800" u="none" cap="none" strike="noStrike">
                <a:solidFill>
                  <a:srgbClr val="00B050"/>
                </a:solidFill>
                <a:latin typeface="Open Sans"/>
                <a:ea typeface="Open Sans"/>
                <a:cs typeface="Open Sans"/>
                <a:sym typeface="Open Sans"/>
              </a:rPr>
              <a:t>Investimento</a:t>
            </a:r>
            <a:endParaRPr>
              <a:solidFill>
                <a:srgbClr val="00B050"/>
              </a:solidFill>
            </a:endParaRPr>
          </a:p>
        </p:txBody>
      </p:sp>
      <p:sp>
        <p:nvSpPr>
          <p:cNvPr id="1304" name="Google Shape;1304;p221"/>
          <p:cNvSpPr txBox="1"/>
          <p:nvPr>
            <p:ph idx="1" type="body"/>
          </p:nvPr>
        </p:nvSpPr>
        <p:spPr>
          <a:xfrm>
            <a:off x="3124800" y="1200350"/>
            <a:ext cx="4406100" cy="377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350"/>
              <a:buFont typeface="Arial"/>
              <a:buNone/>
            </a:pPr>
            <a:r>
              <a:rPr b="0" i="0" lang="pt-BR" sz="1400" u="none" cap="none" strike="noStrike">
                <a:solidFill>
                  <a:srgbClr val="434343"/>
                </a:solidFill>
                <a:latin typeface="Open Sans"/>
                <a:ea typeface="Open Sans"/>
                <a:cs typeface="Open Sans"/>
                <a:sym typeface="Open Sans"/>
              </a:rPr>
              <a:t>Média investimento </a:t>
            </a:r>
            <a:r>
              <a:rPr lang="pt-BR">
                <a:solidFill>
                  <a:srgbClr val="434343"/>
                </a:solidFill>
              </a:rPr>
              <a:t>Mensal por Operador</a:t>
            </a:r>
            <a:endParaRPr/>
          </a:p>
          <a:p>
            <a:pPr indent="0" lvl="0" marL="0" marR="0" rtl="0" algn="l">
              <a:lnSpc>
                <a:spcPct val="115000"/>
              </a:lnSpc>
              <a:spcBef>
                <a:spcPts val="0"/>
              </a:spcBef>
              <a:spcAft>
                <a:spcPts val="0"/>
              </a:spcAft>
              <a:buClr>
                <a:schemeClr val="dk1"/>
              </a:buClr>
              <a:buSzPts val="600"/>
              <a:buFont typeface="Arial"/>
              <a:buNone/>
            </a:pPr>
            <a:r>
              <a:rPr b="0" i="0" lang="pt-BR" sz="2400" u="none" cap="none" strike="noStrike">
                <a:solidFill>
                  <a:srgbClr val="38761D"/>
                </a:solidFill>
                <a:latin typeface="Century Gothic"/>
                <a:ea typeface="Century Gothic"/>
                <a:cs typeface="Century Gothic"/>
                <a:sym typeface="Century Gothic"/>
              </a:rPr>
              <a:t>R$</a:t>
            </a:r>
            <a:r>
              <a:rPr lang="pt-BR" sz="2400">
                <a:solidFill>
                  <a:srgbClr val="38761D"/>
                </a:solidFill>
                <a:latin typeface="Century Gothic"/>
                <a:ea typeface="Century Gothic"/>
                <a:cs typeface="Century Gothic"/>
                <a:sym typeface="Century Gothic"/>
              </a:rPr>
              <a:t>59,90</a:t>
            </a:r>
            <a:r>
              <a:rPr b="0" i="0" lang="pt-BR" sz="2400" u="none" cap="none" strike="noStrike">
                <a:solidFill>
                  <a:srgbClr val="38761D"/>
                </a:solidFill>
                <a:latin typeface="Century Gothic"/>
                <a:ea typeface="Century Gothic"/>
                <a:cs typeface="Century Gothic"/>
                <a:sym typeface="Century Gothic"/>
              </a:rPr>
              <a:t>/mês</a:t>
            </a:r>
            <a:endParaRPr/>
          </a:p>
        </p:txBody>
      </p:sp>
      <p:sp>
        <p:nvSpPr>
          <p:cNvPr id="1305" name="Google Shape;1305;p221"/>
          <p:cNvSpPr txBox="1"/>
          <p:nvPr>
            <p:ph idx="1" type="body"/>
          </p:nvPr>
        </p:nvSpPr>
        <p:spPr>
          <a:xfrm>
            <a:off x="513300" y="2305650"/>
            <a:ext cx="8041200" cy="12471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chemeClr val="dk1"/>
              </a:buClr>
              <a:buSzPts val="350"/>
              <a:buFont typeface="Arial"/>
              <a:buNone/>
            </a:pPr>
            <a:r>
              <a:rPr b="1" lang="pt-BR" sz="2100">
                <a:solidFill>
                  <a:srgbClr val="434343"/>
                </a:solidFill>
              </a:rPr>
              <a:t>Resultado Esperado</a:t>
            </a:r>
            <a:endParaRPr b="1" sz="2100">
              <a:solidFill>
                <a:srgbClr val="434343"/>
              </a:solidFill>
            </a:endParaRPr>
          </a:p>
          <a:p>
            <a:pPr indent="0" lvl="0" marL="0" marR="0" rtl="0" algn="ctr">
              <a:lnSpc>
                <a:spcPct val="115000"/>
              </a:lnSpc>
              <a:spcBef>
                <a:spcPts val="0"/>
              </a:spcBef>
              <a:spcAft>
                <a:spcPts val="0"/>
              </a:spcAft>
              <a:buClr>
                <a:schemeClr val="dk1"/>
              </a:buClr>
              <a:buSzPts val="350"/>
              <a:buFont typeface="Arial"/>
              <a:buNone/>
            </a:pPr>
            <a:r>
              <a:t/>
            </a:r>
            <a:endParaRPr b="1" sz="2100">
              <a:solidFill>
                <a:srgbClr val="434343"/>
              </a:solidFill>
            </a:endParaRPr>
          </a:p>
          <a:p>
            <a:pPr indent="0" lvl="0" marL="0" marR="0" rtl="0" algn="l">
              <a:lnSpc>
                <a:spcPct val="115000"/>
              </a:lnSpc>
              <a:spcBef>
                <a:spcPts val="0"/>
              </a:spcBef>
              <a:spcAft>
                <a:spcPts val="0"/>
              </a:spcAft>
              <a:buClr>
                <a:schemeClr val="dk1"/>
              </a:buClr>
              <a:buSzPts val="900"/>
              <a:buFont typeface="Arial"/>
              <a:buNone/>
            </a:pPr>
            <a:r>
              <a:rPr b="1" lang="pt-BR" sz="1300">
                <a:solidFill>
                  <a:srgbClr val="38761D"/>
                </a:solidFill>
                <a:latin typeface="Century Gothic"/>
                <a:ea typeface="Century Gothic"/>
                <a:cs typeface="Century Gothic"/>
                <a:sym typeface="Century Gothic"/>
              </a:rPr>
              <a:t>Melhora de 30% na qualidade do atendimento e redução de 10% do custo operacional + aproveitamento de 15% de engajamento da equipe e redução de 10% na osciosidade</a:t>
            </a:r>
            <a:endParaRPr b="1" sz="13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4">
                                            <p:txEl>
                                              <p:pRg end="0" st="0"/>
                                            </p:txEl>
                                          </p:spTgt>
                                        </p:tgtEl>
                                        <p:attrNameLst>
                                          <p:attrName>style.visibility</p:attrName>
                                        </p:attrNameLst>
                                      </p:cBhvr>
                                      <p:to>
                                        <p:strVal val="visible"/>
                                      </p:to>
                                    </p:set>
                                    <p:animEffect filter="fade" transition="in">
                                      <p:cBhvr>
                                        <p:cTn dur="500"/>
                                        <p:tgtEl>
                                          <p:spTgt spid="130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4">
                                            <p:txEl>
                                              <p:pRg end="1" st="1"/>
                                            </p:txEl>
                                          </p:spTgt>
                                        </p:tgtEl>
                                        <p:attrNameLst>
                                          <p:attrName>style.visibility</p:attrName>
                                        </p:attrNameLst>
                                      </p:cBhvr>
                                      <p:to>
                                        <p:strVal val="visible"/>
                                      </p:to>
                                    </p:set>
                                    <p:animEffect filter="fade" transition="in">
                                      <p:cBhvr>
                                        <p:cTn dur="500"/>
                                        <p:tgtEl>
                                          <p:spTgt spid="130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05">
                                            <p:txEl>
                                              <p:pRg end="0" st="0"/>
                                            </p:txEl>
                                          </p:spTgt>
                                        </p:tgtEl>
                                        <p:attrNameLst>
                                          <p:attrName>style.visibility</p:attrName>
                                        </p:attrNameLst>
                                      </p:cBhvr>
                                      <p:to>
                                        <p:strVal val="visible"/>
                                      </p:to>
                                    </p:set>
                                    <p:anim calcmode="lin" valueType="num">
                                      <p:cBhvr additive="base">
                                        <p:cTn dur="500"/>
                                        <p:tgtEl>
                                          <p:spTgt spid="130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05">
                                            <p:txEl>
                                              <p:pRg end="1" st="1"/>
                                            </p:txEl>
                                          </p:spTgt>
                                        </p:tgtEl>
                                        <p:attrNameLst>
                                          <p:attrName>style.visibility</p:attrName>
                                        </p:attrNameLst>
                                      </p:cBhvr>
                                      <p:to>
                                        <p:strVal val="visible"/>
                                      </p:to>
                                    </p:set>
                                    <p:anim calcmode="lin" valueType="num">
                                      <p:cBhvr additive="base">
                                        <p:cTn dur="500"/>
                                        <p:tgtEl>
                                          <p:spTgt spid="130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05">
                                            <p:txEl>
                                              <p:pRg end="2" st="2"/>
                                            </p:txEl>
                                          </p:spTgt>
                                        </p:tgtEl>
                                        <p:attrNameLst>
                                          <p:attrName>style.visibility</p:attrName>
                                        </p:attrNameLst>
                                      </p:cBhvr>
                                      <p:to>
                                        <p:strVal val="visible"/>
                                      </p:to>
                                    </p:set>
                                    <p:anim calcmode="lin" valueType="num">
                                      <p:cBhvr additive="base">
                                        <p:cTn dur="500"/>
                                        <p:tgtEl>
                                          <p:spTgt spid="130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9" name="Shape 1309"/>
        <p:cNvGrpSpPr/>
        <p:nvPr/>
      </p:nvGrpSpPr>
      <p:grpSpPr>
        <a:xfrm>
          <a:off x="0" y="0"/>
          <a:ext cx="0" cy="0"/>
          <a:chOff x="0" y="0"/>
          <a:chExt cx="0" cy="0"/>
        </a:xfrm>
      </p:grpSpPr>
      <p:sp>
        <p:nvSpPr>
          <p:cNvPr id="1310" name="Google Shape;1310;p222"/>
          <p:cNvSpPr txBox="1"/>
          <p:nvPr/>
        </p:nvSpPr>
        <p:spPr>
          <a:xfrm>
            <a:off x="219219" y="295769"/>
            <a:ext cx="6059700" cy="83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3750"/>
              <a:buFont typeface="Century Gothic"/>
              <a:buNone/>
            </a:pPr>
            <a:r>
              <a:rPr b="1" i="0" lang="pt-BR" sz="3750" u="none" cap="none" strike="noStrike">
                <a:solidFill>
                  <a:schemeClr val="lt1"/>
                </a:solidFill>
                <a:latin typeface="Century Gothic"/>
                <a:ea typeface="Century Gothic"/>
                <a:cs typeface="Century Gothic"/>
                <a:sym typeface="Century Gothic"/>
              </a:rPr>
              <a:t>Índice </a:t>
            </a:r>
            <a:endParaRPr/>
          </a:p>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000000"/>
              </a:solidFill>
              <a:latin typeface="Arial"/>
              <a:ea typeface="Arial"/>
              <a:cs typeface="Arial"/>
              <a:sym typeface="Arial"/>
            </a:endParaRPr>
          </a:p>
        </p:txBody>
      </p:sp>
      <p:sp>
        <p:nvSpPr>
          <p:cNvPr id="1311" name="Google Shape;1311;p222"/>
          <p:cNvSpPr/>
          <p:nvPr/>
        </p:nvSpPr>
        <p:spPr>
          <a:xfrm>
            <a:off x="344530" y="678877"/>
            <a:ext cx="8441100" cy="40500"/>
          </a:xfrm>
          <a:prstGeom prst="rect">
            <a:avLst/>
          </a:prstGeom>
          <a:solidFill>
            <a:srgbClr val="2E75B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1312" name="Google Shape;1312;p222"/>
          <p:cNvSpPr txBox="1"/>
          <p:nvPr/>
        </p:nvSpPr>
        <p:spPr>
          <a:xfrm>
            <a:off x="363918" y="227684"/>
            <a:ext cx="4377000" cy="48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E75B6"/>
              </a:buClr>
              <a:buSzPts val="2550"/>
              <a:buFont typeface="Century Gothic"/>
              <a:buNone/>
            </a:pPr>
            <a:r>
              <a:rPr b="1" i="0" lang="pt-BR" sz="2550" u="none" cap="none" strike="noStrike">
                <a:solidFill>
                  <a:srgbClr val="2E75B6"/>
                </a:solidFill>
                <a:latin typeface="Century Gothic"/>
                <a:ea typeface="Century Gothic"/>
                <a:cs typeface="Century Gothic"/>
                <a:sym typeface="Century Gothic"/>
              </a:rPr>
              <a:t>Recursos</a:t>
            </a:r>
            <a:endParaRPr/>
          </a:p>
        </p:txBody>
      </p:sp>
      <p:sp>
        <p:nvSpPr>
          <p:cNvPr id="1313" name="Google Shape;1313;p222"/>
          <p:cNvSpPr txBox="1"/>
          <p:nvPr/>
        </p:nvSpPr>
        <p:spPr>
          <a:xfrm>
            <a:off x="3700224" y="2587482"/>
            <a:ext cx="2054100" cy="1054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70C0"/>
              </a:buClr>
              <a:buSzPts val="1050"/>
              <a:buFont typeface="Century Gothic"/>
              <a:buNone/>
            </a:pPr>
            <a:r>
              <a:rPr b="1" i="0" lang="pt-BR" sz="1050" u="none" cap="none" strike="noStrike">
                <a:solidFill>
                  <a:srgbClr val="0070C0"/>
                </a:solidFill>
                <a:latin typeface="Century Gothic"/>
                <a:ea typeface="Century Gothic"/>
                <a:cs typeface="Century Gothic"/>
                <a:sym typeface="Century Gothic"/>
              </a:rPr>
              <a:t>Assistente de Projeto</a:t>
            </a:r>
            <a:endParaRPr/>
          </a:p>
          <a:p>
            <a:pPr indent="0" lvl="0" marL="0" marR="0" rtl="0" algn="ctr">
              <a:lnSpc>
                <a:spcPct val="100000"/>
              </a:lnSpc>
              <a:spcBef>
                <a:spcPts val="0"/>
              </a:spcBef>
              <a:spcAft>
                <a:spcPts val="0"/>
              </a:spcAft>
              <a:buClr>
                <a:srgbClr val="000000"/>
              </a:buClr>
              <a:buSzPts val="1050"/>
              <a:buFont typeface="Arial"/>
              <a:buNone/>
            </a:pPr>
            <a:r>
              <a:t/>
            </a:r>
            <a:endParaRPr b="1" i="0" sz="1050" u="none" cap="none" strike="noStrike">
              <a:solidFill>
                <a:srgbClr val="0070C0"/>
              </a:solidFill>
              <a:latin typeface="Century Gothic"/>
              <a:ea typeface="Century Gothic"/>
              <a:cs typeface="Century Gothic"/>
              <a:sym typeface="Century Gothic"/>
            </a:endParaRPr>
          </a:p>
          <a:p>
            <a:pPr indent="0" lvl="0" marL="0" marR="0" rtl="0" algn="ctr">
              <a:lnSpc>
                <a:spcPct val="100000"/>
              </a:lnSpc>
              <a:spcBef>
                <a:spcPts val="0"/>
              </a:spcBef>
              <a:spcAft>
                <a:spcPts val="0"/>
              </a:spcAft>
              <a:buClr>
                <a:srgbClr val="0070C0"/>
              </a:buClr>
              <a:buSzPts val="1050"/>
              <a:buFont typeface="Century Gothic"/>
              <a:buNone/>
            </a:pPr>
            <a:r>
              <a:rPr b="1" i="0" lang="pt-BR" sz="1050" u="none" cap="none" strike="noStrike">
                <a:solidFill>
                  <a:srgbClr val="0070C0"/>
                </a:solidFill>
                <a:latin typeface="Century Gothic"/>
                <a:ea typeface="Century Gothic"/>
                <a:cs typeface="Century Gothic"/>
                <a:sym typeface="Century Gothic"/>
              </a:rPr>
              <a:t> </a:t>
            </a:r>
            <a:endParaRPr/>
          </a:p>
          <a:p>
            <a:pPr indent="0" lvl="0" marL="0" marR="0" rtl="0" algn="ctr">
              <a:lnSpc>
                <a:spcPct val="100000"/>
              </a:lnSpc>
              <a:spcBef>
                <a:spcPts val="0"/>
              </a:spcBef>
              <a:spcAft>
                <a:spcPts val="0"/>
              </a:spcAft>
              <a:buClr>
                <a:srgbClr val="0070C0"/>
              </a:buClr>
              <a:buSzPts val="1000"/>
              <a:buFont typeface="Century Gothic"/>
              <a:buNone/>
            </a:pPr>
            <a:r>
              <a:rPr b="0" i="0" lang="pt-BR" sz="1000" u="none" cap="none" strike="noStrike">
                <a:solidFill>
                  <a:srgbClr val="0070C0"/>
                </a:solidFill>
                <a:latin typeface="Century Gothic"/>
                <a:ea typeface="Century Gothic"/>
                <a:cs typeface="Century Gothic"/>
                <a:sym typeface="Century Gothic"/>
              </a:rPr>
              <a:t>Auxilia na execução do projeto</a:t>
            </a:r>
            <a:r>
              <a:rPr b="0" i="0" lang="pt-BR" sz="1050" u="none" cap="none" strike="noStrike">
                <a:solidFill>
                  <a:srgbClr val="0070C0"/>
                </a:solidFill>
                <a:latin typeface="Century Gothic"/>
                <a:ea typeface="Century Gothic"/>
                <a:cs typeface="Century Gothic"/>
                <a:sym typeface="Century Gothic"/>
              </a:rPr>
              <a:t>.</a:t>
            </a:r>
            <a:endParaRPr/>
          </a:p>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0070C0"/>
              </a:solidFill>
              <a:latin typeface="Century Gothic"/>
              <a:ea typeface="Century Gothic"/>
              <a:cs typeface="Century Gothic"/>
              <a:sym typeface="Century Gothic"/>
            </a:endParaRPr>
          </a:p>
        </p:txBody>
      </p:sp>
      <p:sp>
        <p:nvSpPr>
          <p:cNvPr id="1314" name="Google Shape;1314;p222"/>
          <p:cNvSpPr txBox="1"/>
          <p:nvPr/>
        </p:nvSpPr>
        <p:spPr>
          <a:xfrm>
            <a:off x="1212520" y="2617943"/>
            <a:ext cx="2399100" cy="1300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70C0"/>
              </a:buClr>
              <a:buSzPts val="1050"/>
              <a:buFont typeface="Century Gothic"/>
              <a:buNone/>
            </a:pPr>
            <a:r>
              <a:rPr b="1" lang="pt-BR" sz="1050">
                <a:solidFill>
                  <a:srgbClr val="0070C0"/>
                </a:solidFill>
                <a:latin typeface="Century Gothic"/>
                <a:ea typeface="Century Gothic"/>
                <a:cs typeface="Century Gothic"/>
                <a:sym typeface="Century Gothic"/>
              </a:rPr>
              <a:t>Time de Diretoria Técnica</a:t>
            </a:r>
            <a:endParaRPr/>
          </a:p>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0070C0"/>
              </a:solidFill>
              <a:latin typeface="Century Gothic"/>
              <a:ea typeface="Century Gothic"/>
              <a:cs typeface="Century Gothic"/>
              <a:sym typeface="Century Gothic"/>
            </a:endParaRPr>
          </a:p>
          <a:p>
            <a:pPr indent="0" lvl="0" marL="0" marR="0" rtl="0" algn="ctr">
              <a:lnSpc>
                <a:spcPct val="100000"/>
              </a:lnSpc>
              <a:spcBef>
                <a:spcPts val="0"/>
              </a:spcBef>
              <a:spcAft>
                <a:spcPts val="0"/>
              </a:spcAft>
              <a:buClr>
                <a:srgbClr val="0070C0"/>
              </a:buClr>
              <a:buSzPts val="1000"/>
              <a:buFont typeface="Century Gothic"/>
              <a:buNone/>
            </a:pPr>
            <a:r>
              <a:rPr b="0" i="0" lang="pt-BR" sz="1000" u="none" cap="none" strike="noStrike">
                <a:solidFill>
                  <a:srgbClr val="0070C0"/>
                </a:solidFill>
                <a:latin typeface="Century Gothic"/>
                <a:ea typeface="Century Gothic"/>
                <a:cs typeface="Century Gothic"/>
                <a:sym typeface="Century Gothic"/>
              </a:rPr>
              <a:t>É o responsável pela execução do projeto, também o contato principal entre a </a:t>
            </a:r>
            <a:r>
              <a:rPr b="1" i="0" lang="pt-BR" sz="1000" u="none" cap="none" strike="noStrike">
                <a:solidFill>
                  <a:srgbClr val="0070C0"/>
                </a:solidFill>
                <a:latin typeface="Century Gothic"/>
                <a:ea typeface="Century Gothic"/>
                <a:cs typeface="Century Gothic"/>
                <a:sym typeface="Century Gothic"/>
              </a:rPr>
              <a:t>SUA </a:t>
            </a:r>
            <a:r>
              <a:rPr b="1" lang="pt-BR" sz="1000">
                <a:solidFill>
                  <a:srgbClr val="0070C0"/>
                </a:solidFill>
                <a:latin typeface="Century Gothic"/>
                <a:ea typeface="Century Gothic"/>
                <a:cs typeface="Century Gothic"/>
                <a:sym typeface="Century Gothic"/>
              </a:rPr>
              <a:t>EMPRESA </a:t>
            </a:r>
            <a:r>
              <a:rPr b="1" i="0" lang="pt-BR" sz="1000" u="none" cap="none" strike="noStrike">
                <a:solidFill>
                  <a:srgbClr val="0070C0"/>
                </a:solidFill>
                <a:latin typeface="Century Gothic"/>
                <a:ea typeface="Century Gothic"/>
                <a:cs typeface="Century Gothic"/>
                <a:sym typeface="Century Gothic"/>
              </a:rPr>
              <a:t>e </a:t>
            </a:r>
            <a:r>
              <a:rPr b="0" i="0" lang="pt-BR" sz="1000" u="none" cap="none" strike="noStrike">
                <a:solidFill>
                  <a:srgbClr val="0070C0"/>
                </a:solidFill>
                <a:latin typeface="Century Gothic"/>
                <a:ea typeface="Century Gothic"/>
                <a:cs typeface="Century Gothic"/>
                <a:sym typeface="Century Gothic"/>
              </a:rPr>
              <a:t>a companhia.</a:t>
            </a:r>
            <a:endParaRPr/>
          </a:p>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0070C0"/>
              </a:solidFill>
              <a:latin typeface="Century Gothic"/>
              <a:ea typeface="Century Gothic"/>
              <a:cs typeface="Century Gothic"/>
              <a:sym typeface="Century Gothic"/>
            </a:endParaRPr>
          </a:p>
        </p:txBody>
      </p:sp>
      <p:sp>
        <p:nvSpPr>
          <p:cNvPr id="1315" name="Google Shape;1315;p222"/>
          <p:cNvSpPr txBox="1"/>
          <p:nvPr/>
        </p:nvSpPr>
        <p:spPr>
          <a:xfrm>
            <a:off x="5795118" y="2617942"/>
            <a:ext cx="2172900" cy="1192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70C0"/>
              </a:buClr>
              <a:buSzPts val="1050"/>
              <a:buFont typeface="Century Gothic"/>
              <a:buNone/>
            </a:pPr>
            <a:r>
              <a:rPr b="1" i="0" lang="pt-BR" sz="1050" u="none" cap="none" strike="noStrike">
                <a:solidFill>
                  <a:srgbClr val="0070C0"/>
                </a:solidFill>
                <a:latin typeface="Century Gothic"/>
                <a:ea typeface="Century Gothic"/>
                <a:cs typeface="Century Gothic"/>
                <a:sym typeface="Century Gothic"/>
              </a:rPr>
              <a:t>Analistas de Inteligência</a:t>
            </a:r>
            <a:endParaRPr/>
          </a:p>
          <a:p>
            <a:pPr indent="0" lvl="0" marL="0" marR="0" rtl="0" algn="ctr">
              <a:lnSpc>
                <a:spcPct val="100000"/>
              </a:lnSpc>
              <a:spcBef>
                <a:spcPts val="0"/>
              </a:spcBef>
              <a:spcAft>
                <a:spcPts val="0"/>
              </a:spcAft>
              <a:buClr>
                <a:srgbClr val="000000"/>
              </a:buClr>
              <a:buSzPts val="1050"/>
              <a:buFont typeface="Arial"/>
              <a:buNone/>
            </a:pPr>
            <a:r>
              <a:t/>
            </a:r>
            <a:endParaRPr b="1" i="0" sz="1050" u="none" cap="none" strike="noStrike">
              <a:solidFill>
                <a:srgbClr val="0070C0"/>
              </a:solidFill>
              <a:latin typeface="Century Gothic"/>
              <a:ea typeface="Century Gothic"/>
              <a:cs typeface="Century Gothic"/>
              <a:sym typeface="Century Gothic"/>
            </a:endParaRPr>
          </a:p>
          <a:p>
            <a:pPr indent="0" lvl="0" marL="0" marR="0" rtl="0" algn="ctr">
              <a:lnSpc>
                <a:spcPct val="100000"/>
              </a:lnSpc>
              <a:spcBef>
                <a:spcPts val="0"/>
              </a:spcBef>
              <a:spcAft>
                <a:spcPts val="0"/>
              </a:spcAft>
              <a:buClr>
                <a:srgbClr val="0070C0"/>
              </a:buClr>
              <a:buSzPts val="1050"/>
              <a:buFont typeface="Century Gothic"/>
              <a:buNone/>
            </a:pPr>
            <a:r>
              <a:rPr b="1" i="0" lang="pt-BR" sz="1050" u="none" cap="none" strike="noStrike">
                <a:solidFill>
                  <a:srgbClr val="0070C0"/>
                </a:solidFill>
                <a:latin typeface="Century Gothic"/>
                <a:ea typeface="Century Gothic"/>
                <a:cs typeface="Century Gothic"/>
                <a:sym typeface="Century Gothic"/>
              </a:rPr>
              <a:t> </a:t>
            </a:r>
            <a:endParaRPr b="0" i="0" sz="1000" u="none" cap="none" strike="noStrike">
              <a:solidFill>
                <a:srgbClr val="0070C0"/>
              </a:solidFill>
              <a:latin typeface="Century Gothic"/>
              <a:ea typeface="Century Gothic"/>
              <a:cs typeface="Century Gothic"/>
              <a:sym typeface="Century Gothic"/>
            </a:endParaRPr>
          </a:p>
          <a:p>
            <a:pPr indent="0" lvl="0" marL="0" marR="0" rtl="0" algn="ctr">
              <a:lnSpc>
                <a:spcPct val="100000"/>
              </a:lnSpc>
              <a:spcBef>
                <a:spcPts val="0"/>
              </a:spcBef>
              <a:spcAft>
                <a:spcPts val="0"/>
              </a:spcAft>
              <a:buClr>
                <a:srgbClr val="0070C0"/>
              </a:buClr>
              <a:buSzPts val="1000"/>
              <a:buFont typeface="Century Gothic"/>
              <a:buNone/>
            </a:pPr>
            <a:r>
              <a:rPr b="0" i="0" lang="pt-BR" sz="1000" u="none" cap="none" strike="noStrike">
                <a:solidFill>
                  <a:srgbClr val="0070C0"/>
                </a:solidFill>
                <a:latin typeface="Century Gothic"/>
                <a:ea typeface="Century Gothic"/>
                <a:cs typeface="Century Gothic"/>
                <a:sym typeface="Century Gothic"/>
              </a:rPr>
              <a:t>São responsáveis pelo monitoramento e pela análise no dia a dia do projeto.</a:t>
            </a:r>
            <a:endParaRPr/>
          </a:p>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0070C0"/>
              </a:solidFill>
              <a:latin typeface="Century Gothic"/>
              <a:ea typeface="Century Gothic"/>
              <a:cs typeface="Century Gothic"/>
              <a:sym typeface="Century Gothic"/>
            </a:endParaRPr>
          </a:p>
        </p:txBody>
      </p:sp>
      <p:pic>
        <p:nvPicPr>
          <p:cNvPr descr="https://lh4.googleusercontent.com/-YzNfL1_rRf0/VCEVeVDhHdI/AAAAAAAAByI/NrgIUTJEHh0/w1200-h1200/Icone-Amigo_Homem.png" id="1316" name="Google Shape;1316;p222"/>
          <p:cNvPicPr preferRelativeResize="0"/>
          <p:nvPr/>
        </p:nvPicPr>
        <p:blipFill rotWithShape="1">
          <a:blip r:embed="rId3">
            <a:alphaModFix/>
          </a:blip>
          <a:srcRect b="0" l="0" r="0" t="0"/>
          <a:stretch/>
        </p:blipFill>
        <p:spPr>
          <a:xfrm>
            <a:off x="1805452" y="1404743"/>
            <a:ext cx="1213200" cy="1213200"/>
          </a:xfrm>
          <a:prstGeom prst="rect">
            <a:avLst/>
          </a:prstGeom>
          <a:noFill/>
          <a:ln>
            <a:noFill/>
          </a:ln>
        </p:spPr>
      </p:pic>
      <p:pic>
        <p:nvPicPr>
          <p:cNvPr id="1317" name="Google Shape;1317;p222"/>
          <p:cNvPicPr preferRelativeResize="0"/>
          <p:nvPr/>
        </p:nvPicPr>
        <p:blipFill rotWithShape="1">
          <a:blip r:embed="rId4">
            <a:alphaModFix/>
          </a:blip>
          <a:srcRect b="0" l="0" r="0" t="0"/>
          <a:stretch/>
        </p:blipFill>
        <p:spPr>
          <a:xfrm>
            <a:off x="6274981" y="1404743"/>
            <a:ext cx="1213200" cy="1213200"/>
          </a:xfrm>
          <a:prstGeom prst="rect">
            <a:avLst/>
          </a:prstGeom>
          <a:noFill/>
          <a:ln>
            <a:noFill/>
          </a:ln>
        </p:spPr>
      </p:pic>
      <p:pic>
        <p:nvPicPr>
          <p:cNvPr id="1318" name="Google Shape;1318;p222"/>
          <p:cNvPicPr preferRelativeResize="0"/>
          <p:nvPr/>
        </p:nvPicPr>
        <p:blipFill rotWithShape="1">
          <a:blip r:embed="rId5">
            <a:alphaModFix/>
          </a:blip>
          <a:srcRect b="0" l="0" r="0" t="0"/>
          <a:stretch/>
        </p:blipFill>
        <p:spPr>
          <a:xfrm>
            <a:off x="4146052" y="1374281"/>
            <a:ext cx="1213200" cy="1213200"/>
          </a:xfrm>
          <a:prstGeom prst="rect">
            <a:avLst/>
          </a:prstGeom>
          <a:noFill/>
          <a:ln>
            <a:noFill/>
          </a:ln>
        </p:spPr>
      </p:pic>
      <p:sp>
        <p:nvSpPr>
          <p:cNvPr id="1319" name="Google Shape;1319;p222"/>
          <p:cNvSpPr txBox="1"/>
          <p:nvPr/>
        </p:nvSpPr>
        <p:spPr>
          <a:xfrm>
            <a:off x="109493" y="935163"/>
            <a:ext cx="8085000" cy="253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1050"/>
              <a:buFont typeface="Century Gothic"/>
              <a:buNone/>
            </a:pPr>
            <a:r>
              <a:rPr b="0" i="0" lang="pt-BR" sz="1050" u="none" cap="none" strike="noStrike">
                <a:solidFill>
                  <a:srgbClr val="0070C0"/>
                </a:solidFill>
                <a:latin typeface="Century Gothic"/>
                <a:ea typeface="Century Gothic"/>
                <a:cs typeface="Century Gothic"/>
                <a:sym typeface="Century Gothic"/>
              </a:rPr>
              <a:t>A estrutura de atendimento atual do projeto está da seguinte forma:</a:t>
            </a:r>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23" name="Shape 1323"/>
        <p:cNvGrpSpPr/>
        <p:nvPr/>
      </p:nvGrpSpPr>
      <p:grpSpPr>
        <a:xfrm>
          <a:off x="0" y="0"/>
          <a:ext cx="0" cy="0"/>
          <a:chOff x="0" y="0"/>
          <a:chExt cx="0" cy="0"/>
        </a:xfrm>
      </p:grpSpPr>
      <p:sp>
        <p:nvSpPr>
          <p:cNvPr id="1324" name="Google Shape;1324;p223"/>
          <p:cNvSpPr txBox="1"/>
          <p:nvPr>
            <p:ph type="title"/>
          </p:nvPr>
        </p:nvSpPr>
        <p:spPr>
          <a:xfrm>
            <a:off x="2561875" y="2138450"/>
            <a:ext cx="3860700" cy="8418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b="1" lang="pt-BR">
                <a:solidFill>
                  <a:schemeClr val="lt1"/>
                </a:solidFill>
                <a:latin typeface="Montserrat"/>
                <a:ea typeface="Montserrat"/>
                <a:cs typeface="Montserrat"/>
                <a:sym typeface="Montserrat"/>
              </a:rPr>
              <a:t>12. Entrega de valor</a:t>
            </a:r>
            <a:endParaRPr b="1">
              <a:solidFill>
                <a:schemeClr val="lt1"/>
              </a:solidFill>
              <a:latin typeface="Montserrat"/>
              <a:ea typeface="Montserrat"/>
              <a:cs typeface="Montserrat"/>
              <a:sym typeface="Montserrat"/>
            </a:endParaRPr>
          </a:p>
        </p:txBody>
      </p:sp>
      <p:pic>
        <p:nvPicPr>
          <p:cNvPr id="1325" name="Google Shape;1325;p223"/>
          <p:cNvPicPr preferRelativeResize="0"/>
          <p:nvPr/>
        </p:nvPicPr>
        <p:blipFill>
          <a:blip r:embed="rId4">
            <a:alphaModFix/>
          </a:blip>
          <a:stretch>
            <a:fillRect/>
          </a:stretch>
        </p:blipFill>
        <p:spPr>
          <a:xfrm>
            <a:off x="6579927" y="1380050"/>
            <a:ext cx="1839600" cy="237025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9" name="Shape 1329"/>
        <p:cNvGrpSpPr/>
        <p:nvPr/>
      </p:nvGrpSpPr>
      <p:grpSpPr>
        <a:xfrm>
          <a:off x="0" y="0"/>
          <a:ext cx="0" cy="0"/>
          <a:chOff x="0" y="0"/>
          <a:chExt cx="0" cy="0"/>
        </a:xfrm>
      </p:grpSpPr>
      <p:sp>
        <p:nvSpPr>
          <p:cNvPr id="1330" name="Google Shape;1330;p2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lang="pt-BR" sz="3000">
                <a:solidFill>
                  <a:srgbClr val="00B050"/>
                </a:solidFill>
                <a:latin typeface="Montserrat"/>
                <a:ea typeface="Montserrat"/>
                <a:cs typeface="Montserrat"/>
                <a:sym typeface="Montserrat"/>
              </a:rPr>
              <a:t>1. Nunca saia de uma reunião sem uma data de follow-up</a:t>
            </a:r>
            <a:endParaRPr>
              <a:solidFill>
                <a:srgbClr val="00B050"/>
              </a:solidFill>
              <a:latin typeface="Montserrat"/>
              <a:ea typeface="Montserrat"/>
              <a:cs typeface="Montserrat"/>
              <a:sym typeface="Montserrat"/>
            </a:endParaRPr>
          </a:p>
          <a:p>
            <a:pPr indent="0" lvl="0" marL="0" rtl="0" algn="l">
              <a:spcBef>
                <a:spcPts val="0"/>
              </a:spcBef>
              <a:spcAft>
                <a:spcPts val="0"/>
              </a:spcAft>
              <a:buNone/>
            </a:pPr>
            <a:r>
              <a:t/>
            </a:r>
            <a:endParaRPr/>
          </a:p>
        </p:txBody>
      </p:sp>
      <p:sp>
        <p:nvSpPr>
          <p:cNvPr id="1331" name="Google Shape;1331;p224"/>
          <p:cNvSpPr txBox="1"/>
          <p:nvPr>
            <p:ph idx="1" type="body"/>
          </p:nvPr>
        </p:nvSpPr>
        <p:spPr>
          <a:xfrm>
            <a:off x="311700" y="1730200"/>
            <a:ext cx="8520600" cy="283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Perguntas:</a:t>
            </a:r>
            <a:endParaRPr/>
          </a:p>
          <a:p>
            <a:pPr indent="-342900" lvl="0" marL="457200" rtl="0" algn="l">
              <a:spcBef>
                <a:spcPts val="1600"/>
              </a:spcBef>
              <a:spcAft>
                <a:spcPts val="0"/>
              </a:spcAft>
              <a:buSzPts val="1800"/>
              <a:buChar char="●"/>
            </a:pPr>
            <a:r>
              <a:rPr lang="pt-BR"/>
              <a:t>Não quero te atrapalhar entrando em contato de forma desnecessária, por isso gostaria de agendar com você uma data para ter sua resposta sobre. Posso te ligar na </a:t>
            </a:r>
            <a:r>
              <a:rPr b="1" lang="pt-BR"/>
              <a:t>sexta-feira</a:t>
            </a:r>
            <a:r>
              <a:rPr lang="pt-BR"/>
              <a:t>?</a:t>
            </a:r>
            <a:endParaRPr/>
          </a:p>
          <a:p>
            <a:pPr indent="-342900" lvl="0" marL="457200" rtl="0" algn="l">
              <a:spcBef>
                <a:spcPts val="0"/>
              </a:spcBef>
              <a:spcAft>
                <a:spcPts val="0"/>
              </a:spcAft>
              <a:buSzPts val="1800"/>
              <a:buChar char="●"/>
            </a:pPr>
            <a:r>
              <a:rPr lang="pt-BR"/>
              <a:t>Há outras pessoas que você tem que consultar para tomar a decisão? Quem?</a:t>
            </a:r>
            <a:endParaRPr/>
          </a:p>
          <a:p>
            <a:pPr indent="0" lvl="0" marL="457200" rtl="0" algn="l">
              <a:spcBef>
                <a:spcPts val="1600"/>
              </a:spcBef>
              <a:spcAft>
                <a:spcPts val="1600"/>
              </a:spcAft>
              <a:buNone/>
            </a:pPr>
            <a:r>
              <a:rPr lang="pt-BR"/>
              <a:t>   </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5" name="Shape 1335"/>
        <p:cNvGrpSpPr/>
        <p:nvPr/>
      </p:nvGrpSpPr>
      <p:grpSpPr>
        <a:xfrm>
          <a:off x="0" y="0"/>
          <a:ext cx="0" cy="0"/>
          <a:chOff x="0" y="0"/>
          <a:chExt cx="0" cy="0"/>
        </a:xfrm>
      </p:grpSpPr>
      <p:sp>
        <p:nvSpPr>
          <p:cNvPr id="1336" name="Google Shape;1336;p2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lang="pt-BR" sz="3000">
                <a:solidFill>
                  <a:srgbClr val="00B050"/>
                </a:solidFill>
                <a:latin typeface="Montserrat"/>
                <a:ea typeface="Montserrat"/>
                <a:cs typeface="Montserrat"/>
                <a:sym typeface="Montserrat"/>
              </a:rPr>
              <a:t>2. Relembre-o que ele está comprando é a cura/dor - Curador!</a:t>
            </a:r>
            <a:endParaRPr>
              <a:solidFill>
                <a:srgbClr val="00B050"/>
              </a:solidFill>
              <a:latin typeface="Montserrat"/>
              <a:ea typeface="Montserrat"/>
              <a:cs typeface="Montserrat"/>
              <a:sym typeface="Montserrat"/>
            </a:endParaRPr>
          </a:p>
          <a:p>
            <a:pPr indent="0" lvl="0" marL="0" rtl="0" algn="l">
              <a:spcBef>
                <a:spcPts val="0"/>
              </a:spcBef>
              <a:spcAft>
                <a:spcPts val="0"/>
              </a:spcAft>
              <a:buNone/>
            </a:pPr>
            <a:r>
              <a:t/>
            </a:r>
            <a:endParaRPr/>
          </a:p>
        </p:txBody>
      </p:sp>
      <p:sp>
        <p:nvSpPr>
          <p:cNvPr id="1337" name="Google Shape;1337;p225"/>
          <p:cNvSpPr txBox="1"/>
          <p:nvPr>
            <p:ph idx="1" type="body"/>
          </p:nvPr>
        </p:nvSpPr>
        <p:spPr>
          <a:xfrm>
            <a:off x="311700" y="1730200"/>
            <a:ext cx="8520600" cy="2838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pt-BR"/>
              <a:t>O cliente compra:</a:t>
            </a:r>
            <a:endParaRPr b="1"/>
          </a:p>
          <a:p>
            <a:pPr indent="-342900" lvl="0" marL="457200" rtl="0" algn="l">
              <a:lnSpc>
                <a:spcPct val="150000"/>
              </a:lnSpc>
              <a:spcBef>
                <a:spcPts val="1600"/>
              </a:spcBef>
              <a:spcAft>
                <a:spcPts val="0"/>
              </a:spcAft>
              <a:buSzPts val="1800"/>
              <a:buChar char="●"/>
            </a:pPr>
            <a:r>
              <a:rPr b="1" lang="pt-BR"/>
              <a:t>Aumento de receita</a:t>
            </a:r>
            <a:endParaRPr b="1"/>
          </a:p>
          <a:p>
            <a:pPr indent="-342900" lvl="0" marL="457200" rtl="0" algn="l">
              <a:lnSpc>
                <a:spcPct val="150000"/>
              </a:lnSpc>
              <a:spcBef>
                <a:spcPts val="0"/>
              </a:spcBef>
              <a:spcAft>
                <a:spcPts val="0"/>
              </a:spcAft>
              <a:buSzPts val="1800"/>
              <a:buChar char="●"/>
            </a:pPr>
            <a:r>
              <a:rPr b="1" lang="pt-BR"/>
              <a:t>Redução de custo</a:t>
            </a:r>
            <a:endParaRPr b="1"/>
          </a:p>
          <a:p>
            <a:pPr indent="-342900" lvl="0" marL="457200" rtl="0" algn="l">
              <a:lnSpc>
                <a:spcPct val="150000"/>
              </a:lnSpc>
              <a:spcBef>
                <a:spcPts val="0"/>
              </a:spcBef>
              <a:spcAft>
                <a:spcPts val="0"/>
              </a:spcAft>
              <a:buSzPts val="1800"/>
              <a:buChar char="●"/>
            </a:pPr>
            <a:r>
              <a:rPr b="1" lang="pt-BR"/>
              <a:t>Experiência melhor </a:t>
            </a:r>
            <a:endParaRPr b="1"/>
          </a:p>
          <a:p>
            <a:pPr indent="-342900" lvl="0" marL="457200" rtl="0" algn="l">
              <a:lnSpc>
                <a:spcPct val="150000"/>
              </a:lnSpc>
              <a:spcBef>
                <a:spcPts val="0"/>
              </a:spcBef>
              <a:spcAft>
                <a:spcPts val="0"/>
              </a:spcAft>
              <a:buSzPts val="1800"/>
              <a:buChar char="●"/>
            </a:pPr>
            <a:r>
              <a:rPr b="1" lang="pt-BR"/>
              <a:t>Melhoria na sua equipe</a:t>
            </a:r>
            <a:endParaRPr b="1"/>
          </a:p>
          <a:p>
            <a:pPr indent="-342900" lvl="0" marL="457200" rtl="0" algn="l">
              <a:lnSpc>
                <a:spcPct val="150000"/>
              </a:lnSpc>
              <a:spcBef>
                <a:spcPts val="0"/>
              </a:spcBef>
              <a:spcAft>
                <a:spcPts val="0"/>
              </a:spcAft>
              <a:buSzPts val="1800"/>
              <a:buChar char="●"/>
            </a:pPr>
            <a:r>
              <a:rPr b="1" lang="pt-BR"/>
              <a:t>Mais mobilidade </a:t>
            </a:r>
            <a:endParaRPr b="1"/>
          </a:p>
          <a:p>
            <a:pPr indent="-342900" lvl="0" marL="457200" rtl="0" algn="l">
              <a:lnSpc>
                <a:spcPct val="150000"/>
              </a:lnSpc>
              <a:spcBef>
                <a:spcPts val="0"/>
              </a:spcBef>
              <a:spcAft>
                <a:spcPts val="0"/>
              </a:spcAft>
              <a:buSzPts val="1800"/>
              <a:buChar char="●"/>
            </a:pPr>
            <a:r>
              <a:rPr b="1" lang="pt-BR"/>
              <a:t>Menos trabalho</a:t>
            </a:r>
            <a:endParaRPr b="1"/>
          </a:p>
          <a:p>
            <a:pPr indent="0" lvl="0" marL="457200" rtl="0" algn="l">
              <a:spcBef>
                <a:spcPts val="1600"/>
              </a:spcBef>
              <a:spcAft>
                <a:spcPts val="1600"/>
              </a:spcAft>
              <a:buNone/>
            </a:pPr>
            <a:r>
              <a:rPr b="1" lang="pt-BR"/>
              <a:t>   </a:t>
            </a:r>
            <a:endParaRPr b="1"/>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1" name="Shape 1341"/>
        <p:cNvGrpSpPr/>
        <p:nvPr/>
      </p:nvGrpSpPr>
      <p:grpSpPr>
        <a:xfrm>
          <a:off x="0" y="0"/>
          <a:ext cx="0" cy="0"/>
          <a:chOff x="0" y="0"/>
          <a:chExt cx="0" cy="0"/>
        </a:xfrm>
      </p:grpSpPr>
      <p:sp>
        <p:nvSpPr>
          <p:cNvPr id="1342" name="Google Shape;1342;p2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lang="pt-BR" sz="3000">
                <a:solidFill>
                  <a:srgbClr val="00B050"/>
                </a:solidFill>
              </a:rPr>
              <a:t>3. Cronograma de andamento</a:t>
            </a:r>
            <a:endParaRPr>
              <a:solidFill>
                <a:srgbClr val="00B050"/>
              </a:solidFill>
            </a:endParaRPr>
          </a:p>
          <a:p>
            <a:pPr indent="0" lvl="0" marL="0" rtl="0" algn="l">
              <a:spcBef>
                <a:spcPts val="0"/>
              </a:spcBef>
              <a:spcAft>
                <a:spcPts val="0"/>
              </a:spcAft>
              <a:buNone/>
            </a:pPr>
            <a:r>
              <a:t/>
            </a:r>
            <a:endParaRPr/>
          </a:p>
        </p:txBody>
      </p:sp>
      <p:pic>
        <p:nvPicPr>
          <p:cNvPr id="1343" name="Google Shape;1343;p226"/>
          <p:cNvPicPr preferRelativeResize="0"/>
          <p:nvPr/>
        </p:nvPicPr>
        <p:blipFill>
          <a:blip r:embed="rId3">
            <a:alphaModFix/>
          </a:blip>
          <a:stretch>
            <a:fillRect/>
          </a:stretch>
        </p:blipFill>
        <p:spPr>
          <a:xfrm>
            <a:off x="472750" y="1170125"/>
            <a:ext cx="7524750" cy="3429000"/>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47" name="Shape 1347"/>
        <p:cNvGrpSpPr/>
        <p:nvPr/>
      </p:nvGrpSpPr>
      <p:grpSpPr>
        <a:xfrm>
          <a:off x="0" y="0"/>
          <a:ext cx="0" cy="0"/>
          <a:chOff x="0" y="0"/>
          <a:chExt cx="0" cy="0"/>
        </a:xfrm>
      </p:grpSpPr>
      <p:sp>
        <p:nvSpPr>
          <p:cNvPr id="1348" name="Google Shape;1348;p227"/>
          <p:cNvSpPr txBox="1"/>
          <p:nvPr>
            <p:ph type="title"/>
          </p:nvPr>
        </p:nvSpPr>
        <p:spPr>
          <a:xfrm>
            <a:off x="311700" y="1106125"/>
            <a:ext cx="8520600" cy="1963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sz="7200">
                <a:solidFill>
                  <a:schemeClr val="lt1"/>
                </a:solidFill>
              </a:rPr>
              <a:t>E para finalizar...</a:t>
            </a:r>
            <a:endParaRPr sz="7200">
              <a:solidFill>
                <a:schemeClr val="lt1"/>
              </a:solidFill>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52" name="Shape 1352"/>
        <p:cNvGrpSpPr/>
        <p:nvPr/>
      </p:nvGrpSpPr>
      <p:grpSpPr>
        <a:xfrm>
          <a:off x="0" y="0"/>
          <a:ext cx="0" cy="0"/>
          <a:chOff x="0" y="0"/>
          <a:chExt cx="0" cy="0"/>
        </a:xfrm>
      </p:grpSpPr>
      <p:pic>
        <p:nvPicPr>
          <p:cNvPr descr="A vida não foi feita só para trabalhar, esperar pelo fim de semana e pagar contas. A algo muito maior que isso dentro de você, descubra, mude tudo a sua volta através dessa força que existe dentro de você." id="1353" name="Google Shape;1353;p228" title="Ei, você. Acorda! Por que você existe!">
            <a:hlinkClick r:id="rId4"/>
          </p:cNvPr>
          <p:cNvPicPr preferRelativeResize="0"/>
          <p:nvPr/>
        </p:nvPicPr>
        <p:blipFill>
          <a:blip r:embed="rId5">
            <a:alphaModFix/>
          </a:blip>
          <a:stretch>
            <a:fillRect/>
          </a:stretch>
        </p:blipFill>
        <p:spPr>
          <a:xfrm>
            <a:off x="2183100" y="343625"/>
            <a:ext cx="4936500" cy="3851250"/>
          </a:xfrm>
          <a:prstGeom prst="rect">
            <a:avLst/>
          </a:prstGeom>
          <a:noFill/>
          <a:ln>
            <a:noFill/>
          </a:ln>
        </p:spPr>
      </p:pic>
      <p:sp>
        <p:nvSpPr>
          <p:cNvPr id="1354" name="Google Shape;1354;p228"/>
          <p:cNvSpPr/>
          <p:nvPr/>
        </p:nvSpPr>
        <p:spPr>
          <a:xfrm>
            <a:off x="2147225" y="453450"/>
            <a:ext cx="5176200" cy="3654000"/>
          </a:xfrm>
          <a:prstGeom prst="rect">
            <a:avLst/>
          </a:prstGeom>
          <a:noFill/>
          <a:ln cap="flat" cmpd="sng" w="228600">
            <a:solidFill>
              <a:srgbClr val="00B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3"/>
                                        </p:tgtEl>
                                        <p:attrNameLst>
                                          <p:attrName>style.visibility</p:attrName>
                                        </p:attrNameLst>
                                      </p:cBhvr>
                                      <p:to>
                                        <p:strVal val="visible"/>
                                      </p:to>
                                    </p:set>
                                    <p:animEffect filter="fade" transition="in">
                                      <p:cBhvr>
                                        <p:cTn dur="1000"/>
                                        <p:tgtEl>
                                          <p:spTgt spid="13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58" name="Shape 1358"/>
        <p:cNvGrpSpPr/>
        <p:nvPr/>
      </p:nvGrpSpPr>
      <p:grpSpPr>
        <a:xfrm>
          <a:off x="0" y="0"/>
          <a:ext cx="0" cy="0"/>
          <a:chOff x="0" y="0"/>
          <a:chExt cx="0" cy="0"/>
        </a:xfrm>
      </p:grpSpPr>
      <p:pic>
        <p:nvPicPr>
          <p:cNvPr id="1359" name="Google Shape;1359;p229" title="Johnnie Walker - O homem que andou ao redor do mundo   legendado">
            <a:hlinkClick r:id="rId4"/>
          </p:cNvPr>
          <p:cNvPicPr preferRelativeResize="0"/>
          <p:nvPr/>
        </p:nvPicPr>
        <p:blipFill>
          <a:blip r:embed="rId5">
            <a:alphaModFix/>
          </a:blip>
          <a:stretch>
            <a:fillRect/>
          </a:stretch>
        </p:blipFill>
        <p:spPr>
          <a:xfrm>
            <a:off x="2096225" y="554750"/>
            <a:ext cx="4572000" cy="3429000"/>
          </a:xfrm>
          <a:prstGeom prst="rect">
            <a:avLst/>
          </a:prstGeom>
          <a:noFill/>
          <a:ln>
            <a:noFill/>
          </a:ln>
        </p:spPr>
      </p:pic>
      <p:sp>
        <p:nvSpPr>
          <p:cNvPr id="1360" name="Google Shape;1360;p229"/>
          <p:cNvSpPr/>
          <p:nvPr/>
        </p:nvSpPr>
        <p:spPr>
          <a:xfrm>
            <a:off x="2045750" y="596975"/>
            <a:ext cx="4761300" cy="3356400"/>
          </a:xfrm>
          <a:prstGeom prst="rect">
            <a:avLst/>
          </a:prstGeom>
          <a:noFill/>
          <a:ln cap="flat" cmpd="sng" w="228600">
            <a:solidFill>
              <a:srgbClr val="00B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9"/>
                                        </p:tgtEl>
                                        <p:attrNameLst>
                                          <p:attrName>style.visibility</p:attrName>
                                        </p:attrNameLst>
                                      </p:cBhvr>
                                      <p:to>
                                        <p:strVal val="visible"/>
                                      </p:to>
                                    </p:set>
                                    <p:animEffect filter="fade" transition="in">
                                      <p:cBhvr>
                                        <p:cTn dur="1000"/>
                                        <p:tgtEl>
                                          <p:spTgt spid="13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64" name="Shape 1364"/>
        <p:cNvGrpSpPr/>
        <p:nvPr/>
      </p:nvGrpSpPr>
      <p:grpSpPr>
        <a:xfrm>
          <a:off x="0" y="0"/>
          <a:ext cx="0" cy="0"/>
          <a:chOff x="0" y="0"/>
          <a:chExt cx="0" cy="0"/>
        </a:xfrm>
      </p:grpSpPr>
      <p:sp>
        <p:nvSpPr>
          <p:cNvPr id="1365" name="Google Shape;1365;p230"/>
          <p:cNvSpPr txBox="1"/>
          <p:nvPr>
            <p:ph type="title"/>
          </p:nvPr>
        </p:nvSpPr>
        <p:spPr>
          <a:xfrm>
            <a:off x="311700" y="-425150"/>
            <a:ext cx="8520600" cy="1963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sz="7200">
                <a:solidFill>
                  <a:schemeClr val="lt1"/>
                </a:solidFill>
              </a:rPr>
              <a:t>OBRIGADO!</a:t>
            </a:r>
            <a:endParaRPr sz="7200">
              <a:solidFill>
                <a:schemeClr val="lt1"/>
              </a:solidFill>
            </a:endParaRPr>
          </a:p>
        </p:txBody>
      </p:sp>
      <p:sp>
        <p:nvSpPr>
          <p:cNvPr id="1366" name="Google Shape;1366;p230"/>
          <p:cNvSpPr txBox="1"/>
          <p:nvPr>
            <p:ph type="title"/>
          </p:nvPr>
        </p:nvSpPr>
        <p:spPr>
          <a:xfrm>
            <a:off x="398575" y="1799200"/>
            <a:ext cx="8520600" cy="1963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sz="4900">
                <a:solidFill>
                  <a:schemeClr val="lt1"/>
                </a:solidFill>
              </a:rPr>
              <a:t>BEM-VINDO AO TIME FOUR PIXEL</a:t>
            </a:r>
            <a:r>
              <a:rPr lang="pt-BR" sz="4900">
                <a:solidFill>
                  <a:schemeClr val="lt1"/>
                </a:solidFill>
              </a:rPr>
              <a:t>!</a:t>
            </a:r>
            <a:endParaRPr sz="49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RD Station Partner Train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D Station Partner Train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ema do Office">
  <a:themeElements>
    <a:clrScheme name="Tema do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Tema do Office">
  <a:themeElements>
    <a:clrScheme name="Escritório">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simple-light-2">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