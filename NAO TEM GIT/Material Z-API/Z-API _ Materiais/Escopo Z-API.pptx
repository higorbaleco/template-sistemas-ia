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9" r:id="rId4"/>
    <p:sldMasterId id="214748374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 Black"/>
      <p:bold r:id="rId24"/>
      <p:boldItalic r:id="rId25"/>
    </p:embeddedFont>
    <p:embeddedFont>
      <p:font typeface="Montserrat SemiBold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Poppins"/>
      <p:regular r:id="rId38"/>
      <p:bold r:id="rId39"/>
      <p:italic r:id="rId40"/>
      <p:boldItalic r:id="rId41"/>
    </p:embeddedFont>
    <p:embeddedFont>
      <p:font typeface="League Gothic"/>
      <p:regular r:id="rId42"/>
    </p:embeddedFont>
    <p:embeddedFont>
      <p:font typeface="Poppins SemiBold"/>
      <p:regular r:id="rId43"/>
      <p:bold r:id="rId44"/>
      <p:italic r:id="rId45"/>
      <p:boldItalic r:id="rId46"/>
    </p:embeddedFont>
    <p:embeddedFont>
      <p:font typeface="Oswald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italic.fntdata"/><Relationship Id="rId42" Type="http://schemas.openxmlformats.org/officeDocument/2006/relationships/font" Target="fonts/LeagueGothic-regular.fntdata"/><Relationship Id="rId41" Type="http://schemas.openxmlformats.org/officeDocument/2006/relationships/font" Target="fonts/Poppins-boldItalic.fntdata"/><Relationship Id="rId44" Type="http://schemas.openxmlformats.org/officeDocument/2006/relationships/font" Target="fonts/PoppinsSemiBold-bold.fntdata"/><Relationship Id="rId43" Type="http://schemas.openxmlformats.org/officeDocument/2006/relationships/font" Target="fonts/PoppinsSemiBold-regular.fntdata"/><Relationship Id="rId46" Type="http://schemas.openxmlformats.org/officeDocument/2006/relationships/font" Target="fonts/PoppinsSemiBold-boldItalic.fntdata"/><Relationship Id="rId45" Type="http://schemas.openxmlformats.org/officeDocument/2006/relationships/font" Target="fonts/Poppins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Oswald-bold.fntdata"/><Relationship Id="rId47" Type="http://schemas.openxmlformats.org/officeDocument/2006/relationships/font" Target="fonts/Oswa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33" Type="http://schemas.openxmlformats.org/officeDocument/2006/relationships/font" Target="fonts/Roboto-boldItalic.fntdata"/><Relationship Id="rId32" Type="http://schemas.openxmlformats.org/officeDocument/2006/relationships/font" Target="fonts/Roboto-italic.fntdata"/><Relationship Id="rId35" Type="http://schemas.openxmlformats.org/officeDocument/2006/relationships/font" Target="fonts/Montserrat-bold.fntdata"/><Relationship Id="rId34" Type="http://schemas.openxmlformats.org/officeDocument/2006/relationships/font" Target="fonts/Montserrat-regular.fntdata"/><Relationship Id="rId37" Type="http://schemas.openxmlformats.org/officeDocument/2006/relationships/font" Target="fonts/Montserrat-boldItalic.fntdata"/><Relationship Id="rId36" Type="http://schemas.openxmlformats.org/officeDocument/2006/relationships/font" Target="fonts/Montserrat-italic.fntdata"/><Relationship Id="rId39" Type="http://schemas.openxmlformats.org/officeDocument/2006/relationships/font" Target="fonts/Poppins-bold.fntdata"/><Relationship Id="rId38" Type="http://schemas.openxmlformats.org/officeDocument/2006/relationships/font" Target="fonts/Poppins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Black-bold.fntdata"/><Relationship Id="rId23" Type="http://schemas.openxmlformats.org/officeDocument/2006/relationships/slide" Target="slides/slide17.xml"/><Relationship Id="rId26" Type="http://schemas.openxmlformats.org/officeDocument/2006/relationships/font" Target="fonts/MontserratSemiBold-regular.fntdata"/><Relationship Id="rId25" Type="http://schemas.openxmlformats.org/officeDocument/2006/relationships/font" Target="fonts/RobotoBlack-boldItalic.fntdata"/><Relationship Id="rId28" Type="http://schemas.openxmlformats.org/officeDocument/2006/relationships/font" Target="fonts/MontserratSemiBold-italic.fntdata"/><Relationship Id="rId27" Type="http://schemas.openxmlformats.org/officeDocument/2006/relationships/font" Target="fonts/MontserratSemiBold-bold.fntdata"/><Relationship Id="rId29" Type="http://schemas.openxmlformats.org/officeDocument/2006/relationships/font" Target="fonts/Montserrat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c50c1c609d_2_5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8" name="Google Shape;568;gc50c1c609d_2_5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df5eb60168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g1df5eb60168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1df5eb60168_0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8" name="Google Shape;588;g1df5eb60168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df7582f4d0_0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g1df7582f4d0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df7582f4d0_0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7" name="Google Shape;607;g1df7582f4d0_0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df7582f4d0_0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8" name="Google Shape;618;g1df7582f4d0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df7582f4d0_0_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9" name="Google Shape;629;g1df7582f4d0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1df7582f4d0_0_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7" name="Google Shape;647;g1df7582f4d0_0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1df7582f4d0_0_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8" name="Google Shape;658;g1df7582f4d0_0_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1df7582f4d0_0_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8" name="Google Shape;668;g1df7582f4d0_0_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1df7582f4d0_0_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6" name="Google Shape;676;g1df7582f4d0_0_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1df7582f4d0_0_10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7" name="Google Shape;687;g1df7582f4d0_0_1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1df7582f4d0_0_1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8" name="Google Shape;698;g1df7582f4d0_0_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1df7582f4d0_0_1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9" name="Google Shape;709;g1df7582f4d0_0_1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df7582f4d0_1_5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0" name="Google Shape;720;g1df7582f4d0_1_5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1df7582f4d0_1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1df7582f4d0_1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1df7582f4d0_1_10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7" name="Google Shape;737;g1df7582f4d0_1_10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lank" showMasterSp="0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" name="Google Shape;63;p14"/>
          <p:cNvGrpSpPr/>
          <p:nvPr/>
        </p:nvGrpSpPr>
        <p:grpSpPr>
          <a:xfrm>
            <a:off x="-1" y="1732709"/>
            <a:ext cx="296026" cy="785475"/>
            <a:chOff x="-1" y="0"/>
            <a:chExt cx="394701" cy="1047300"/>
          </a:xfrm>
        </p:grpSpPr>
        <p:sp>
          <p:nvSpPr>
            <p:cNvPr id="64" name="Google Shape;64;p14"/>
            <p:cNvSpPr/>
            <p:nvPr/>
          </p:nvSpPr>
          <p:spPr>
            <a:xfrm>
              <a:off x="-1" y="0"/>
              <a:ext cx="292200" cy="1047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292100" y="0"/>
              <a:ext cx="102600" cy="1047300"/>
            </a:xfrm>
            <a:prstGeom prst="rect">
              <a:avLst/>
            </a:prstGeom>
            <a:solidFill>
              <a:srgbClr val="FFC266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" name="Google Shape;66;p14"/>
          <p:cNvGrpSpPr/>
          <p:nvPr/>
        </p:nvGrpSpPr>
        <p:grpSpPr>
          <a:xfrm>
            <a:off x="8847976" y="1732709"/>
            <a:ext cx="296025" cy="785475"/>
            <a:chOff x="-92" y="0"/>
            <a:chExt cx="394700" cy="1047300"/>
          </a:xfrm>
        </p:grpSpPr>
        <p:sp>
          <p:nvSpPr>
            <p:cNvPr id="67" name="Google Shape;67;p14"/>
            <p:cNvSpPr/>
            <p:nvPr/>
          </p:nvSpPr>
          <p:spPr>
            <a:xfrm flipH="1">
              <a:off x="102408" y="0"/>
              <a:ext cx="292200" cy="1047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 flipH="1">
              <a:off x="-92" y="0"/>
              <a:ext cx="102600" cy="1047300"/>
            </a:xfrm>
            <a:prstGeom prst="rect">
              <a:avLst/>
            </a:prstGeom>
            <a:solidFill>
              <a:srgbClr val="FFC266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" name="Google Shape;69;p14"/>
          <p:cNvSpPr txBox="1"/>
          <p:nvPr>
            <p:ph type="title"/>
          </p:nvPr>
        </p:nvSpPr>
        <p:spPr>
          <a:xfrm>
            <a:off x="628650" y="1781548"/>
            <a:ext cx="78867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  <a:defRPr b="1" sz="4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Blank" showMasterSp="0">
  <p:cSld name="5_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3518807" y="1835884"/>
            <a:ext cx="2853300" cy="18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  <a:defRPr b="1" sz="4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Blank" showMasterSp="0">
  <p:cSld name="6_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>
            <p:ph idx="2" type="pic"/>
          </p:nvPr>
        </p:nvSpPr>
        <p:spPr>
          <a:xfrm>
            <a:off x="266700" y="97972"/>
            <a:ext cx="4338000" cy="30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266700" y="3259776"/>
            <a:ext cx="86106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4727123" y="1389920"/>
            <a:ext cx="2109000" cy="18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Roboto Black"/>
              <a:buNone/>
              <a:defRPr b="1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Only" showMasterSp="0">
  <p:cSld name="4_Title 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>
            <p:ph idx="2" type="pic"/>
          </p:nvPr>
        </p:nvSpPr>
        <p:spPr>
          <a:xfrm>
            <a:off x="203200" y="625790"/>
            <a:ext cx="3098700" cy="3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3616283" y="625789"/>
            <a:ext cx="2224200" cy="15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"/>
              <a:buNone/>
              <a:defRPr sz="2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5655851" y="2985778"/>
            <a:ext cx="3488100" cy="67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 showMasterSp="0">
  <p:cSld name="3_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>
            <p:ph idx="2" type="pic"/>
          </p:nvPr>
        </p:nvSpPr>
        <p:spPr>
          <a:xfrm>
            <a:off x="266700" y="681593"/>
            <a:ext cx="86106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" name="Google Shape;87;p18"/>
          <p:cNvSpPr txBox="1"/>
          <p:nvPr/>
        </p:nvSpPr>
        <p:spPr>
          <a:xfrm>
            <a:off x="266699" y="4792844"/>
            <a:ext cx="1059300" cy="1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700"/>
              <a:buFont typeface="Roboto"/>
              <a:buNone/>
            </a:pPr>
            <a:r>
              <a:rPr b="1" i="0" lang="pt-BR" sz="700" u="none" cap="none" strike="noStrike">
                <a:solidFill>
                  <a:srgbClr val="44546A"/>
                </a:solidFill>
                <a:latin typeface="Roboto"/>
                <a:ea typeface="Roboto"/>
                <a:cs typeface="Roboto"/>
                <a:sym typeface="Roboto"/>
              </a:rPr>
              <a:t>B. Proposal</a:t>
            </a:r>
            <a:r>
              <a:rPr b="0" i="0" lang="pt-BR" sz="700" u="none" cap="none" strike="noStrike">
                <a:solidFill>
                  <a:srgbClr val="44546A"/>
                </a:solidFill>
                <a:latin typeface="Roboto"/>
                <a:ea typeface="Roboto"/>
                <a:cs typeface="Roboto"/>
                <a:sym typeface="Roboto"/>
              </a:rPr>
              <a:t>| Presentation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8"/>
          <p:cNvSpPr/>
          <p:nvPr/>
        </p:nvSpPr>
        <p:spPr>
          <a:xfrm flipH="1">
            <a:off x="266700" y="1"/>
            <a:ext cx="8610600" cy="68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361455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Roboto"/>
              <a:buNone/>
              <a:defRPr sz="1400">
                <a:solidFill>
                  <a:srgbClr val="F2F2F2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61455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None/>
              <a:defRPr sz="800">
                <a:solidFill>
                  <a:srgbClr val="F2F2F2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Blank" showMasterSp="0">
  <p:cSld name="7_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0"/>
          <p:cNvSpPr/>
          <p:nvPr>
            <p:ph idx="3" type="pic"/>
          </p:nvPr>
        </p:nvSpPr>
        <p:spPr>
          <a:xfrm>
            <a:off x="534934" y="2403064"/>
            <a:ext cx="2580000" cy="20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Only">
  <p:cSld name="5_Title 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/>
          <p:nvPr>
            <p:ph idx="2" type="pic"/>
          </p:nvPr>
        </p:nvSpPr>
        <p:spPr>
          <a:xfrm>
            <a:off x="497205" y="765968"/>
            <a:ext cx="8040900" cy="20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21"/>
          <p:cNvSpPr txBox="1"/>
          <p:nvPr>
            <p:ph type="title"/>
          </p:nvPr>
        </p:nvSpPr>
        <p:spPr>
          <a:xfrm>
            <a:off x="497205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497205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Only">
  <p:cSld name="6_Title 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/>
          <p:nvPr>
            <p:ph idx="2" type="pic"/>
          </p:nvPr>
        </p:nvSpPr>
        <p:spPr>
          <a:xfrm>
            <a:off x="133350" y="0"/>
            <a:ext cx="9010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22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Blank" showMasterSp="0">
  <p:cSld name="8_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/>
          <p:nvPr>
            <p:ph idx="2" type="pic"/>
          </p:nvPr>
        </p:nvSpPr>
        <p:spPr>
          <a:xfrm>
            <a:off x="211667" y="142731"/>
            <a:ext cx="8726100" cy="49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23"/>
          <p:cNvSpPr/>
          <p:nvPr>
            <p:ph idx="3" type="pic"/>
          </p:nvPr>
        </p:nvSpPr>
        <p:spPr>
          <a:xfrm>
            <a:off x="778426" y="1170918"/>
            <a:ext cx="2910000" cy="2852100"/>
          </a:xfrm>
          <a:prstGeom prst="rect">
            <a:avLst/>
          </a:prstGeom>
          <a:noFill/>
          <a:ln>
            <a:noFill/>
          </a:ln>
          <a:effectLst>
            <a:outerShdw blurRad="76200" rotWithShape="0">
              <a:srgbClr val="000000">
                <a:alpha val="2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23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3" name="Google Shape;113;p23"/>
          <p:cNvSpPr txBox="1"/>
          <p:nvPr>
            <p:ph type="title"/>
          </p:nvPr>
        </p:nvSpPr>
        <p:spPr>
          <a:xfrm>
            <a:off x="4727123" y="1618520"/>
            <a:ext cx="3578700" cy="18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Roboto Black"/>
              <a:buNone/>
              <a:defRPr b="1" sz="3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Only">
  <p:cSld name="7_Title 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/>
          <p:nvPr/>
        </p:nvSpPr>
        <p:spPr>
          <a:xfrm>
            <a:off x="-1" y="-1"/>
            <a:ext cx="4637400" cy="4289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4"/>
          <p:cNvSpPr/>
          <p:nvPr>
            <p:ph idx="2" type="pic"/>
          </p:nvPr>
        </p:nvSpPr>
        <p:spPr>
          <a:xfrm>
            <a:off x="3202559" y="2154675"/>
            <a:ext cx="2502900" cy="2453400"/>
          </a:xfrm>
          <a:prstGeom prst="rect">
            <a:avLst/>
          </a:prstGeom>
          <a:noFill/>
          <a:ln>
            <a:noFill/>
          </a:ln>
          <a:effectLst>
            <a:outerShdw blurRad="355600" rotWithShape="0">
              <a:srgbClr val="000000">
                <a:alpha val="5412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4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  <a:defRPr sz="1400">
                <a:solidFill>
                  <a:srgbClr val="FFFFFF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  <a:defRPr sz="800">
                <a:solidFill>
                  <a:srgbClr val="FFFFFF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Only">
  <p:cSld name="8_Title 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/>
          <p:nvPr>
            <p:ph idx="2" type="pic"/>
          </p:nvPr>
        </p:nvSpPr>
        <p:spPr>
          <a:xfrm>
            <a:off x="266700" y="2914650"/>
            <a:ext cx="8610600" cy="22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25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Only">
  <p:cSld name="9_Title 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8" name="Google Shape;128;p26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2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Only">
  <p:cSld name="10_Title 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/>
          <p:nvPr>
            <p:ph idx="2" type="pic"/>
          </p:nvPr>
        </p:nvSpPr>
        <p:spPr>
          <a:xfrm>
            <a:off x="5158763" y="837210"/>
            <a:ext cx="3322200" cy="3324600"/>
          </a:xfrm>
          <a:prstGeom prst="rect">
            <a:avLst/>
          </a:prstGeom>
          <a:noFill/>
          <a:ln>
            <a:noFill/>
          </a:ln>
          <a:effectLst>
            <a:outerShdw blurRad="76200" rotWithShape="0">
              <a:srgbClr val="000000">
                <a:alpha val="2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27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33" name="Google Shape;133;p27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4" name="Google Shape;134;p27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itle Only">
  <p:cSld name="11_Title 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/>
          <p:nvPr/>
        </p:nvSpPr>
        <p:spPr>
          <a:xfrm>
            <a:off x="763236" y="1439188"/>
            <a:ext cx="3419100" cy="2766000"/>
          </a:xfrm>
          <a:prstGeom prst="rect">
            <a:avLst/>
          </a:prstGeom>
          <a:solidFill>
            <a:srgbClr val="FFD699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8"/>
          <p:cNvSpPr/>
          <p:nvPr>
            <p:ph idx="2" type="pic"/>
          </p:nvPr>
        </p:nvSpPr>
        <p:spPr>
          <a:xfrm>
            <a:off x="1360301" y="1091901"/>
            <a:ext cx="3419100" cy="2766000"/>
          </a:xfrm>
          <a:prstGeom prst="rect">
            <a:avLst/>
          </a:prstGeom>
          <a:noFill/>
          <a:ln cap="flat" cmpd="sng" w="762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28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39" name="Google Shape;139;p28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0" name="Google Shape;140;p28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itle Only">
  <p:cSld name="12_Title Onl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/>
          <p:nvPr>
            <p:ph idx="2" type="pic"/>
          </p:nvPr>
        </p:nvSpPr>
        <p:spPr>
          <a:xfrm>
            <a:off x="5057485" y="0"/>
            <a:ext cx="4086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29"/>
          <p:cNvSpPr/>
          <p:nvPr/>
        </p:nvSpPr>
        <p:spPr>
          <a:xfrm>
            <a:off x="0" y="0"/>
            <a:ext cx="5057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9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  <a:defRPr sz="1400">
                <a:solidFill>
                  <a:srgbClr val="FFFFFF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45" name="Google Shape;145;p29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6" name="Google Shape;146;p29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  <a:defRPr sz="800">
                <a:solidFill>
                  <a:srgbClr val="FFFFFF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Only">
  <p:cSld name="13_Title 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/>
          <p:nvPr>
            <p:ph idx="2" type="pic"/>
          </p:nvPr>
        </p:nvSpPr>
        <p:spPr>
          <a:xfrm>
            <a:off x="3008841" y="0"/>
            <a:ext cx="61353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p30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50" name="Google Shape;150;p30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1" name="Google Shape;151;p30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Only">
  <p:cSld name="14_Title Only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/>
          <p:nvPr>
            <p:ph idx="2" type="pic"/>
          </p:nvPr>
        </p:nvSpPr>
        <p:spPr>
          <a:xfrm>
            <a:off x="2867026" y="0"/>
            <a:ext cx="6276900" cy="47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" name="Google Shape;154;p31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5" name="Google Shape;155;p31"/>
          <p:cNvSpPr/>
          <p:nvPr/>
        </p:nvSpPr>
        <p:spPr>
          <a:xfrm>
            <a:off x="0" y="0"/>
            <a:ext cx="28671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2867025" y="4767263"/>
            <a:ext cx="6276900" cy="3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1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  <a:defRPr sz="1400">
                <a:solidFill>
                  <a:srgbClr val="FFFFFF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58" name="Google Shape;158;p31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  <a:defRPr sz="800">
                <a:solidFill>
                  <a:srgbClr val="FFFFFF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Only">
  <p:cSld name="15_Title 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/>
          <p:nvPr>
            <p:ph idx="2" type="pic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32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62" name="Google Shape;162;p32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3" name="Google Shape;163;p32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itle Only">
  <p:cSld name="16_Title Only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/>
          <p:nvPr>
            <p:ph idx="2" type="pic"/>
          </p:nvPr>
        </p:nvSpPr>
        <p:spPr>
          <a:xfrm>
            <a:off x="0" y="0"/>
            <a:ext cx="91440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p33"/>
          <p:cNvSpPr/>
          <p:nvPr>
            <p:ph idx="3" type="pic"/>
          </p:nvPr>
        </p:nvSpPr>
        <p:spPr>
          <a:xfrm>
            <a:off x="662591" y="1523658"/>
            <a:ext cx="1806900" cy="1458600"/>
          </a:xfrm>
          <a:prstGeom prst="rect">
            <a:avLst/>
          </a:prstGeom>
          <a:noFill/>
          <a:ln>
            <a:noFill/>
          </a:ln>
          <a:effectLst>
            <a:outerShdw blurRad="63500" rotWithShape="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7" name="Google Shape;167;p33"/>
          <p:cNvSpPr/>
          <p:nvPr>
            <p:ph idx="4" type="pic"/>
          </p:nvPr>
        </p:nvSpPr>
        <p:spPr>
          <a:xfrm>
            <a:off x="2676449" y="1523658"/>
            <a:ext cx="1806900" cy="1458600"/>
          </a:xfrm>
          <a:prstGeom prst="rect">
            <a:avLst/>
          </a:prstGeom>
          <a:noFill/>
          <a:ln>
            <a:noFill/>
          </a:ln>
          <a:effectLst>
            <a:outerShdw blurRad="63500" rotWithShape="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33"/>
          <p:cNvSpPr/>
          <p:nvPr>
            <p:ph idx="5" type="pic"/>
          </p:nvPr>
        </p:nvSpPr>
        <p:spPr>
          <a:xfrm>
            <a:off x="4660521" y="1523658"/>
            <a:ext cx="1806900" cy="1458600"/>
          </a:xfrm>
          <a:prstGeom prst="rect">
            <a:avLst/>
          </a:prstGeom>
          <a:noFill/>
          <a:ln>
            <a:noFill/>
          </a:ln>
          <a:effectLst>
            <a:outerShdw blurRad="63500" rotWithShape="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33"/>
          <p:cNvSpPr/>
          <p:nvPr>
            <p:ph idx="6" type="pic"/>
          </p:nvPr>
        </p:nvSpPr>
        <p:spPr>
          <a:xfrm>
            <a:off x="6674377" y="1523658"/>
            <a:ext cx="1806900" cy="1458600"/>
          </a:xfrm>
          <a:prstGeom prst="rect">
            <a:avLst/>
          </a:prstGeom>
          <a:noFill/>
          <a:ln>
            <a:noFill/>
          </a:ln>
          <a:effectLst>
            <a:outerShdw blurRad="63500" rotWithShape="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0" name="Google Shape;170;p33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71" name="Google Shape;171;p33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2" name="Google Shape;172;p33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Title Only">
  <p:cSld name="17_Title 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4"/>
          <p:cNvSpPr/>
          <p:nvPr>
            <p:ph idx="2" type="pic"/>
          </p:nvPr>
        </p:nvSpPr>
        <p:spPr>
          <a:xfrm>
            <a:off x="2264230" y="0"/>
            <a:ext cx="6879900" cy="51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34"/>
          <p:cNvSpPr txBox="1"/>
          <p:nvPr>
            <p:ph type="title"/>
          </p:nvPr>
        </p:nvSpPr>
        <p:spPr>
          <a:xfrm>
            <a:off x="321994" y="226624"/>
            <a:ext cx="2595300" cy="28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"/>
              <a:buNone/>
              <a:defRPr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77" name="Google Shape;177;p34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Title Only">
  <p:cSld name="18_Title Onl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/>
          <p:nvPr/>
        </p:nvSpPr>
        <p:spPr>
          <a:xfrm>
            <a:off x="1095494" y="1305518"/>
            <a:ext cx="2557800" cy="2557800"/>
          </a:xfrm>
          <a:prstGeom prst="ellipse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5"/>
          <p:cNvSpPr/>
          <p:nvPr>
            <p:ph idx="2" type="pic"/>
          </p:nvPr>
        </p:nvSpPr>
        <p:spPr>
          <a:xfrm>
            <a:off x="1205537" y="1414793"/>
            <a:ext cx="2337900" cy="23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35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82" name="Google Shape;182;p35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3" name="Google Shape;183;p35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Title Only">
  <p:cSld name="19_Title Only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/>
          <p:nvPr>
            <p:ph idx="2" type="pic"/>
          </p:nvPr>
        </p:nvSpPr>
        <p:spPr>
          <a:xfrm>
            <a:off x="0" y="0"/>
            <a:ext cx="3711900" cy="3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6" name="Google Shape;186;p36"/>
          <p:cNvSpPr/>
          <p:nvPr/>
        </p:nvSpPr>
        <p:spPr>
          <a:xfrm>
            <a:off x="3712027" y="-1"/>
            <a:ext cx="5432100" cy="390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6"/>
          <p:cNvSpPr txBox="1"/>
          <p:nvPr>
            <p:ph type="title"/>
          </p:nvPr>
        </p:nvSpPr>
        <p:spPr>
          <a:xfrm>
            <a:off x="4148800" y="612208"/>
            <a:ext cx="2835600" cy="17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"/>
              <a:buNone/>
              <a:defRPr sz="3600">
                <a:solidFill>
                  <a:srgbClr val="FFFFFF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88" name="Google Shape;188;p36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Title Only">
  <p:cSld name="20_Title Only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91" name="Google Shape;191;p37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2" name="Google Shape;192;p37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3" name="Google Shape;193;p37"/>
          <p:cNvSpPr/>
          <p:nvPr>
            <p:ph idx="2" type="pic"/>
          </p:nvPr>
        </p:nvSpPr>
        <p:spPr>
          <a:xfrm>
            <a:off x="0" y="771525"/>
            <a:ext cx="1855800" cy="19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4" name="Google Shape;194;p37"/>
          <p:cNvSpPr/>
          <p:nvPr>
            <p:ph idx="3" type="pic"/>
          </p:nvPr>
        </p:nvSpPr>
        <p:spPr>
          <a:xfrm>
            <a:off x="4572381" y="771525"/>
            <a:ext cx="1855800" cy="19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95" name="Google Shape;195;p37"/>
          <p:cNvGrpSpPr/>
          <p:nvPr/>
        </p:nvGrpSpPr>
        <p:grpSpPr>
          <a:xfrm>
            <a:off x="1855857" y="771525"/>
            <a:ext cx="7288131" cy="1953900"/>
            <a:chOff x="-1" y="0"/>
            <a:chExt cx="9717508" cy="2605200"/>
          </a:xfrm>
        </p:grpSpPr>
        <p:sp>
          <p:nvSpPr>
            <p:cNvPr id="196" name="Google Shape;196;p37"/>
            <p:cNvSpPr/>
            <p:nvPr/>
          </p:nvSpPr>
          <p:spPr>
            <a:xfrm>
              <a:off x="-1" y="0"/>
              <a:ext cx="3621000" cy="260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37"/>
            <p:cNvSpPr/>
            <p:nvPr/>
          </p:nvSpPr>
          <p:spPr>
            <a:xfrm>
              <a:off x="6096507" y="0"/>
              <a:ext cx="3621000" cy="260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37"/>
          <p:cNvSpPr txBox="1"/>
          <p:nvPr>
            <p:ph idx="4" type="body"/>
          </p:nvPr>
        </p:nvSpPr>
        <p:spPr>
          <a:xfrm>
            <a:off x="2056889" y="1062635"/>
            <a:ext cx="2090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9" name="Google Shape;199;p37"/>
          <p:cNvSpPr txBox="1"/>
          <p:nvPr>
            <p:ph idx="5" type="body"/>
          </p:nvPr>
        </p:nvSpPr>
        <p:spPr>
          <a:xfrm>
            <a:off x="6618003" y="1062635"/>
            <a:ext cx="2090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Title Only">
  <p:cSld name="21_Title Only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8"/>
          <p:cNvSpPr/>
          <p:nvPr>
            <p:ph idx="2" type="pic"/>
          </p:nvPr>
        </p:nvSpPr>
        <p:spPr>
          <a:xfrm>
            <a:off x="643187" y="982265"/>
            <a:ext cx="990300" cy="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2" name="Google Shape;202;p38"/>
          <p:cNvSpPr/>
          <p:nvPr>
            <p:ph idx="3" type="pic"/>
          </p:nvPr>
        </p:nvSpPr>
        <p:spPr>
          <a:xfrm>
            <a:off x="4960267" y="982265"/>
            <a:ext cx="990300" cy="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3" name="Google Shape;203;p38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04" name="Google Shape;204;p38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5" name="Google Shape;205;p38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6" name="Google Shape;206;p38"/>
          <p:cNvSpPr/>
          <p:nvPr/>
        </p:nvSpPr>
        <p:spPr>
          <a:xfrm>
            <a:off x="1742006" y="1064200"/>
            <a:ext cx="2201364" cy="1560492"/>
          </a:xfrm>
          <a:custGeom>
            <a:rect b="b" l="l" r="r" t="t"/>
            <a:pathLst>
              <a:path extrusionOk="0" h="21600" w="21600">
                <a:moveTo>
                  <a:pt x="1461" y="0"/>
                </a:moveTo>
                <a:cubicBezTo>
                  <a:pt x="1348" y="0"/>
                  <a:pt x="1257" y="124"/>
                  <a:pt x="1257" y="277"/>
                </a:cubicBezTo>
                <a:lnTo>
                  <a:pt x="1257" y="3580"/>
                </a:lnTo>
                <a:lnTo>
                  <a:pt x="0" y="4321"/>
                </a:lnTo>
                <a:lnTo>
                  <a:pt x="1257" y="5060"/>
                </a:lnTo>
                <a:lnTo>
                  <a:pt x="1257" y="21323"/>
                </a:lnTo>
                <a:cubicBezTo>
                  <a:pt x="1257" y="21476"/>
                  <a:pt x="1348" y="21600"/>
                  <a:pt x="1461" y="21600"/>
                </a:cubicBezTo>
                <a:lnTo>
                  <a:pt x="21396" y="21600"/>
                </a:lnTo>
                <a:cubicBezTo>
                  <a:pt x="21509" y="21600"/>
                  <a:pt x="21600" y="21476"/>
                  <a:pt x="21600" y="21323"/>
                </a:cubicBezTo>
                <a:lnTo>
                  <a:pt x="21600" y="277"/>
                </a:lnTo>
                <a:cubicBezTo>
                  <a:pt x="21600" y="124"/>
                  <a:pt x="21509" y="0"/>
                  <a:pt x="21396" y="0"/>
                </a:cubicBezTo>
                <a:lnTo>
                  <a:pt x="14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8"/>
          <p:cNvSpPr/>
          <p:nvPr/>
        </p:nvSpPr>
        <p:spPr>
          <a:xfrm>
            <a:off x="6068472" y="1064200"/>
            <a:ext cx="2201364" cy="1560492"/>
          </a:xfrm>
          <a:custGeom>
            <a:rect b="b" l="l" r="r" t="t"/>
            <a:pathLst>
              <a:path extrusionOk="0" h="21600" w="21600">
                <a:moveTo>
                  <a:pt x="1461" y="0"/>
                </a:moveTo>
                <a:cubicBezTo>
                  <a:pt x="1348" y="0"/>
                  <a:pt x="1257" y="124"/>
                  <a:pt x="1257" y="277"/>
                </a:cubicBezTo>
                <a:lnTo>
                  <a:pt x="1257" y="3580"/>
                </a:lnTo>
                <a:lnTo>
                  <a:pt x="0" y="4321"/>
                </a:lnTo>
                <a:lnTo>
                  <a:pt x="1257" y="5060"/>
                </a:lnTo>
                <a:lnTo>
                  <a:pt x="1257" y="21323"/>
                </a:lnTo>
                <a:cubicBezTo>
                  <a:pt x="1257" y="21476"/>
                  <a:pt x="1348" y="21600"/>
                  <a:pt x="1461" y="21600"/>
                </a:cubicBezTo>
                <a:lnTo>
                  <a:pt x="21396" y="21600"/>
                </a:lnTo>
                <a:cubicBezTo>
                  <a:pt x="21509" y="21600"/>
                  <a:pt x="21600" y="21476"/>
                  <a:pt x="21600" y="21323"/>
                </a:cubicBezTo>
                <a:lnTo>
                  <a:pt x="21600" y="277"/>
                </a:lnTo>
                <a:cubicBezTo>
                  <a:pt x="21600" y="124"/>
                  <a:pt x="21509" y="0"/>
                  <a:pt x="21396" y="0"/>
                </a:cubicBezTo>
                <a:lnTo>
                  <a:pt x="14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Title Only">
  <p:cSld name="22_Title Only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10" name="Google Shape;210;p39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1" name="Google Shape;211;p39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2" name="Google Shape;212;p39"/>
          <p:cNvSpPr/>
          <p:nvPr>
            <p:ph idx="2" type="pic"/>
          </p:nvPr>
        </p:nvSpPr>
        <p:spPr>
          <a:xfrm>
            <a:off x="809625" y="955496"/>
            <a:ext cx="1790700" cy="10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3" name="Google Shape;213;p39"/>
          <p:cNvSpPr/>
          <p:nvPr>
            <p:ph idx="3" type="pic"/>
          </p:nvPr>
        </p:nvSpPr>
        <p:spPr>
          <a:xfrm>
            <a:off x="3554941" y="955496"/>
            <a:ext cx="1790700" cy="10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4" name="Google Shape;214;p39"/>
          <p:cNvSpPr/>
          <p:nvPr>
            <p:ph idx="4" type="pic"/>
          </p:nvPr>
        </p:nvSpPr>
        <p:spPr>
          <a:xfrm>
            <a:off x="6336241" y="955496"/>
            <a:ext cx="1790700" cy="10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5" name="Google Shape;215;p39"/>
          <p:cNvSpPr/>
          <p:nvPr/>
        </p:nvSpPr>
        <p:spPr>
          <a:xfrm>
            <a:off x="809625" y="1993513"/>
            <a:ext cx="914400" cy="3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9"/>
          <p:cNvSpPr/>
          <p:nvPr/>
        </p:nvSpPr>
        <p:spPr>
          <a:xfrm>
            <a:off x="3554941" y="1993513"/>
            <a:ext cx="914400" cy="3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9"/>
          <p:cNvSpPr/>
          <p:nvPr/>
        </p:nvSpPr>
        <p:spPr>
          <a:xfrm>
            <a:off x="6336241" y="1993513"/>
            <a:ext cx="914400" cy="3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Title Only">
  <p:cSld name="23_Title Only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0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20" name="Google Shape;220;p40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1" name="Google Shape;221;p40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2" name="Google Shape;222;p40"/>
          <p:cNvSpPr/>
          <p:nvPr>
            <p:ph idx="2" type="pic"/>
          </p:nvPr>
        </p:nvSpPr>
        <p:spPr>
          <a:xfrm>
            <a:off x="995363" y="1254900"/>
            <a:ext cx="11430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3" name="Google Shape;223;p40"/>
          <p:cNvSpPr/>
          <p:nvPr>
            <p:ph idx="3" type="pic"/>
          </p:nvPr>
        </p:nvSpPr>
        <p:spPr>
          <a:xfrm>
            <a:off x="2998787" y="1254900"/>
            <a:ext cx="11430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4" name="Google Shape;224;p40"/>
          <p:cNvSpPr/>
          <p:nvPr>
            <p:ph idx="4" type="pic"/>
          </p:nvPr>
        </p:nvSpPr>
        <p:spPr>
          <a:xfrm>
            <a:off x="4994660" y="1254900"/>
            <a:ext cx="11430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p40"/>
          <p:cNvSpPr/>
          <p:nvPr>
            <p:ph idx="5" type="pic"/>
          </p:nvPr>
        </p:nvSpPr>
        <p:spPr>
          <a:xfrm>
            <a:off x="7018892" y="1254900"/>
            <a:ext cx="11430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6" name="Google Shape;226;p40"/>
          <p:cNvSpPr/>
          <p:nvPr/>
        </p:nvSpPr>
        <p:spPr>
          <a:xfrm>
            <a:off x="844485" y="1104400"/>
            <a:ext cx="1444770" cy="144477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08" y="10800"/>
                </a:moveTo>
                <a:cubicBezTo>
                  <a:pt x="1408" y="15987"/>
                  <a:pt x="5613" y="20192"/>
                  <a:pt x="10800" y="20192"/>
                </a:cubicBezTo>
                <a:cubicBezTo>
                  <a:pt x="15987" y="20192"/>
                  <a:pt x="20192" y="15987"/>
                  <a:pt x="20192" y="10800"/>
                </a:cubicBezTo>
                <a:cubicBezTo>
                  <a:pt x="20192" y="5613"/>
                  <a:pt x="15987" y="1408"/>
                  <a:pt x="10800" y="1408"/>
                </a:cubicBezTo>
                <a:cubicBezTo>
                  <a:pt x="5613" y="1408"/>
                  <a:pt x="1408" y="5613"/>
                  <a:pt x="1408" y="108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0"/>
          <p:cNvSpPr/>
          <p:nvPr/>
        </p:nvSpPr>
        <p:spPr>
          <a:xfrm>
            <a:off x="2847910" y="1104400"/>
            <a:ext cx="1444770" cy="144477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08" y="10800"/>
                </a:moveTo>
                <a:cubicBezTo>
                  <a:pt x="1408" y="15987"/>
                  <a:pt x="5613" y="20192"/>
                  <a:pt x="10800" y="20192"/>
                </a:cubicBezTo>
                <a:cubicBezTo>
                  <a:pt x="15987" y="20192"/>
                  <a:pt x="20192" y="15987"/>
                  <a:pt x="20192" y="10800"/>
                </a:cubicBezTo>
                <a:cubicBezTo>
                  <a:pt x="20192" y="5613"/>
                  <a:pt x="15987" y="1408"/>
                  <a:pt x="10800" y="1408"/>
                </a:cubicBezTo>
                <a:cubicBezTo>
                  <a:pt x="5613" y="1408"/>
                  <a:pt x="1408" y="5613"/>
                  <a:pt x="1408" y="108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0"/>
          <p:cNvSpPr/>
          <p:nvPr/>
        </p:nvSpPr>
        <p:spPr>
          <a:xfrm>
            <a:off x="4851334" y="1104400"/>
            <a:ext cx="1444770" cy="144477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08" y="10800"/>
                </a:moveTo>
                <a:cubicBezTo>
                  <a:pt x="1408" y="15987"/>
                  <a:pt x="5613" y="20192"/>
                  <a:pt x="10800" y="20192"/>
                </a:cubicBezTo>
                <a:cubicBezTo>
                  <a:pt x="15987" y="20192"/>
                  <a:pt x="20192" y="15987"/>
                  <a:pt x="20192" y="10800"/>
                </a:cubicBezTo>
                <a:cubicBezTo>
                  <a:pt x="20192" y="5613"/>
                  <a:pt x="15987" y="1408"/>
                  <a:pt x="10800" y="1408"/>
                </a:cubicBezTo>
                <a:cubicBezTo>
                  <a:pt x="5613" y="1408"/>
                  <a:pt x="1408" y="5613"/>
                  <a:pt x="1408" y="108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0"/>
          <p:cNvSpPr/>
          <p:nvPr/>
        </p:nvSpPr>
        <p:spPr>
          <a:xfrm>
            <a:off x="6854760" y="1104400"/>
            <a:ext cx="1444770" cy="144477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08" y="10800"/>
                </a:moveTo>
                <a:cubicBezTo>
                  <a:pt x="1408" y="15987"/>
                  <a:pt x="5613" y="20192"/>
                  <a:pt x="10800" y="20192"/>
                </a:cubicBezTo>
                <a:cubicBezTo>
                  <a:pt x="15987" y="20192"/>
                  <a:pt x="20192" y="15987"/>
                  <a:pt x="20192" y="10800"/>
                </a:cubicBezTo>
                <a:cubicBezTo>
                  <a:pt x="20192" y="5613"/>
                  <a:pt x="15987" y="1408"/>
                  <a:pt x="10800" y="1408"/>
                </a:cubicBezTo>
                <a:cubicBezTo>
                  <a:pt x="5613" y="1408"/>
                  <a:pt x="1408" y="5613"/>
                  <a:pt x="1408" y="108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Title Only">
  <p:cSld name="24_Title Only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41"/>
          <p:cNvGrpSpPr/>
          <p:nvPr/>
        </p:nvGrpSpPr>
        <p:grpSpPr>
          <a:xfrm>
            <a:off x="5252990" y="1435492"/>
            <a:ext cx="2978410" cy="3708026"/>
            <a:chOff x="2" y="-1"/>
            <a:chExt cx="3971214" cy="4944034"/>
          </a:xfrm>
        </p:grpSpPr>
        <p:grpSp>
          <p:nvGrpSpPr>
            <p:cNvPr id="232" name="Google Shape;232;p41"/>
            <p:cNvGrpSpPr/>
            <p:nvPr/>
          </p:nvGrpSpPr>
          <p:grpSpPr>
            <a:xfrm>
              <a:off x="546607" y="-1"/>
              <a:ext cx="3389804" cy="3691714"/>
              <a:chOff x="6" y="0"/>
              <a:chExt cx="3389804" cy="3691714"/>
            </a:xfrm>
          </p:grpSpPr>
          <p:sp>
            <p:nvSpPr>
              <p:cNvPr id="233" name="Google Shape;233;p41"/>
              <p:cNvSpPr/>
              <p:nvPr/>
            </p:nvSpPr>
            <p:spPr>
              <a:xfrm flipH="1">
                <a:off x="2196149" y="2788442"/>
                <a:ext cx="568800" cy="5688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41"/>
              <p:cNvSpPr/>
              <p:nvPr/>
            </p:nvSpPr>
            <p:spPr>
              <a:xfrm flipH="1">
                <a:off x="2329073" y="1273154"/>
                <a:ext cx="670200" cy="6699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41"/>
              <p:cNvSpPr/>
              <p:nvPr/>
            </p:nvSpPr>
            <p:spPr>
              <a:xfrm flipH="1">
                <a:off x="2378442" y="429591"/>
                <a:ext cx="308400" cy="3084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41"/>
              <p:cNvSpPr/>
              <p:nvPr/>
            </p:nvSpPr>
            <p:spPr>
              <a:xfrm flipH="1">
                <a:off x="1241983" y="827940"/>
                <a:ext cx="531000" cy="5310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41"/>
              <p:cNvSpPr/>
              <p:nvPr/>
            </p:nvSpPr>
            <p:spPr>
              <a:xfrm flipH="1">
                <a:off x="902786" y="734211"/>
                <a:ext cx="292200" cy="2919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41"/>
              <p:cNvSpPr/>
              <p:nvPr/>
            </p:nvSpPr>
            <p:spPr>
              <a:xfrm flipH="1">
                <a:off x="1269421" y="1437180"/>
                <a:ext cx="386400" cy="3864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41"/>
              <p:cNvSpPr/>
              <p:nvPr/>
            </p:nvSpPr>
            <p:spPr>
              <a:xfrm flipH="1">
                <a:off x="90361" y="1343451"/>
                <a:ext cx="432900" cy="4329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41"/>
              <p:cNvSpPr/>
              <p:nvPr/>
            </p:nvSpPr>
            <p:spPr>
              <a:xfrm flipH="1">
                <a:off x="392924" y="2257310"/>
                <a:ext cx="466200" cy="4662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41"/>
              <p:cNvSpPr/>
              <p:nvPr/>
            </p:nvSpPr>
            <p:spPr>
              <a:xfrm flipH="1">
                <a:off x="1035001" y="2538497"/>
                <a:ext cx="316200" cy="3162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41"/>
              <p:cNvSpPr/>
              <p:nvPr/>
            </p:nvSpPr>
            <p:spPr>
              <a:xfrm flipH="1">
                <a:off x="133646" y="2140148"/>
                <a:ext cx="233400" cy="2334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41"/>
              <p:cNvSpPr/>
              <p:nvPr/>
            </p:nvSpPr>
            <p:spPr>
              <a:xfrm flipH="1">
                <a:off x="6" y="2436958"/>
                <a:ext cx="265500" cy="2655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41"/>
              <p:cNvSpPr/>
              <p:nvPr/>
            </p:nvSpPr>
            <p:spPr>
              <a:xfrm flipH="1">
                <a:off x="2725276" y="0"/>
                <a:ext cx="203700" cy="2037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41"/>
              <p:cNvSpPr/>
              <p:nvPr/>
            </p:nvSpPr>
            <p:spPr>
              <a:xfrm flipH="1">
                <a:off x="3108110" y="1437180"/>
                <a:ext cx="281700" cy="2817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41"/>
              <p:cNvSpPr/>
              <p:nvPr/>
            </p:nvSpPr>
            <p:spPr>
              <a:xfrm flipH="1">
                <a:off x="2183719" y="2491633"/>
                <a:ext cx="268800" cy="2688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41"/>
              <p:cNvSpPr/>
              <p:nvPr/>
            </p:nvSpPr>
            <p:spPr>
              <a:xfrm flipH="1">
                <a:off x="2646268" y="2600984"/>
                <a:ext cx="204600" cy="2046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41"/>
              <p:cNvSpPr/>
              <p:nvPr/>
            </p:nvSpPr>
            <p:spPr>
              <a:xfrm flipH="1">
                <a:off x="2431864" y="3421114"/>
                <a:ext cx="270600" cy="2706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41"/>
              <p:cNvSpPr/>
              <p:nvPr/>
            </p:nvSpPr>
            <p:spPr>
              <a:xfrm flipH="1">
                <a:off x="2573186" y="2374472"/>
                <a:ext cx="144900" cy="1449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41"/>
              <p:cNvSpPr/>
              <p:nvPr/>
            </p:nvSpPr>
            <p:spPr>
              <a:xfrm flipH="1">
                <a:off x="2854373" y="2889982"/>
                <a:ext cx="144900" cy="1449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41"/>
              <p:cNvSpPr/>
              <p:nvPr/>
            </p:nvSpPr>
            <p:spPr>
              <a:xfrm flipH="1">
                <a:off x="2094844" y="1796475"/>
                <a:ext cx="303000" cy="3030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41"/>
              <p:cNvSpPr/>
              <p:nvPr/>
            </p:nvSpPr>
            <p:spPr>
              <a:xfrm flipH="1">
                <a:off x="2319127" y="781076"/>
                <a:ext cx="211500" cy="2115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41"/>
              <p:cNvSpPr/>
              <p:nvPr/>
            </p:nvSpPr>
            <p:spPr>
              <a:xfrm flipH="1">
                <a:off x="2600529" y="234322"/>
                <a:ext cx="148800" cy="1488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41"/>
              <p:cNvSpPr/>
              <p:nvPr/>
            </p:nvSpPr>
            <p:spPr>
              <a:xfrm flipH="1">
                <a:off x="1709887" y="726400"/>
                <a:ext cx="211500" cy="2115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41"/>
              <p:cNvSpPr/>
              <p:nvPr/>
            </p:nvSpPr>
            <p:spPr>
              <a:xfrm flipH="1">
                <a:off x="1704433" y="1304397"/>
                <a:ext cx="177900" cy="1779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41"/>
              <p:cNvSpPr/>
              <p:nvPr/>
            </p:nvSpPr>
            <p:spPr>
              <a:xfrm flipH="1">
                <a:off x="1350421" y="1890204"/>
                <a:ext cx="305400" cy="3054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41"/>
              <p:cNvSpPr/>
              <p:nvPr/>
            </p:nvSpPr>
            <p:spPr>
              <a:xfrm flipH="1">
                <a:off x="1143826" y="1320019"/>
                <a:ext cx="152700" cy="1527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41"/>
              <p:cNvSpPr/>
              <p:nvPr/>
            </p:nvSpPr>
            <p:spPr>
              <a:xfrm flipH="1">
                <a:off x="1240266" y="656103"/>
                <a:ext cx="157800" cy="1578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41"/>
              <p:cNvSpPr/>
              <p:nvPr/>
            </p:nvSpPr>
            <p:spPr>
              <a:xfrm flipH="1">
                <a:off x="561705" y="1616828"/>
                <a:ext cx="211500" cy="2115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41"/>
              <p:cNvSpPr/>
              <p:nvPr/>
            </p:nvSpPr>
            <p:spPr>
              <a:xfrm flipH="1">
                <a:off x="817618" y="2694713"/>
                <a:ext cx="182100" cy="1821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41"/>
              <p:cNvSpPr/>
              <p:nvPr/>
            </p:nvSpPr>
            <p:spPr>
              <a:xfrm flipH="1">
                <a:off x="911046" y="2343228"/>
                <a:ext cx="182400" cy="1824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41"/>
              <p:cNvSpPr/>
              <p:nvPr/>
            </p:nvSpPr>
            <p:spPr>
              <a:xfrm flipH="1">
                <a:off x="308932" y="2655659"/>
                <a:ext cx="120600" cy="1206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3" name="Google Shape;263;p41"/>
            <p:cNvSpPr/>
            <p:nvPr/>
          </p:nvSpPr>
          <p:spPr>
            <a:xfrm flipH="1">
              <a:off x="2" y="508161"/>
              <a:ext cx="3971214" cy="4435872"/>
            </a:xfrm>
            <a:custGeom>
              <a:rect b="b" l="l" r="r" t="t"/>
              <a:pathLst>
                <a:path extrusionOk="0" h="20717" w="21600">
                  <a:moveTo>
                    <a:pt x="10490" y="20717"/>
                  </a:moveTo>
                  <a:lnTo>
                    <a:pt x="4933" y="20717"/>
                  </a:lnTo>
                  <a:cubicBezTo>
                    <a:pt x="4933" y="20717"/>
                    <a:pt x="5598" y="16843"/>
                    <a:pt x="7811" y="12023"/>
                  </a:cubicBezTo>
                  <a:cubicBezTo>
                    <a:pt x="8850" y="9762"/>
                    <a:pt x="6890" y="8231"/>
                    <a:pt x="4376" y="8017"/>
                  </a:cubicBezTo>
                  <a:cubicBezTo>
                    <a:pt x="1862" y="7804"/>
                    <a:pt x="621" y="9163"/>
                    <a:pt x="621" y="9163"/>
                  </a:cubicBezTo>
                  <a:cubicBezTo>
                    <a:pt x="621" y="9163"/>
                    <a:pt x="3645" y="5282"/>
                    <a:pt x="8382" y="8564"/>
                  </a:cubicBezTo>
                  <a:cubicBezTo>
                    <a:pt x="8286" y="6665"/>
                    <a:pt x="8038" y="2421"/>
                    <a:pt x="0" y="2022"/>
                  </a:cubicBezTo>
                  <a:cubicBezTo>
                    <a:pt x="0" y="2022"/>
                    <a:pt x="3631" y="1329"/>
                    <a:pt x="7014" y="3621"/>
                  </a:cubicBezTo>
                  <a:cubicBezTo>
                    <a:pt x="7014" y="3621"/>
                    <a:pt x="7014" y="-883"/>
                    <a:pt x="12755" y="156"/>
                  </a:cubicBezTo>
                  <a:cubicBezTo>
                    <a:pt x="11638" y="-30"/>
                    <a:pt x="7908" y="-221"/>
                    <a:pt x="8207" y="3069"/>
                  </a:cubicBezTo>
                  <a:cubicBezTo>
                    <a:pt x="8433" y="5557"/>
                    <a:pt x="9670" y="5567"/>
                    <a:pt x="9966" y="9063"/>
                  </a:cubicBezTo>
                  <a:cubicBezTo>
                    <a:pt x="10494" y="8663"/>
                    <a:pt x="12197" y="7778"/>
                    <a:pt x="12538" y="6045"/>
                  </a:cubicBezTo>
                  <a:cubicBezTo>
                    <a:pt x="12879" y="4313"/>
                    <a:pt x="14834" y="1062"/>
                    <a:pt x="18155" y="3114"/>
                  </a:cubicBezTo>
                  <a:cubicBezTo>
                    <a:pt x="18155" y="3114"/>
                    <a:pt x="16485" y="2285"/>
                    <a:pt x="15238" y="3319"/>
                  </a:cubicBezTo>
                  <a:cubicBezTo>
                    <a:pt x="13593" y="4685"/>
                    <a:pt x="14740" y="6067"/>
                    <a:pt x="13345" y="6685"/>
                  </a:cubicBezTo>
                  <a:cubicBezTo>
                    <a:pt x="14369" y="6472"/>
                    <a:pt x="19144" y="5746"/>
                    <a:pt x="21600" y="9430"/>
                  </a:cubicBezTo>
                  <a:cubicBezTo>
                    <a:pt x="21041" y="9137"/>
                    <a:pt x="18022" y="5924"/>
                    <a:pt x="12953" y="7637"/>
                  </a:cubicBezTo>
                  <a:cubicBezTo>
                    <a:pt x="12301" y="8489"/>
                    <a:pt x="12409" y="8647"/>
                    <a:pt x="11540" y="9207"/>
                  </a:cubicBezTo>
                  <a:cubicBezTo>
                    <a:pt x="10671" y="9766"/>
                    <a:pt x="10800" y="10602"/>
                    <a:pt x="10800" y="10602"/>
                  </a:cubicBezTo>
                  <a:cubicBezTo>
                    <a:pt x="10800" y="10602"/>
                    <a:pt x="13505" y="11044"/>
                    <a:pt x="15052" y="10682"/>
                  </a:cubicBezTo>
                  <a:cubicBezTo>
                    <a:pt x="17856" y="10027"/>
                    <a:pt x="19167" y="11671"/>
                    <a:pt x="19602" y="12311"/>
                  </a:cubicBezTo>
                  <a:cubicBezTo>
                    <a:pt x="19602" y="12311"/>
                    <a:pt x="17773" y="10359"/>
                    <a:pt x="15331" y="11215"/>
                  </a:cubicBezTo>
                  <a:cubicBezTo>
                    <a:pt x="13477" y="11865"/>
                    <a:pt x="10955" y="10815"/>
                    <a:pt x="10800" y="11828"/>
                  </a:cubicBezTo>
                  <a:cubicBezTo>
                    <a:pt x="10645" y="12841"/>
                    <a:pt x="10210" y="19400"/>
                    <a:pt x="10490" y="20717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Gill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41"/>
          <p:cNvSpPr/>
          <p:nvPr>
            <p:ph idx="2" type="pic"/>
          </p:nvPr>
        </p:nvSpPr>
        <p:spPr>
          <a:xfrm>
            <a:off x="6295926" y="793087"/>
            <a:ext cx="1143000" cy="11439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5" name="Google Shape;265;p41"/>
          <p:cNvSpPr/>
          <p:nvPr>
            <p:ph idx="3" type="pic"/>
          </p:nvPr>
        </p:nvSpPr>
        <p:spPr>
          <a:xfrm>
            <a:off x="5583940" y="1742144"/>
            <a:ext cx="635700" cy="6360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6" name="Google Shape;266;p41"/>
          <p:cNvSpPr/>
          <p:nvPr>
            <p:ph idx="4" type="pic"/>
          </p:nvPr>
        </p:nvSpPr>
        <p:spPr>
          <a:xfrm>
            <a:off x="4870651" y="2463536"/>
            <a:ext cx="872700" cy="8733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41"/>
          <p:cNvSpPr/>
          <p:nvPr>
            <p:ph idx="5" type="pic"/>
          </p:nvPr>
        </p:nvSpPr>
        <p:spPr>
          <a:xfrm>
            <a:off x="5230238" y="3559279"/>
            <a:ext cx="565500" cy="5658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8" name="Google Shape;268;p41"/>
          <p:cNvSpPr/>
          <p:nvPr>
            <p:ph idx="6" type="pic"/>
          </p:nvPr>
        </p:nvSpPr>
        <p:spPr>
          <a:xfrm>
            <a:off x="7675466" y="1787983"/>
            <a:ext cx="648300" cy="6489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9" name="Google Shape;269;p41"/>
          <p:cNvSpPr/>
          <p:nvPr>
            <p:ph idx="7" type="pic"/>
          </p:nvPr>
        </p:nvSpPr>
        <p:spPr>
          <a:xfrm>
            <a:off x="7718258" y="2890810"/>
            <a:ext cx="562800" cy="5631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0" name="Google Shape;270;p41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71" name="Google Shape;271;p41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2" name="Google Shape;272;p41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Blank" showMasterSp="0">
  <p:cSld name="9_Blank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5" name="Google Shape;275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2"/>
          <p:cNvSpPr/>
          <p:nvPr/>
        </p:nvSpPr>
        <p:spPr>
          <a:xfrm>
            <a:off x="616690" y="4668272"/>
            <a:ext cx="1832700" cy="47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2"/>
          <p:cNvSpPr txBox="1"/>
          <p:nvPr>
            <p:ph type="title"/>
          </p:nvPr>
        </p:nvSpPr>
        <p:spPr>
          <a:xfrm>
            <a:off x="616690" y="2860844"/>
            <a:ext cx="3578700" cy="18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Roboto Black"/>
              <a:buNone/>
              <a:defRPr b="1" sz="33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78" name="Google Shape;278;p42"/>
          <p:cNvSpPr/>
          <p:nvPr>
            <p:ph idx="2" type="pic"/>
          </p:nvPr>
        </p:nvSpPr>
        <p:spPr>
          <a:xfrm>
            <a:off x="616690" y="1"/>
            <a:ext cx="1832700" cy="25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Title Only">
  <p:cSld name="25_Title Only">
    <p:bg>
      <p:bgPr>
        <a:solidFill>
          <a:schemeClr val="accen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/>
          <p:nvPr>
            <p:ph idx="2" type="pic"/>
          </p:nvPr>
        </p:nvSpPr>
        <p:spPr>
          <a:xfrm>
            <a:off x="3008841" y="2908465"/>
            <a:ext cx="6135300" cy="2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type="title"/>
          </p:nvPr>
        </p:nvSpPr>
        <p:spPr>
          <a:xfrm>
            <a:off x="54243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Roboto"/>
              <a:buNone/>
              <a:defRPr sz="1400">
                <a:solidFill>
                  <a:srgbClr val="F2F2F2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82" name="Google Shape;282;p43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54243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None/>
              <a:defRPr sz="800">
                <a:solidFill>
                  <a:srgbClr val="F2F2F2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Title Only">
  <p:cSld name="26_Title Only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86" name="Google Shape;286;p44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7" name="Google Shape;287;p44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8" name="Google Shape;288;p44"/>
          <p:cNvSpPr/>
          <p:nvPr>
            <p:ph idx="2" type="pic"/>
          </p:nvPr>
        </p:nvSpPr>
        <p:spPr>
          <a:xfrm>
            <a:off x="1309661" y="1137767"/>
            <a:ext cx="6585600" cy="17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Title Only">
  <p:cSld name="27_Title Only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/>
          <p:nvPr>
            <p:ph idx="2" type="pic"/>
          </p:nvPr>
        </p:nvSpPr>
        <p:spPr>
          <a:xfrm>
            <a:off x="1176077" y="968837"/>
            <a:ext cx="2628900" cy="14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45"/>
          <p:cNvSpPr/>
          <p:nvPr>
            <p:ph idx="3" type="pic"/>
          </p:nvPr>
        </p:nvSpPr>
        <p:spPr>
          <a:xfrm>
            <a:off x="5230545" y="2751587"/>
            <a:ext cx="2628900" cy="14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45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93" name="Google Shape;293;p45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6_Title Only">
  <p:cSld name="56_Title Only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6"/>
          <p:cNvSpPr/>
          <p:nvPr>
            <p:ph idx="2" type="pic"/>
          </p:nvPr>
        </p:nvSpPr>
        <p:spPr>
          <a:xfrm>
            <a:off x="385611" y="2189090"/>
            <a:ext cx="83727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7" name="Google Shape;297;p46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98" name="Google Shape;298;p46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9" name="Google Shape;299;p46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Only">
  <p:cSld name="28_Title Only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/>
          <p:nvPr>
            <p:ph idx="2" type="pic"/>
          </p:nvPr>
        </p:nvSpPr>
        <p:spPr>
          <a:xfrm>
            <a:off x="0" y="0"/>
            <a:ext cx="9144000" cy="24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47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03" name="Google Shape;303;p47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4" name="Google Shape;304;p47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Blank" showMasterSp="0">
  <p:cSld name="10_Blank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7" name="Google Shape;307;p48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Title Only">
  <p:cSld name="29_Title Only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0" name="Google Shape;310;p49"/>
          <p:cNvSpPr/>
          <p:nvPr>
            <p:ph idx="2" type="pic"/>
          </p:nvPr>
        </p:nvSpPr>
        <p:spPr>
          <a:xfrm>
            <a:off x="4347166" y="-2"/>
            <a:ext cx="4796700" cy="15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1" name="Google Shape;311;p49"/>
          <p:cNvSpPr/>
          <p:nvPr>
            <p:ph idx="3" type="pic"/>
          </p:nvPr>
        </p:nvSpPr>
        <p:spPr>
          <a:xfrm>
            <a:off x="0" y="1535008"/>
            <a:ext cx="4796700" cy="15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2" name="Google Shape;312;p49"/>
          <p:cNvSpPr/>
          <p:nvPr>
            <p:ph idx="4" type="pic"/>
          </p:nvPr>
        </p:nvSpPr>
        <p:spPr>
          <a:xfrm>
            <a:off x="4347164" y="3074914"/>
            <a:ext cx="4796700" cy="15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313" name="Google Shape;313;p49"/>
          <p:cNvGrpSpPr/>
          <p:nvPr/>
        </p:nvGrpSpPr>
        <p:grpSpPr>
          <a:xfrm>
            <a:off x="9" y="-1"/>
            <a:ext cx="9143982" cy="4620785"/>
            <a:chOff x="12" y="-1"/>
            <a:chExt cx="12191975" cy="6161047"/>
          </a:xfrm>
        </p:grpSpPr>
        <p:sp>
          <p:nvSpPr>
            <p:cNvPr id="314" name="Google Shape;314;p49"/>
            <p:cNvSpPr/>
            <p:nvPr/>
          </p:nvSpPr>
          <p:spPr>
            <a:xfrm flipH="1">
              <a:off x="2724359" y="-1"/>
              <a:ext cx="3083100" cy="206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49"/>
            <p:cNvSpPr/>
            <p:nvPr/>
          </p:nvSpPr>
          <p:spPr>
            <a:xfrm flipH="1">
              <a:off x="12" y="-1"/>
              <a:ext cx="2955528" cy="2061072"/>
            </a:xfrm>
            <a:custGeom>
              <a:rect b="b" l="l" r="r" t="t"/>
              <a:pathLst>
                <a:path extrusionOk="0" h="21600" w="21600">
                  <a:moveTo>
                    <a:pt x="1677" y="0"/>
                  </a:moveTo>
                  <a:lnTo>
                    <a:pt x="1677" y="4136"/>
                  </a:lnTo>
                  <a:lnTo>
                    <a:pt x="0" y="5226"/>
                  </a:lnTo>
                  <a:lnTo>
                    <a:pt x="1677" y="6318"/>
                  </a:lnTo>
                  <a:lnTo>
                    <a:pt x="1677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16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49"/>
            <p:cNvSpPr/>
            <p:nvPr/>
          </p:nvSpPr>
          <p:spPr>
            <a:xfrm>
              <a:off x="6384540" y="2054343"/>
              <a:ext cx="3083100" cy="206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49"/>
            <p:cNvSpPr/>
            <p:nvPr/>
          </p:nvSpPr>
          <p:spPr>
            <a:xfrm>
              <a:off x="9236459" y="2054343"/>
              <a:ext cx="2955528" cy="2061072"/>
            </a:xfrm>
            <a:custGeom>
              <a:rect b="b" l="l" r="r" t="t"/>
              <a:pathLst>
                <a:path extrusionOk="0" h="21600" w="21600">
                  <a:moveTo>
                    <a:pt x="1677" y="0"/>
                  </a:moveTo>
                  <a:lnTo>
                    <a:pt x="1677" y="4136"/>
                  </a:lnTo>
                  <a:lnTo>
                    <a:pt x="0" y="5226"/>
                  </a:lnTo>
                  <a:lnTo>
                    <a:pt x="1677" y="6318"/>
                  </a:lnTo>
                  <a:lnTo>
                    <a:pt x="1677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1677" y="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49"/>
            <p:cNvSpPr/>
            <p:nvPr/>
          </p:nvSpPr>
          <p:spPr>
            <a:xfrm flipH="1">
              <a:off x="2724359" y="4099974"/>
              <a:ext cx="3083100" cy="206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49"/>
            <p:cNvSpPr/>
            <p:nvPr/>
          </p:nvSpPr>
          <p:spPr>
            <a:xfrm flipH="1">
              <a:off x="12" y="4099974"/>
              <a:ext cx="2955528" cy="2061072"/>
            </a:xfrm>
            <a:custGeom>
              <a:rect b="b" l="l" r="r" t="t"/>
              <a:pathLst>
                <a:path extrusionOk="0" h="21600" w="21600">
                  <a:moveTo>
                    <a:pt x="1677" y="0"/>
                  </a:moveTo>
                  <a:lnTo>
                    <a:pt x="1677" y="4136"/>
                  </a:lnTo>
                  <a:lnTo>
                    <a:pt x="0" y="5226"/>
                  </a:lnTo>
                  <a:lnTo>
                    <a:pt x="1677" y="6318"/>
                  </a:lnTo>
                  <a:lnTo>
                    <a:pt x="1677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1677" y="0"/>
                  </a:lnTo>
                  <a:close/>
                </a:path>
              </a:pathLst>
            </a:custGeom>
            <a:solidFill>
              <a:srgbClr val="44546A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8_Title Only">
  <p:cSld name="58_Title Only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0"/>
          <p:cNvSpPr/>
          <p:nvPr>
            <p:ph idx="2" type="pic"/>
          </p:nvPr>
        </p:nvSpPr>
        <p:spPr>
          <a:xfrm>
            <a:off x="0" y="3629025"/>
            <a:ext cx="9144000" cy="15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2" name="Google Shape;322;p50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23" name="Google Shape;323;p50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4" name="Google Shape;324;p50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5_Title Only">
  <p:cSld name="55_Title Only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1"/>
          <p:cNvSpPr/>
          <p:nvPr>
            <p:ph idx="2" type="pic"/>
          </p:nvPr>
        </p:nvSpPr>
        <p:spPr>
          <a:xfrm>
            <a:off x="544285" y="914400"/>
            <a:ext cx="6618600" cy="18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7" name="Google Shape;327;p51"/>
          <p:cNvSpPr/>
          <p:nvPr>
            <p:ph idx="3" type="pic"/>
          </p:nvPr>
        </p:nvSpPr>
        <p:spPr>
          <a:xfrm>
            <a:off x="7162800" y="2786742"/>
            <a:ext cx="1636200" cy="15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8" name="Google Shape;328;p51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29" name="Google Shape;329;p51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0" name="Google Shape;330;p51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1" name="Google Shape;331;p51"/>
          <p:cNvSpPr/>
          <p:nvPr/>
        </p:nvSpPr>
        <p:spPr>
          <a:xfrm>
            <a:off x="7162800" y="0"/>
            <a:ext cx="1636200" cy="278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4_Title Only">
  <p:cSld name="54_Title Only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2"/>
          <p:cNvSpPr/>
          <p:nvPr>
            <p:ph idx="2" type="pic"/>
          </p:nvPr>
        </p:nvSpPr>
        <p:spPr>
          <a:xfrm>
            <a:off x="3895725" y="1905746"/>
            <a:ext cx="4903200" cy="24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52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35" name="Google Shape;335;p52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6" name="Google Shape;336;p52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3_Title Only">
  <p:cSld name="53_Title Only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3"/>
          <p:cNvSpPr/>
          <p:nvPr>
            <p:ph idx="2" type="pic"/>
          </p:nvPr>
        </p:nvSpPr>
        <p:spPr>
          <a:xfrm>
            <a:off x="498276" y="1328840"/>
            <a:ext cx="8300700" cy="3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9" name="Google Shape;339;p53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40" name="Google Shape;340;p53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1" name="Google Shape;341;p53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2_Title Only">
  <p:cSld name="52_Title Only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4"/>
          <p:cNvSpPr/>
          <p:nvPr>
            <p:ph idx="2" type="pic"/>
          </p:nvPr>
        </p:nvSpPr>
        <p:spPr>
          <a:xfrm>
            <a:off x="4572001" y="0"/>
            <a:ext cx="45720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4" name="Google Shape;344;p54"/>
          <p:cNvSpPr/>
          <p:nvPr/>
        </p:nvSpPr>
        <p:spPr>
          <a:xfrm>
            <a:off x="0" y="0"/>
            <a:ext cx="4572000" cy="3914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54"/>
          <p:cNvSpPr txBox="1"/>
          <p:nvPr>
            <p:ph type="title"/>
          </p:nvPr>
        </p:nvSpPr>
        <p:spPr>
          <a:xfrm>
            <a:off x="485280" y="106881"/>
            <a:ext cx="39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46" name="Google Shape;346;p54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7" name="Google Shape;347;p54"/>
          <p:cNvSpPr txBox="1"/>
          <p:nvPr>
            <p:ph idx="1" type="body"/>
          </p:nvPr>
        </p:nvSpPr>
        <p:spPr>
          <a:xfrm>
            <a:off x="485281" y="356339"/>
            <a:ext cx="31689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8" name="Google Shape;348;p54"/>
          <p:cNvSpPr/>
          <p:nvPr>
            <p:ph idx="3" type="pic"/>
          </p:nvPr>
        </p:nvSpPr>
        <p:spPr>
          <a:xfrm>
            <a:off x="3640696" y="1248963"/>
            <a:ext cx="2130900" cy="25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Blank" showMasterSp="0">
  <p:cSld name="13_Blank">
    <p:bg>
      <p:bgPr>
        <a:solidFill>
          <a:schemeClr val="accent1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5"/>
          <p:cNvSpPr/>
          <p:nvPr>
            <p:ph idx="2" type="pic"/>
          </p:nvPr>
        </p:nvSpPr>
        <p:spPr>
          <a:xfrm>
            <a:off x="1107419" y="959713"/>
            <a:ext cx="3414300" cy="22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1" name="Google Shape;351;p55"/>
          <p:cNvSpPr/>
          <p:nvPr>
            <p:ph idx="3" type="pic"/>
          </p:nvPr>
        </p:nvSpPr>
        <p:spPr>
          <a:xfrm>
            <a:off x="4631668" y="959713"/>
            <a:ext cx="3405000" cy="22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2" name="Google Shape;352;p55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353" name="Google Shape;353;p55"/>
          <p:cNvGrpSpPr/>
          <p:nvPr/>
        </p:nvGrpSpPr>
        <p:grpSpPr>
          <a:xfrm>
            <a:off x="926921" y="785543"/>
            <a:ext cx="380925" cy="380925"/>
            <a:chOff x="0" y="0"/>
            <a:chExt cx="507900" cy="507900"/>
          </a:xfrm>
        </p:grpSpPr>
        <p:cxnSp>
          <p:nvCxnSpPr>
            <p:cNvPr id="354" name="Google Shape;354;p55"/>
            <p:cNvCxnSpPr/>
            <p:nvPr/>
          </p:nvCxnSpPr>
          <p:spPr>
            <a:xfrm>
              <a:off x="106949" y="0"/>
              <a:ext cx="0" cy="5079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5" name="Google Shape;355;p55"/>
            <p:cNvCxnSpPr/>
            <p:nvPr/>
          </p:nvCxnSpPr>
          <p:spPr>
            <a:xfrm>
              <a:off x="0" y="77592"/>
              <a:ext cx="507900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56" name="Google Shape;356;p55"/>
          <p:cNvGrpSpPr/>
          <p:nvPr/>
        </p:nvGrpSpPr>
        <p:grpSpPr>
          <a:xfrm>
            <a:off x="7837107" y="785543"/>
            <a:ext cx="380925" cy="380925"/>
            <a:chOff x="100" y="0"/>
            <a:chExt cx="507900" cy="507900"/>
          </a:xfrm>
        </p:grpSpPr>
        <p:cxnSp>
          <p:nvCxnSpPr>
            <p:cNvPr id="357" name="Google Shape;357;p55"/>
            <p:cNvCxnSpPr/>
            <p:nvPr/>
          </p:nvCxnSpPr>
          <p:spPr>
            <a:xfrm>
              <a:off x="401052" y="0"/>
              <a:ext cx="0" cy="5079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8" name="Google Shape;358;p55"/>
            <p:cNvCxnSpPr/>
            <p:nvPr/>
          </p:nvCxnSpPr>
          <p:spPr>
            <a:xfrm rot="10800000">
              <a:off x="100" y="77593"/>
              <a:ext cx="507900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59" name="Google Shape;359;p55"/>
          <p:cNvGrpSpPr/>
          <p:nvPr/>
        </p:nvGrpSpPr>
        <p:grpSpPr>
          <a:xfrm>
            <a:off x="926921" y="2973687"/>
            <a:ext cx="380925" cy="380925"/>
            <a:chOff x="0" y="100"/>
            <a:chExt cx="507900" cy="507900"/>
          </a:xfrm>
        </p:grpSpPr>
        <p:cxnSp>
          <p:nvCxnSpPr>
            <p:cNvPr id="360" name="Google Shape;360;p55"/>
            <p:cNvCxnSpPr/>
            <p:nvPr/>
          </p:nvCxnSpPr>
          <p:spPr>
            <a:xfrm rot="10800000">
              <a:off x="106948" y="100"/>
              <a:ext cx="0" cy="5079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1" name="Google Shape;361;p55"/>
            <p:cNvCxnSpPr/>
            <p:nvPr/>
          </p:nvCxnSpPr>
          <p:spPr>
            <a:xfrm>
              <a:off x="0" y="430407"/>
              <a:ext cx="507900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62" name="Google Shape;362;p55"/>
          <p:cNvGrpSpPr/>
          <p:nvPr/>
        </p:nvGrpSpPr>
        <p:grpSpPr>
          <a:xfrm>
            <a:off x="7837107" y="2973687"/>
            <a:ext cx="380925" cy="380925"/>
            <a:chOff x="100" y="100"/>
            <a:chExt cx="507900" cy="507900"/>
          </a:xfrm>
        </p:grpSpPr>
        <p:cxnSp>
          <p:nvCxnSpPr>
            <p:cNvPr id="363" name="Google Shape;363;p55"/>
            <p:cNvCxnSpPr/>
            <p:nvPr/>
          </p:nvCxnSpPr>
          <p:spPr>
            <a:xfrm rot="10800000">
              <a:off x="401051" y="100"/>
              <a:ext cx="0" cy="5079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" name="Google Shape;364;p55"/>
            <p:cNvCxnSpPr/>
            <p:nvPr/>
          </p:nvCxnSpPr>
          <p:spPr>
            <a:xfrm rot="10800000">
              <a:off x="100" y="430408"/>
              <a:ext cx="507900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_Title Only">
  <p:cSld name="51_Title Only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6"/>
          <p:cNvSpPr/>
          <p:nvPr>
            <p:ph idx="2" type="pic"/>
          </p:nvPr>
        </p:nvSpPr>
        <p:spPr>
          <a:xfrm>
            <a:off x="498276" y="1045029"/>
            <a:ext cx="19293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7" name="Google Shape;367;p56"/>
          <p:cNvSpPr/>
          <p:nvPr>
            <p:ph idx="3" type="pic"/>
          </p:nvPr>
        </p:nvSpPr>
        <p:spPr>
          <a:xfrm>
            <a:off x="5584372" y="1045029"/>
            <a:ext cx="3214500" cy="17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8" name="Google Shape;368;p56"/>
          <p:cNvSpPr/>
          <p:nvPr>
            <p:ph idx="4" type="pic"/>
          </p:nvPr>
        </p:nvSpPr>
        <p:spPr>
          <a:xfrm>
            <a:off x="5584372" y="2931836"/>
            <a:ext cx="3214500" cy="17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9" name="Google Shape;369;p56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70" name="Google Shape;370;p56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1" name="Google Shape;371;p56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Blank" showMasterSp="0">
  <p:cSld name="12_Blank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7"/>
          <p:cNvSpPr/>
          <p:nvPr>
            <p:ph idx="2" type="pic"/>
          </p:nvPr>
        </p:nvSpPr>
        <p:spPr>
          <a:xfrm>
            <a:off x="2671010" y="1"/>
            <a:ext cx="19707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4" name="Google Shape;374;p57"/>
          <p:cNvSpPr/>
          <p:nvPr>
            <p:ph idx="3" type="pic"/>
          </p:nvPr>
        </p:nvSpPr>
        <p:spPr>
          <a:xfrm>
            <a:off x="4715181" y="0"/>
            <a:ext cx="23847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5" name="Google Shape;375;p57"/>
          <p:cNvSpPr/>
          <p:nvPr>
            <p:ph idx="4" type="pic"/>
          </p:nvPr>
        </p:nvSpPr>
        <p:spPr>
          <a:xfrm>
            <a:off x="7173217" y="0"/>
            <a:ext cx="19707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6" name="Google Shape;376;p57"/>
          <p:cNvSpPr/>
          <p:nvPr>
            <p:ph idx="5" type="pic"/>
          </p:nvPr>
        </p:nvSpPr>
        <p:spPr>
          <a:xfrm>
            <a:off x="7173217" y="3445328"/>
            <a:ext cx="19707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7" name="Google Shape;377;p57"/>
          <p:cNvSpPr/>
          <p:nvPr>
            <p:ph idx="6" type="pic"/>
          </p:nvPr>
        </p:nvSpPr>
        <p:spPr>
          <a:xfrm>
            <a:off x="2671010" y="3445328"/>
            <a:ext cx="19707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8" name="Google Shape;378;p57"/>
          <p:cNvSpPr/>
          <p:nvPr>
            <p:ph idx="7" type="pic"/>
          </p:nvPr>
        </p:nvSpPr>
        <p:spPr>
          <a:xfrm>
            <a:off x="4715181" y="3445328"/>
            <a:ext cx="23847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9" name="Google Shape;379;p57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_Title Only">
  <p:cSld name="50_Title Only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8"/>
          <p:cNvSpPr/>
          <p:nvPr>
            <p:ph idx="2" type="pic"/>
          </p:nvPr>
        </p:nvSpPr>
        <p:spPr>
          <a:xfrm>
            <a:off x="473240" y="1600199"/>
            <a:ext cx="1355700" cy="1698300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235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2" name="Google Shape;382;p58"/>
          <p:cNvSpPr/>
          <p:nvPr>
            <p:ph idx="3" type="pic"/>
          </p:nvPr>
        </p:nvSpPr>
        <p:spPr>
          <a:xfrm>
            <a:off x="7609114" y="1600199"/>
            <a:ext cx="1189800" cy="1698300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235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3" name="Google Shape;383;p58"/>
          <p:cNvSpPr/>
          <p:nvPr>
            <p:ph idx="4" type="pic"/>
          </p:nvPr>
        </p:nvSpPr>
        <p:spPr>
          <a:xfrm>
            <a:off x="1476053" y="1284514"/>
            <a:ext cx="1827600" cy="2013900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235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4" name="Google Shape;384;p58"/>
          <p:cNvSpPr/>
          <p:nvPr>
            <p:ph idx="5" type="pic"/>
          </p:nvPr>
        </p:nvSpPr>
        <p:spPr>
          <a:xfrm>
            <a:off x="6096000" y="1284514"/>
            <a:ext cx="1700100" cy="2013900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235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5" name="Google Shape;385;p58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86" name="Google Shape;386;p58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7" name="Google Shape;387;p58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8" name="Google Shape;388;p58"/>
          <p:cNvSpPr/>
          <p:nvPr>
            <p:ph idx="6" type="pic"/>
          </p:nvPr>
        </p:nvSpPr>
        <p:spPr>
          <a:xfrm>
            <a:off x="2951017" y="1012370"/>
            <a:ext cx="3370200" cy="2286000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235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9_Title Only">
  <p:cSld name="49_Title Only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9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91" name="Google Shape;391;p59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2" name="Google Shape;392;p59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3" name="Google Shape;393;p59"/>
          <p:cNvSpPr/>
          <p:nvPr>
            <p:ph idx="2" type="pic"/>
          </p:nvPr>
        </p:nvSpPr>
        <p:spPr>
          <a:xfrm>
            <a:off x="0" y="699406"/>
            <a:ext cx="3644100" cy="3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4" name="Google Shape;394;p59"/>
          <p:cNvSpPr/>
          <p:nvPr>
            <p:ph idx="3" type="pic"/>
          </p:nvPr>
        </p:nvSpPr>
        <p:spPr>
          <a:xfrm>
            <a:off x="3645940" y="699406"/>
            <a:ext cx="1838100" cy="18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5" name="Google Shape;395;p59"/>
          <p:cNvSpPr/>
          <p:nvPr>
            <p:ph idx="4" type="pic"/>
          </p:nvPr>
        </p:nvSpPr>
        <p:spPr>
          <a:xfrm>
            <a:off x="5463442" y="699406"/>
            <a:ext cx="1838100" cy="18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6" name="Google Shape;396;p59"/>
          <p:cNvSpPr/>
          <p:nvPr>
            <p:ph idx="5" type="pic"/>
          </p:nvPr>
        </p:nvSpPr>
        <p:spPr>
          <a:xfrm>
            <a:off x="7305903" y="699406"/>
            <a:ext cx="1838100" cy="18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7" name="Google Shape;397;p59"/>
          <p:cNvSpPr/>
          <p:nvPr>
            <p:ph idx="6" type="pic"/>
          </p:nvPr>
        </p:nvSpPr>
        <p:spPr>
          <a:xfrm>
            <a:off x="3636932" y="2578700"/>
            <a:ext cx="3669000" cy="19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8" name="Google Shape;398;p59"/>
          <p:cNvSpPr/>
          <p:nvPr/>
        </p:nvSpPr>
        <p:spPr>
          <a:xfrm>
            <a:off x="7303459" y="2578700"/>
            <a:ext cx="1844700" cy="190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8_Title Only">
  <p:cSld name="48_Title Only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0"/>
          <p:cNvSpPr/>
          <p:nvPr>
            <p:ph idx="2" type="pic"/>
          </p:nvPr>
        </p:nvSpPr>
        <p:spPr>
          <a:xfrm>
            <a:off x="5852138" y="1323283"/>
            <a:ext cx="3025200" cy="28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1" name="Google Shape;401;p60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02" name="Google Shape;402;p60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3" name="Google Shape;403;p60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7_Title Only">
  <p:cSld name="47_Title Only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1"/>
          <p:cNvSpPr/>
          <p:nvPr>
            <p:ph idx="2" type="pic"/>
          </p:nvPr>
        </p:nvSpPr>
        <p:spPr>
          <a:xfrm>
            <a:off x="1720320" y="1216320"/>
            <a:ext cx="7423800" cy="31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6" name="Google Shape;406;p61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07" name="Google Shape;407;p61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8" name="Google Shape;408;p61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6_Title Only">
  <p:cSld name="46_Title Onl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2"/>
          <p:cNvSpPr/>
          <p:nvPr>
            <p:ph idx="2" type="pic"/>
          </p:nvPr>
        </p:nvSpPr>
        <p:spPr>
          <a:xfrm>
            <a:off x="0" y="-1"/>
            <a:ext cx="9144000" cy="3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1" name="Google Shape;411;p62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12" name="Google Shape;412;p62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3" name="Google Shape;413;p62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5_Title Only">
  <p:cSld name="45_Title Onl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3"/>
          <p:cNvSpPr/>
          <p:nvPr>
            <p:ph idx="2" type="pic"/>
          </p:nvPr>
        </p:nvSpPr>
        <p:spPr>
          <a:xfrm>
            <a:off x="1" y="1489205"/>
            <a:ext cx="3142800" cy="25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6" name="Google Shape;416;p63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17" name="Google Shape;417;p63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8" name="Google Shape;418;p63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4_Title Only">
  <p:cSld name="44_Title Only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4"/>
          <p:cNvSpPr/>
          <p:nvPr>
            <p:ph idx="2" type="pic"/>
          </p:nvPr>
        </p:nvSpPr>
        <p:spPr>
          <a:xfrm>
            <a:off x="4383475" y="2415860"/>
            <a:ext cx="4760400" cy="27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1" name="Google Shape;421;p64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22" name="Google Shape;422;p64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3" name="Google Shape;423;p64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3_Title Only">
  <p:cSld name="43_Title Only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5"/>
          <p:cNvSpPr/>
          <p:nvPr>
            <p:ph idx="2" type="pic"/>
          </p:nvPr>
        </p:nvSpPr>
        <p:spPr>
          <a:xfrm>
            <a:off x="1624313" y="1208314"/>
            <a:ext cx="1673400" cy="16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6" name="Google Shape;426;p65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27" name="Google Shape;427;p65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8" name="Google Shape;428;p65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9" name="Google Shape;429;p65"/>
          <p:cNvSpPr/>
          <p:nvPr>
            <p:ph idx="3" type="pic"/>
          </p:nvPr>
        </p:nvSpPr>
        <p:spPr>
          <a:xfrm>
            <a:off x="4634089" y="1143054"/>
            <a:ext cx="4008300" cy="14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2_Title Only">
  <p:cSld name="42_Title Only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6"/>
          <p:cNvSpPr/>
          <p:nvPr>
            <p:ph idx="2" type="pic"/>
          </p:nvPr>
        </p:nvSpPr>
        <p:spPr>
          <a:xfrm>
            <a:off x="0" y="0"/>
            <a:ext cx="91440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2" name="Google Shape;432;p66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33" name="Google Shape;433;p66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4" name="Google Shape;434;p66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_Title Only">
  <p:cSld name="41_Title Only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7"/>
          <p:cNvSpPr/>
          <p:nvPr>
            <p:ph idx="2" type="pic"/>
          </p:nvPr>
        </p:nvSpPr>
        <p:spPr>
          <a:xfrm>
            <a:off x="1323974" y="2146426"/>
            <a:ext cx="5410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7" name="Google Shape;437;p67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38" name="Google Shape;438;p67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9" name="Google Shape;439;p67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_Title Only">
  <p:cSld name="40_Title Only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8"/>
          <p:cNvSpPr/>
          <p:nvPr>
            <p:ph idx="2" type="pic"/>
          </p:nvPr>
        </p:nvSpPr>
        <p:spPr>
          <a:xfrm>
            <a:off x="0" y="0"/>
            <a:ext cx="37275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2" name="Google Shape;442;p68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43" name="Google Shape;443;p68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4" name="Google Shape;444;p68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_Title Only">
  <p:cSld name="39_Title Only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9"/>
          <p:cNvSpPr/>
          <p:nvPr>
            <p:ph idx="2" type="pic"/>
          </p:nvPr>
        </p:nvSpPr>
        <p:spPr>
          <a:xfrm>
            <a:off x="4036784" y="3192940"/>
            <a:ext cx="4611900" cy="10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7" name="Google Shape;447;p69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48" name="Google Shape;448;p69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9" name="Google Shape;449;p69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8_Title Only" showMasterSp="0">
  <p:cSld name="38_Title Only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2" name="Google Shape;452;p70"/>
          <p:cNvSpPr/>
          <p:nvPr>
            <p:ph idx="3" type="pic"/>
          </p:nvPr>
        </p:nvSpPr>
        <p:spPr>
          <a:xfrm>
            <a:off x="1964663" y="1335881"/>
            <a:ext cx="1639500" cy="1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3" name="Google Shape;453;p70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54" name="Google Shape;454;p70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55" name="Google Shape;455;p70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_Title Only">
  <p:cSld name="37_Title Only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1.png" id="457" name="Google Shape;457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4934" y="939679"/>
            <a:ext cx="2084911" cy="365773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71"/>
          <p:cNvSpPr/>
          <p:nvPr>
            <p:ph idx="2" type="pic"/>
          </p:nvPr>
        </p:nvSpPr>
        <p:spPr>
          <a:xfrm>
            <a:off x="578266" y="1326387"/>
            <a:ext cx="1443900" cy="25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9" name="Google Shape;459;p71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60" name="Google Shape;460;p71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1" name="Google Shape;461;p71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_Title Only">
  <p:cSld name="36_Title Only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1.png" id="463" name="Google Shape;463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9545" y="939679"/>
            <a:ext cx="2084911" cy="3657739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72"/>
          <p:cNvSpPr/>
          <p:nvPr>
            <p:ph idx="2" type="pic"/>
          </p:nvPr>
        </p:nvSpPr>
        <p:spPr>
          <a:xfrm>
            <a:off x="3835365" y="1333500"/>
            <a:ext cx="1443900" cy="25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5" name="Google Shape;465;p72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66" name="Google Shape;466;p72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7" name="Google Shape;467;p72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3"/>
          <p:cNvSpPr txBox="1"/>
          <p:nvPr>
            <p:ph type="title"/>
          </p:nvPr>
        </p:nvSpPr>
        <p:spPr>
          <a:xfrm>
            <a:off x="494805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70" name="Google Shape;470;p73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71" name="Google Shape;471;p73"/>
          <p:cNvSpPr txBox="1"/>
          <p:nvPr>
            <p:ph idx="1" type="body"/>
          </p:nvPr>
        </p:nvSpPr>
        <p:spPr>
          <a:xfrm>
            <a:off x="494805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2" name="Google Shape;472;p73"/>
          <p:cNvSpPr/>
          <p:nvPr>
            <p:ph idx="2" type="pic"/>
          </p:nvPr>
        </p:nvSpPr>
        <p:spPr>
          <a:xfrm>
            <a:off x="2431523" y="1235450"/>
            <a:ext cx="2180700" cy="26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4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75" name="Google Shape;475;p74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76" name="Google Shape;476;p74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7" name="Google Shape;477;p74"/>
          <p:cNvSpPr/>
          <p:nvPr>
            <p:ph idx="2" type="pic"/>
          </p:nvPr>
        </p:nvSpPr>
        <p:spPr>
          <a:xfrm>
            <a:off x="2677717" y="1555236"/>
            <a:ext cx="16503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8" name="Google Shape;478;p74"/>
          <p:cNvSpPr/>
          <p:nvPr>
            <p:ph idx="3" type="pic"/>
          </p:nvPr>
        </p:nvSpPr>
        <p:spPr>
          <a:xfrm>
            <a:off x="4563969" y="1557617"/>
            <a:ext cx="16455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Blank" showMasterSp="0">
  <p:cSld name="11_Blank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5"/>
          <p:cNvSpPr/>
          <p:nvPr>
            <p:ph idx="2" type="pic"/>
          </p:nvPr>
        </p:nvSpPr>
        <p:spPr>
          <a:xfrm>
            <a:off x="0" y="1"/>
            <a:ext cx="9144000" cy="17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image6.png" id="481" name="Google Shape;481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72979" y="518344"/>
            <a:ext cx="4084193" cy="4713158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75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83" name="Google Shape;483;p75"/>
          <p:cNvSpPr/>
          <p:nvPr>
            <p:ph idx="3" type="pic"/>
          </p:nvPr>
        </p:nvSpPr>
        <p:spPr>
          <a:xfrm>
            <a:off x="5785364" y="974338"/>
            <a:ext cx="1403700" cy="24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_Title Only">
  <p:cSld name="35_Title Only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6"/>
          <p:cNvSpPr/>
          <p:nvPr>
            <p:ph idx="2" type="pic"/>
          </p:nvPr>
        </p:nvSpPr>
        <p:spPr>
          <a:xfrm>
            <a:off x="0" y="3095625"/>
            <a:ext cx="9144000" cy="20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image2.png" id="486" name="Google Shape;486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32503" y="518344"/>
            <a:ext cx="3078994" cy="41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76"/>
          <p:cNvSpPr/>
          <p:nvPr>
            <p:ph idx="3" type="pic"/>
          </p:nvPr>
        </p:nvSpPr>
        <p:spPr>
          <a:xfrm>
            <a:off x="3346672" y="884126"/>
            <a:ext cx="2444100" cy="3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8" name="Google Shape;488;p76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89" name="Google Shape;489;p76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0" name="Google Shape;490;p76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_Title Only">
  <p:cSld name="34_Title Only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3.png" id="492" name="Google Shape;492;p77"/>
          <p:cNvPicPr preferRelativeResize="0"/>
          <p:nvPr/>
        </p:nvPicPr>
        <p:blipFill rotWithShape="1">
          <a:blip r:embed="rId2">
            <a:alphaModFix/>
          </a:blip>
          <a:srcRect b="0" l="0" r="20058" t="0"/>
          <a:stretch/>
        </p:blipFill>
        <p:spPr>
          <a:xfrm flipH="1">
            <a:off x="1628772" y="192671"/>
            <a:ext cx="6339332" cy="4471808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77"/>
          <p:cNvSpPr/>
          <p:nvPr>
            <p:ph idx="2" type="pic"/>
          </p:nvPr>
        </p:nvSpPr>
        <p:spPr>
          <a:xfrm>
            <a:off x="3809052" y="682593"/>
            <a:ext cx="3563700" cy="3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4" name="Google Shape;494;p77"/>
          <p:cNvSpPr txBox="1"/>
          <p:nvPr>
            <p:ph type="title"/>
          </p:nvPr>
        </p:nvSpPr>
        <p:spPr>
          <a:xfrm>
            <a:off x="485280" y="945082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95" name="Google Shape;495;p77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6" name="Google Shape;496;p77"/>
          <p:cNvSpPr txBox="1"/>
          <p:nvPr>
            <p:ph idx="1" type="body"/>
          </p:nvPr>
        </p:nvSpPr>
        <p:spPr>
          <a:xfrm>
            <a:off x="485280" y="1194538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Title Only">
  <p:cSld name="33_Title Only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498" name="Google Shape;498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50996" y="1227049"/>
            <a:ext cx="4116924" cy="302382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78"/>
          <p:cNvSpPr/>
          <p:nvPr>
            <p:ph idx="2" type="pic"/>
          </p:nvPr>
        </p:nvSpPr>
        <p:spPr>
          <a:xfrm>
            <a:off x="4471749" y="1365790"/>
            <a:ext cx="3478500" cy="27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0" name="Google Shape;500;p78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01" name="Google Shape;501;p78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2" name="Google Shape;502;p78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_Title Only">
  <p:cSld name="32_Title Only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79"/>
          <p:cNvGrpSpPr/>
          <p:nvPr/>
        </p:nvGrpSpPr>
        <p:grpSpPr>
          <a:xfrm>
            <a:off x="3216729" y="-79"/>
            <a:ext cx="5927270" cy="5143578"/>
            <a:chOff x="0" y="-106"/>
            <a:chExt cx="7903027" cy="6858104"/>
          </a:xfrm>
        </p:grpSpPr>
        <p:sp>
          <p:nvSpPr>
            <p:cNvPr id="505" name="Google Shape;505;p79"/>
            <p:cNvSpPr/>
            <p:nvPr/>
          </p:nvSpPr>
          <p:spPr>
            <a:xfrm flipH="1" rot="10800000">
              <a:off x="2911927" y="2097298"/>
              <a:ext cx="4991100" cy="47607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79"/>
            <p:cNvSpPr/>
            <p:nvPr/>
          </p:nvSpPr>
          <p:spPr>
            <a:xfrm flipH="1" rot="10800000">
              <a:off x="2911927" y="-106"/>
              <a:ext cx="4991100" cy="219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5.png" id="507" name="Google Shape;507;p79"/>
            <p:cNvPicPr preferRelativeResize="0"/>
            <p:nvPr/>
          </p:nvPicPr>
          <p:blipFill rotWithShape="1">
            <a:blip r:embed="rId2">
              <a:alphaModFix/>
            </a:blip>
            <a:srcRect b="12069" l="6104" r="3202" t="5660"/>
            <a:stretch/>
          </p:blipFill>
          <p:spPr>
            <a:xfrm>
              <a:off x="0" y="1384472"/>
              <a:ext cx="4804228" cy="408905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8" name="Google Shape;508;p79"/>
          <p:cNvSpPr/>
          <p:nvPr>
            <p:ph idx="2" type="pic"/>
          </p:nvPr>
        </p:nvSpPr>
        <p:spPr>
          <a:xfrm>
            <a:off x="3419585" y="1300620"/>
            <a:ext cx="3197400" cy="17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9" name="Google Shape;509;p79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10" name="Google Shape;510;p79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11" name="Google Shape;511;p79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_Title Only">
  <p:cSld name="31_Title Only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0"/>
          <p:cNvSpPr/>
          <p:nvPr>
            <p:ph idx="2" type="pic"/>
          </p:nvPr>
        </p:nvSpPr>
        <p:spPr>
          <a:xfrm>
            <a:off x="0" y="0"/>
            <a:ext cx="91440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4" name="Google Shape;514;p80"/>
          <p:cNvSpPr/>
          <p:nvPr>
            <p:ph idx="3" type="pic"/>
          </p:nvPr>
        </p:nvSpPr>
        <p:spPr>
          <a:xfrm>
            <a:off x="910006" y="1210790"/>
            <a:ext cx="2889000" cy="1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5" name="Google Shape;515;p80"/>
          <p:cNvSpPr txBox="1"/>
          <p:nvPr>
            <p:ph type="title"/>
          </p:nvPr>
        </p:nvSpPr>
        <p:spPr>
          <a:xfrm>
            <a:off x="48528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16" name="Google Shape;516;p80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17" name="Google Shape;517;p80"/>
          <p:cNvSpPr txBox="1"/>
          <p:nvPr>
            <p:ph idx="1" type="body"/>
          </p:nvPr>
        </p:nvSpPr>
        <p:spPr>
          <a:xfrm>
            <a:off x="48528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_Title Only">
  <p:cSld name="30_Title Only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81"/>
          <p:cNvSpPr/>
          <p:nvPr>
            <p:ph idx="2" type="pic"/>
          </p:nvPr>
        </p:nvSpPr>
        <p:spPr>
          <a:xfrm>
            <a:off x="0" y="0"/>
            <a:ext cx="91440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0" name="Google Shape;520;p81"/>
          <p:cNvSpPr/>
          <p:nvPr/>
        </p:nvSpPr>
        <p:spPr>
          <a:xfrm>
            <a:off x="0" y="3940634"/>
            <a:ext cx="9144000" cy="33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81"/>
          <p:cNvSpPr txBox="1"/>
          <p:nvPr>
            <p:ph type="title"/>
          </p:nvPr>
        </p:nvSpPr>
        <p:spPr>
          <a:xfrm>
            <a:off x="485280" y="1296330"/>
            <a:ext cx="2500500" cy="13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700"/>
              <a:buFont typeface="Roboto"/>
              <a:buNone/>
              <a:defRPr>
                <a:solidFill>
                  <a:srgbClr val="D9D9D9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22" name="Google Shape;522;p81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7_Title Only" showMasterSp="0">
  <p:cSld name="57_Title Only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8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5" name="Google Shape;525;p82"/>
          <p:cNvSpPr txBox="1"/>
          <p:nvPr>
            <p:ph type="title"/>
          </p:nvPr>
        </p:nvSpPr>
        <p:spPr>
          <a:xfrm>
            <a:off x="485280" y="1296330"/>
            <a:ext cx="2500500" cy="13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700"/>
              <a:buFont typeface="Roboto"/>
              <a:buNone/>
              <a:defRPr>
                <a:solidFill>
                  <a:srgbClr val="D9D9D9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26" name="Google Shape;526;p82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27" name="Google Shape;527;p82"/>
          <p:cNvSpPr/>
          <p:nvPr/>
        </p:nvSpPr>
        <p:spPr>
          <a:xfrm>
            <a:off x="0" y="3216568"/>
            <a:ext cx="9144000" cy="33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 showMasterSp="0">
  <p:cSld name="2_Blank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83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84"/>
          <p:cNvSpPr txBox="1"/>
          <p:nvPr>
            <p:ph type="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Font typeface="Roboto"/>
              <a:buNone/>
              <a:defRPr sz="45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32" name="Google Shape;532;p84"/>
          <p:cNvSpPr txBox="1"/>
          <p:nvPr>
            <p:ph idx="1" type="body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1pPr>
            <a:lvl2pPr indent="-228600" lvl="1" marL="9144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2pPr>
            <a:lvl3pPr indent="-228600" lvl="2" marL="13716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3pPr>
            <a:lvl4pPr indent="-228600" lvl="3" marL="18288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4pPr>
            <a:lvl5pPr indent="-228600" lvl="4" marL="22860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3" name="Google Shape;533;p84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5"/>
          <p:cNvSpPr txBox="1"/>
          <p:nvPr>
            <p:ph type="title"/>
          </p:nvPr>
        </p:nvSpPr>
        <p:spPr>
          <a:xfrm>
            <a:off x="436292" y="1"/>
            <a:ext cx="8270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36" name="Google Shape;536;p85"/>
          <p:cNvSpPr txBox="1"/>
          <p:nvPr>
            <p:ph idx="1" type="body"/>
          </p:nvPr>
        </p:nvSpPr>
        <p:spPr>
          <a:xfrm>
            <a:off x="436290" y="1081931"/>
            <a:ext cx="8441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7" name="Google Shape;537;p85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6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Font typeface="Roboto"/>
              <a:buNone/>
              <a:defRPr sz="45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40" name="Google Shape;540;p86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1" name="Google Shape;541;p86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solidFill>
          <a:schemeClr val="accent1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87"/>
          <p:cNvSpPr txBox="1"/>
          <p:nvPr>
            <p:ph type="title"/>
          </p:nvPr>
        </p:nvSpPr>
        <p:spPr>
          <a:xfrm>
            <a:off x="542430" y="106881"/>
            <a:ext cx="78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Roboto"/>
              <a:buNone/>
              <a:defRPr sz="1400">
                <a:solidFill>
                  <a:srgbClr val="F2F2F2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44" name="Google Shape;544;p87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45" name="Google Shape;545;p87"/>
          <p:cNvSpPr txBox="1"/>
          <p:nvPr>
            <p:ph idx="1" type="body"/>
          </p:nvPr>
        </p:nvSpPr>
        <p:spPr>
          <a:xfrm>
            <a:off x="542430" y="356339"/>
            <a:ext cx="62916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None/>
              <a:defRPr sz="800">
                <a:solidFill>
                  <a:srgbClr val="F2F2F2"/>
                </a:solidFill>
              </a:defRPr>
            </a:lvl1pPr>
            <a:lvl2pPr indent="-2794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2pPr>
            <a:lvl3pPr indent="-2794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88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showMasterSp="0">
  <p:cSld name="1_Blank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9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2" name="Google Shape;552;p9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3" name="Google Shape;553;p9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2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9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56" name="Google Shape;556;p9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7" name="Google Shape;557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3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9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0" name="Google Shape;560;p9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1" name="Google Shape;561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4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4" name="Google Shape;564;p9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5" name="Google Shape;565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80" Type="http://schemas.openxmlformats.org/officeDocument/2006/relationships/slideLayout" Target="../slideLayouts/slideLayout91.xml"/><Relationship Id="rId81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73" Type="http://schemas.openxmlformats.org/officeDocument/2006/relationships/slideLayout" Target="../slideLayouts/slideLayout84.xml"/><Relationship Id="rId72" Type="http://schemas.openxmlformats.org/officeDocument/2006/relationships/slideLayout" Target="../slideLayouts/slideLayout83.xml"/><Relationship Id="rId31" Type="http://schemas.openxmlformats.org/officeDocument/2006/relationships/slideLayout" Target="../slideLayouts/slideLayout42.xml"/><Relationship Id="rId75" Type="http://schemas.openxmlformats.org/officeDocument/2006/relationships/slideLayout" Target="../slideLayouts/slideLayout86.xml"/><Relationship Id="rId30" Type="http://schemas.openxmlformats.org/officeDocument/2006/relationships/slideLayout" Target="../slideLayouts/slideLayout41.xml"/><Relationship Id="rId74" Type="http://schemas.openxmlformats.org/officeDocument/2006/relationships/slideLayout" Target="../slideLayouts/slideLayout85.xml"/><Relationship Id="rId33" Type="http://schemas.openxmlformats.org/officeDocument/2006/relationships/slideLayout" Target="../slideLayouts/slideLayout44.xml"/><Relationship Id="rId77" Type="http://schemas.openxmlformats.org/officeDocument/2006/relationships/slideLayout" Target="../slideLayouts/slideLayout88.xml"/><Relationship Id="rId32" Type="http://schemas.openxmlformats.org/officeDocument/2006/relationships/slideLayout" Target="../slideLayouts/slideLayout43.xml"/><Relationship Id="rId76" Type="http://schemas.openxmlformats.org/officeDocument/2006/relationships/slideLayout" Target="../slideLayouts/slideLayout87.xml"/><Relationship Id="rId35" Type="http://schemas.openxmlformats.org/officeDocument/2006/relationships/slideLayout" Target="../slideLayouts/slideLayout46.xml"/><Relationship Id="rId79" Type="http://schemas.openxmlformats.org/officeDocument/2006/relationships/slideLayout" Target="../slideLayouts/slideLayout90.xml"/><Relationship Id="rId34" Type="http://schemas.openxmlformats.org/officeDocument/2006/relationships/slideLayout" Target="../slideLayouts/slideLayout45.xml"/><Relationship Id="rId78" Type="http://schemas.openxmlformats.org/officeDocument/2006/relationships/slideLayout" Target="../slideLayouts/slideLayout89.xml"/><Relationship Id="rId71" Type="http://schemas.openxmlformats.org/officeDocument/2006/relationships/slideLayout" Target="../slideLayouts/slideLayout82.xml"/><Relationship Id="rId70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62" Type="http://schemas.openxmlformats.org/officeDocument/2006/relationships/slideLayout" Target="../slideLayouts/slideLayout73.xml"/><Relationship Id="rId61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31.xml"/><Relationship Id="rId64" Type="http://schemas.openxmlformats.org/officeDocument/2006/relationships/slideLayout" Target="../slideLayouts/slideLayout75.xml"/><Relationship Id="rId63" Type="http://schemas.openxmlformats.org/officeDocument/2006/relationships/slideLayout" Target="../slideLayouts/slideLayout74.xml"/><Relationship Id="rId22" Type="http://schemas.openxmlformats.org/officeDocument/2006/relationships/slideLayout" Target="../slideLayouts/slideLayout33.xml"/><Relationship Id="rId66" Type="http://schemas.openxmlformats.org/officeDocument/2006/relationships/slideLayout" Target="../slideLayouts/slideLayout77.xml"/><Relationship Id="rId21" Type="http://schemas.openxmlformats.org/officeDocument/2006/relationships/slideLayout" Target="../slideLayouts/slideLayout32.xml"/><Relationship Id="rId65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35.xml"/><Relationship Id="rId68" Type="http://schemas.openxmlformats.org/officeDocument/2006/relationships/slideLayout" Target="../slideLayouts/slideLayout79.xml"/><Relationship Id="rId23" Type="http://schemas.openxmlformats.org/officeDocument/2006/relationships/slideLayout" Target="../slideLayouts/slideLayout34.xml"/><Relationship Id="rId67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69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5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21.xml"/><Relationship Id="rId5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24.xml"/><Relationship Id="rId5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23.xml"/><Relationship Id="rId56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26.xml"/><Relationship Id="rId5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25.xml"/><Relationship Id="rId58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8475133" y="4767263"/>
            <a:ext cx="669000" cy="27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7360920" y="4767263"/>
            <a:ext cx="1438200" cy="273900"/>
          </a:xfrm>
          <a:prstGeom prst="rect">
            <a:avLst/>
          </a:prstGeom>
          <a:solidFill>
            <a:srgbClr val="FFC266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7573552" y="4811894"/>
            <a:ext cx="1059300" cy="1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Roboto"/>
              <a:buNone/>
            </a:pPr>
            <a:r>
              <a:rPr b="1" i="0" lang="pt-BR" sz="7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B. Proposal</a:t>
            </a:r>
            <a:r>
              <a:rPr b="0" i="0" lang="pt-BR" sz="7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| Presentation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13"/>
          <p:cNvGrpSpPr/>
          <p:nvPr/>
        </p:nvGrpSpPr>
        <p:grpSpPr>
          <a:xfrm>
            <a:off x="72" y="1"/>
            <a:ext cx="498206" cy="85725"/>
            <a:chOff x="95" y="1"/>
            <a:chExt cx="664275" cy="114300"/>
          </a:xfrm>
        </p:grpSpPr>
        <p:sp>
          <p:nvSpPr>
            <p:cNvPr id="55" name="Google Shape;55;p13"/>
            <p:cNvSpPr/>
            <p:nvPr/>
          </p:nvSpPr>
          <p:spPr>
            <a:xfrm flipH="1">
              <a:off x="95" y="1"/>
              <a:ext cx="58170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13"/>
            <p:cNvSpPr/>
            <p:nvPr/>
          </p:nvSpPr>
          <p:spPr>
            <a:xfrm flipH="1">
              <a:off x="162770" y="1"/>
              <a:ext cx="501600" cy="114300"/>
            </a:xfrm>
            <a:prstGeom prst="rect">
              <a:avLst/>
            </a:prstGeom>
            <a:solidFill>
              <a:srgbClr val="FFC266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" name="Google Shape;57;p13"/>
          <p:cNvSpPr txBox="1"/>
          <p:nvPr>
            <p:ph type="title"/>
          </p:nvPr>
        </p:nvSpPr>
        <p:spPr>
          <a:xfrm>
            <a:off x="436292" y="1"/>
            <a:ext cx="8270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Roboto"/>
              <a:buNone/>
              <a:defRPr b="1" i="0" sz="27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Roboto"/>
              <a:buNone/>
              <a:defRPr b="1" i="0" sz="27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Roboto"/>
              <a:buNone/>
              <a:defRPr b="1" i="0" sz="27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Roboto"/>
              <a:buNone/>
              <a:defRPr b="1" i="0" sz="27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Roboto"/>
              <a:buNone/>
              <a:defRPr b="1" i="0" sz="27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Roboto"/>
              <a:buNone/>
              <a:defRPr b="1" i="0" sz="27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Roboto"/>
              <a:buNone/>
              <a:defRPr b="1" i="0" sz="27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Roboto"/>
              <a:buNone/>
              <a:defRPr b="1" i="0" sz="27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Roboto"/>
              <a:buNone/>
              <a:defRPr b="1" i="0" sz="27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436290" y="1081931"/>
            <a:ext cx="8441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  <p:sldLayoutId id="2147483714" r:id="rId56"/>
    <p:sldLayoutId id="2147483715" r:id="rId57"/>
    <p:sldLayoutId id="2147483716" r:id="rId58"/>
    <p:sldLayoutId id="2147483717" r:id="rId59"/>
    <p:sldLayoutId id="2147483718" r:id="rId60"/>
    <p:sldLayoutId id="2147483719" r:id="rId61"/>
    <p:sldLayoutId id="2147483720" r:id="rId62"/>
    <p:sldLayoutId id="2147483721" r:id="rId63"/>
    <p:sldLayoutId id="2147483722" r:id="rId64"/>
    <p:sldLayoutId id="2147483723" r:id="rId65"/>
    <p:sldLayoutId id="2147483724" r:id="rId66"/>
    <p:sldLayoutId id="2147483725" r:id="rId67"/>
    <p:sldLayoutId id="2147483726" r:id="rId68"/>
    <p:sldLayoutId id="2147483727" r:id="rId69"/>
    <p:sldLayoutId id="2147483728" r:id="rId70"/>
    <p:sldLayoutId id="2147483729" r:id="rId71"/>
    <p:sldLayoutId id="2147483730" r:id="rId72"/>
    <p:sldLayoutId id="2147483731" r:id="rId73"/>
    <p:sldLayoutId id="2147483732" r:id="rId74"/>
    <p:sldLayoutId id="2147483733" r:id="rId75"/>
    <p:sldLayoutId id="2147483734" r:id="rId76"/>
    <p:sldLayoutId id="2147483735" r:id="rId77"/>
    <p:sldLayoutId id="2147483736" r:id="rId78"/>
    <p:sldLayoutId id="2147483737" r:id="rId79"/>
    <p:sldLayoutId id="2147483738" r:id="rId8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pp.dispara.ai/app/flows/s/cffa5be3-4fa0-48c5-8c58-3ce23787d7cb" TargetMode="External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E29AA"/>
            </a:gs>
            <a:gs pos="100000">
              <a:srgbClr val="1E123D"/>
            </a:gs>
          </a:gsLst>
          <a:lin ang="5400012" scaled="0"/>
        </a:gra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4"/>
          <p:cNvSpPr txBox="1"/>
          <p:nvPr>
            <p:ph idx="12" type="sldNum"/>
          </p:nvPr>
        </p:nvSpPr>
        <p:spPr>
          <a:xfrm>
            <a:off x="8910714" y="4826966"/>
            <a:ext cx="121555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pic>
        <p:nvPicPr>
          <p:cNvPr id="571" name="Google Shape;571;p94"/>
          <p:cNvPicPr preferRelativeResize="0"/>
          <p:nvPr/>
        </p:nvPicPr>
        <p:blipFill rotWithShape="1">
          <a:blip r:embed="rId3">
            <a:alphaModFix/>
          </a:blip>
          <a:srcRect b="38842" l="23711" r="24666" t="37758"/>
          <a:stretch/>
        </p:blipFill>
        <p:spPr>
          <a:xfrm>
            <a:off x="1702295" y="1771575"/>
            <a:ext cx="5739398" cy="1463443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94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PLANEJAMENTO IDEAL /// POSICIONAMENTO DIGITAL E ESTRATÉGIA									              AVRAHAM DIGITAL /// MARÇO 2023</a:t>
            </a:r>
            <a:endParaRPr sz="6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3" name="Google Shape;573;p94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rgbClr val="A256FF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E29AA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5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79" name="Google Shape;579;p95"/>
          <p:cNvSpPr txBox="1"/>
          <p:nvPr/>
        </p:nvSpPr>
        <p:spPr>
          <a:xfrm>
            <a:off x="1130879" y="828325"/>
            <a:ext cx="6165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t/>
            </a:r>
            <a:endParaRPr sz="410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580" name="Google Shape;580;p95"/>
          <p:cNvSpPr txBox="1"/>
          <p:nvPr/>
        </p:nvSpPr>
        <p:spPr>
          <a:xfrm>
            <a:off x="1130875" y="1056925"/>
            <a:ext cx="7161300" cy="13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O QUE ENTREGAMOS?</a:t>
            </a:r>
            <a:endParaRPr i="0" sz="8000" u="none" cap="none" strike="noStrike">
              <a:solidFill>
                <a:srgbClr val="000000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581" name="Google Shape;581;p95"/>
          <p:cNvPicPr preferRelativeResize="0"/>
          <p:nvPr/>
        </p:nvPicPr>
        <p:blipFill rotWithShape="1">
          <a:blip r:embed="rId3">
            <a:alphaModFix/>
          </a:blip>
          <a:srcRect b="38842" l="23711" r="24666" t="37758"/>
          <a:stretch/>
        </p:blipFill>
        <p:spPr>
          <a:xfrm>
            <a:off x="290422" y="4461800"/>
            <a:ext cx="1432162" cy="3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95"/>
          <p:cNvSpPr/>
          <p:nvPr/>
        </p:nvSpPr>
        <p:spPr>
          <a:xfrm>
            <a:off x="1886300" y="2262325"/>
            <a:ext cx="5747100" cy="73500"/>
          </a:xfrm>
          <a:prstGeom prst="rect">
            <a:avLst/>
          </a:prstGeom>
          <a:gradFill>
            <a:gsLst>
              <a:gs pos="0">
                <a:srgbClr val="A256FF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95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PLANEJAMENTO IDEAL /// POSICIONAMENTO DIGITAL E ESTRATÉGIA									              AVRAHAM DIGITAL /// MARÇO 2023</a:t>
            </a:r>
            <a:endParaRPr sz="6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84" name="Google Shape;584;p95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rgbClr val="A256FF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95"/>
          <p:cNvSpPr txBox="1"/>
          <p:nvPr/>
        </p:nvSpPr>
        <p:spPr>
          <a:xfrm>
            <a:off x="1657700" y="2576475"/>
            <a:ext cx="413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Primeiros passos 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Estrategista e estratégias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Equipes envolvidas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Acompanhamento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96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91" name="Google Shape;591;p96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PLANEJAMENTO IDEAL /// POSICIONAMENTO DIGITAL E ESTRATÉGIA									              AVRAHAM DIGITAL /// MARÇO 2023</a:t>
            </a:r>
            <a:endParaRPr sz="600">
              <a:solidFill>
                <a:schemeClr val="accent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92" name="Google Shape;592;p96"/>
          <p:cNvSpPr txBox="1"/>
          <p:nvPr/>
        </p:nvSpPr>
        <p:spPr>
          <a:xfrm>
            <a:off x="2193150" y="1894200"/>
            <a:ext cx="4757700" cy="13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700">
                <a:solidFill>
                  <a:srgbClr val="A256FF"/>
                </a:solidFill>
                <a:latin typeface="League Gothic"/>
                <a:ea typeface="League Gothic"/>
                <a:cs typeface="League Gothic"/>
                <a:sym typeface="League Gothic"/>
              </a:rPr>
              <a:t>PRIMEIROS PASSOS</a:t>
            </a:r>
            <a:endParaRPr i="0" sz="6700" u="none" cap="none" strike="noStrike">
              <a:solidFill>
                <a:srgbClr val="A256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593" name="Google Shape;593;p96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rgbClr val="A256FF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97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99" name="Google Shape;599;p97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PLANEJAMENTO IDEAL /// POSICIONAMENTO DIGITAL E ESTRATÉGIA									              AVRAHAM DIGITAL /// MARÇO 2023</a:t>
            </a:r>
            <a:endParaRPr sz="600">
              <a:solidFill>
                <a:schemeClr val="accent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0" name="Google Shape;600;p97"/>
          <p:cNvSpPr txBox="1"/>
          <p:nvPr/>
        </p:nvSpPr>
        <p:spPr>
          <a:xfrm>
            <a:off x="595229" y="1537275"/>
            <a:ext cx="26367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3600">
                <a:solidFill>
                  <a:srgbClr val="A256FF"/>
                </a:solidFill>
                <a:latin typeface="League Gothic"/>
                <a:ea typeface="League Gothic"/>
                <a:cs typeface="League Gothic"/>
                <a:sym typeface="League Gothic"/>
              </a:rPr>
              <a:t>CHECKLIST INICIAL</a:t>
            </a:r>
            <a:endParaRPr i="0" sz="3600" u="none" cap="none" strike="noStrike">
              <a:solidFill>
                <a:srgbClr val="A256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601" name="Google Shape;601;p97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rgbClr val="A256FF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97"/>
          <p:cNvSpPr txBox="1"/>
          <p:nvPr/>
        </p:nvSpPr>
        <p:spPr>
          <a:xfrm>
            <a:off x="595225" y="2651925"/>
            <a:ext cx="4135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Informações iniciais para a primeira reunião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Setup com a Coordenação de Estratégia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Onboarding &amp; Boas-Vindas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Informações relevantes sobre o projeto com a visão da marca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3" name="Google Shape;603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5925" y="1358525"/>
            <a:ext cx="3166417" cy="307312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97"/>
          <p:cNvSpPr txBox="1"/>
          <p:nvPr/>
        </p:nvSpPr>
        <p:spPr>
          <a:xfrm>
            <a:off x="669124" y="2157825"/>
            <a:ext cx="3367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1900">
                <a:solidFill>
                  <a:schemeClr val="lt2"/>
                </a:solidFill>
                <a:latin typeface="League Gothic"/>
                <a:ea typeface="League Gothic"/>
                <a:cs typeface="League Gothic"/>
                <a:sym typeface="League Gothic"/>
              </a:rPr>
              <a:t>após o aperto de mãos</a:t>
            </a:r>
            <a:endParaRPr i="0" sz="1900" u="none" cap="none" strike="noStrike">
              <a:solidFill>
                <a:schemeClr val="lt2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98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10" name="Google Shape;610;p98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PLANEJAMENTO IDEAL /// POSICIONAMENTO DIGITAL E ESTRATÉGIA									              AVRAHAM DIGITAL /// MARÇO 2023</a:t>
            </a:r>
            <a:endParaRPr sz="600">
              <a:solidFill>
                <a:schemeClr val="accent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1" name="Google Shape;611;p98"/>
          <p:cNvSpPr txBox="1"/>
          <p:nvPr/>
        </p:nvSpPr>
        <p:spPr>
          <a:xfrm>
            <a:off x="588604" y="1667775"/>
            <a:ext cx="26367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3600">
                <a:solidFill>
                  <a:srgbClr val="A256FF"/>
                </a:solidFill>
                <a:latin typeface="League Gothic"/>
                <a:ea typeface="League Gothic"/>
                <a:cs typeface="League Gothic"/>
                <a:sym typeface="League Gothic"/>
              </a:rPr>
              <a:t>KICK-OFF</a:t>
            </a:r>
            <a:endParaRPr i="0" sz="3600" u="none" cap="none" strike="noStrike">
              <a:solidFill>
                <a:srgbClr val="A256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612" name="Google Shape;612;p98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rgbClr val="A256FF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98"/>
          <p:cNvSpPr txBox="1"/>
          <p:nvPr/>
        </p:nvSpPr>
        <p:spPr>
          <a:xfrm>
            <a:off x="436200" y="2782425"/>
            <a:ext cx="4135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Reunião para troca de informações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Análise histórica do projeto e do mercado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Dados do mercado (Survey)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Características da persona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Análise dos concorrentes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4" name="Google Shape;614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7350" y="1793899"/>
            <a:ext cx="3283200" cy="1816702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98"/>
          <p:cNvSpPr txBox="1"/>
          <p:nvPr/>
        </p:nvSpPr>
        <p:spPr>
          <a:xfrm>
            <a:off x="669124" y="2157825"/>
            <a:ext cx="3367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1900">
                <a:solidFill>
                  <a:schemeClr val="lt2"/>
                </a:solidFill>
                <a:latin typeface="League Gothic"/>
                <a:ea typeface="League Gothic"/>
                <a:cs typeface="League Gothic"/>
                <a:sym typeface="League Gothic"/>
              </a:rPr>
              <a:t>após o preenchimento do checklist</a:t>
            </a:r>
            <a:endParaRPr i="0" sz="1900" u="none" cap="none" strike="noStrike">
              <a:solidFill>
                <a:schemeClr val="lt2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99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21" name="Google Shape;621;p99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PLANEJAMENTO IDEAL /// POSICIONAMENTO DIGITAL E ESTRATÉGIA									              AVRAHAM DIGITAL /// MARÇO 2023</a:t>
            </a:r>
            <a:endParaRPr sz="600">
              <a:solidFill>
                <a:schemeClr val="accent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2" name="Google Shape;622;p99"/>
          <p:cNvSpPr txBox="1"/>
          <p:nvPr/>
        </p:nvSpPr>
        <p:spPr>
          <a:xfrm>
            <a:off x="588604" y="1667775"/>
            <a:ext cx="26367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3600">
                <a:solidFill>
                  <a:srgbClr val="A256FF"/>
                </a:solidFill>
                <a:latin typeface="League Gothic"/>
                <a:ea typeface="League Gothic"/>
                <a:cs typeface="League Gothic"/>
                <a:sym typeface="League Gothic"/>
              </a:rPr>
              <a:t>PLANEJAMENTO</a:t>
            </a:r>
            <a:endParaRPr i="0" sz="3600" u="none" cap="none" strike="noStrike">
              <a:solidFill>
                <a:srgbClr val="A256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623" name="Google Shape;623;p99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rgbClr val="A256FF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99"/>
          <p:cNvSpPr txBox="1"/>
          <p:nvPr/>
        </p:nvSpPr>
        <p:spPr>
          <a:xfrm>
            <a:off x="436200" y="2782425"/>
            <a:ext cx="4135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Definição do cronograma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Plano de ações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Pautas de conteúdo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Diretrizes em Social Media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Estratégias de Captação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Início das configurações da estrutura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5" name="Google Shape;625;p99"/>
          <p:cNvSpPr txBox="1"/>
          <p:nvPr/>
        </p:nvSpPr>
        <p:spPr>
          <a:xfrm>
            <a:off x="669124" y="2157825"/>
            <a:ext cx="3367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1900">
                <a:solidFill>
                  <a:schemeClr val="lt2"/>
                </a:solidFill>
                <a:latin typeface="League Gothic"/>
                <a:ea typeface="League Gothic"/>
                <a:cs typeface="League Gothic"/>
                <a:sym typeface="League Gothic"/>
              </a:rPr>
              <a:t>mãos à massa</a:t>
            </a:r>
            <a:endParaRPr i="0" sz="1900" u="none" cap="none" strike="noStrike">
              <a:solidFill>
                <a:schemeClr val="lt2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626" name="Google Shape;626;p99"/>
          <p:cNvPicPr preferRelativeResize="0"/>
          <p:nvPr/>
        </p:nvPicPr>
        <p:blipFill rotWithShape="1">
          <a:blip r:embed="rId3">
            <a:alphaModFix/>
          </a:blip>
          <a:srcRect b="11614" l="0" r="0" t="0"/>
          <a:stretch/>
        </p:blipFill>
        <p:spPr>
          <a:xfrm>
            <a:off x="5873550" y="1460725"/>
            <a:ext cx="2723250" cy="259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00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32" name="Google Shape;632;p100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PLANEJAMENTO IDEAL /// POSICIONAMENTO DIGITAL E ESTRATÉGIA									              AVRAHAM DIGITAL /// MARÇO 2023</a:t>
            </a:r>
            <a:endParaRPr sz="600">
              <a:solidFill>
                <a:schemeClr val="accent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3" name="Google Shape;633;p100"/>
          <p:cNvSpPr txBox="1"/>
          <p:nvPr/>
        </p:nvSpPr>
        <p:spPr>
          <a:xfrm>
            <a:off x="779150" y="2284000"/>
            <a:ext cx="2636700" cy="11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3600">
                <a:solidFill>
                  <a:srgbClr val="A256FF"/>
                </a:solidFill>
                <a:latin typeface="League Gothic"/>
                <a:ea typeface="League Gothic"/>
                <a:cs typeface="League Gothic"/>
                <a:sym typeface="League Gothic"/>
              </a:rPr>
              <a:t>ORGANOGRAMA DA ESTRATÉGIA</a:t>
            </a:r>
            <a:endParaRPr i="0" sz="3600" u="none" cap="none" strike="noStrike">
              <a:solidFill>
                <a:srgbClr val="A256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634" name="Google Shape;634;p100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rgbClr val="A256FF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5" name="Google Shape;635;p100"/>
          <p:cNvPicPr preferRelativeResize="0"/>
          <p:nvPr/>
        </p:nvPicPr>
        <p:blipFill rotWithShape="1">
          <a:blip r:embed="rId3">
            <a:alphaModFix/>
          </a:blip>
          <a:srcRect b="53543" l="80329" r="5255" t="37965"/>
          <a:stretch/>
        </p:blipFill>
        <p:spPr>
          <a:xfrm>
            <a:off x="7118771" y="3105801"/>
            <a:ext cx="634151" cy="268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100"/>
          <p:cNvPicPr preferRelativeResize="0"/>
          <p:nvPr/>
        </p:nvPicPr>
        <p:blipFill rotWithShape="1">
          <a:blip r:embed="rId3">
            <a:alphaModFix/>
          </a:blip>
          <a:srcRect b="53543" l="80329" r="5255" t="37965"/>
          <a:stretch/>
        </p:blipFill>
        <p:spPr>
          <a:xfrm rot="-5400000">
            <a:off x="5674230" y="1790812"/>
            <a:ext cx="623275" cy="27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9400" y="1362942"/>
            <a:ext cx="3792424" cy="3157306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100"/>
          <p:cNvSpPr/>
          <p:nvPr/>
        </p:nvSpPr>
        <p:spPr>
          <a:xfrm>
            <a:off x="5593161" y="2310165"/>
            <a:ext cx="1284900" cy="1263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00"/>
          <p:cNvSpPr txBox="1"/>
          <p:nvPr/>
        </p:nvSpPr>
        <p:spPr>
          <a:xfrm>
            <a:off x="5640680" y="2606488"/>
            <a:ext cx="11691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SEU NEGÓCIO</a:t>
            </a:r>
            <a:endParaRPr b="1" i="0" sz="18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640" name="Google Shape;640;p100"/>
          <p:cNvPicPr preferRelativeResize="0"/>
          <p:nvPr/>
        </p:nvPicPr>
        <p:blipFill rotWithShape="1">
          <a:blip r:embed="rId3">
            <a:alphaModFix/>
          </a:blip>
          <a:srcRect b="34243" l="67288" r="0" t="32278"/>
          <a:stretch/>
        </p:blipFill>
        <p:spPr>
          <a:xfrm rot="-5400000">
            <a:off x="5597141" y="1257556"/>
            <a:ext cx="1171767" cy="103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100"/>
          <p:cNvSpPr/>
          <p:nvPr/>
        </p:nvSpPr>
        <p:spPr>
          <a:xfrm>
            <a:off x="5916848" y="1278336"/>
            <a:ext cx="600900" cy="70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00"/>
          <p:cNvSpPr txBox="1"/>
          <p:nvPr/>
        </p:nvSpPr>
        <p:spPr>
          <a:xfrm>
            <a:off x="5806227" y="1456975"/>
            <a:ext cx="8304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900">
                <a:solidFill>
                  <a:srgbClr val="9FC5E8"/>
                </a:solidFill>
              </a:rPr>
              <a:t>Automações</a:t>
            </a:r>
            <a:endParaRPr b="0" i="0" sz="900" u="none" cap="none" strike="noStrike">
              <a:solidFill>
                <a:srgbClr val="9FC5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00"/>
          <p:cNvSpPr/>
          <p:nvPr/>
        </p:nvSpPr>
        <p:spPr>
          <a:xfrm>
            <a:off x="7191639" y="2489869"/>
            <a:ext cx="940200" cy="903600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00"/>
          <p:cNvSpPr txBox="1"/>
          <p:nvPr/>
        </p:nvSpPr>
        <p:spPr>
          <a:xfrm>
            <a:off x="7253925" y="2760475"/>
            <a:ext cx="877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Estratégia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01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50" name="Google Shape;650;p101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PLANEJAMENTO IDEAL /// POSICIONAMENTO DIGITAL E ESTRATÉGIA									              AVRAHAM DIGITAL /// MARÇO 2023</a:t>
            </a:r>
            <a:endParaRPr sz="600">
              <a:solidFill>
                <a:schemeClr val="accent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51" name="Google Shape;651;p101"/>
          <p:cNvSpPr txBox="1"/>
          <p:nvPr/>
        </p:nvSpPr>
        <p:spPr>
          <a:xfrm>
            <a:off x="588604" y="1667775"/>
            <a:ext cx="26367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3600">
                <a:solidFill>
                  <a:srgbClr val="A256FF"/>
                </a:solidFill>
                <a:latin typeface="League Gothic"/>
                <a:ea typeface="League Gothic"/>
                <a:cs typeface="League Gothic"/>
                <a:sym typeface="League Gothic"/>
              </a:rPr>
              <a:t>AUTOMAÇÕES</a:t>
            </a:r>
            <a:endParaRPr i="0" sz="3600" u="none" cap="none" strike="noStrike">
              <a:solidFill>
                <a:srgbClr val="A256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652" name="Google Shape;652;p101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rgbClr val="A256FF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01"/>
          <p:cNvSpPr txBox="1"/>
          <p:nvPr/>
        </p:nvSpPr>
        <p:spPr>
          <a:xfrm>
            <a:off x="436200" y="2782425"/>
            <a:ext cx="4135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Setup nas ferramentas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Segmentações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Criação dos Fluxos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Elaboração das réguas de relacionamento e métricas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Estratégia e fluxos validados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Exemplo de fluxo básico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54" name="Google Shape;654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3826" y="1425850"/>
            <a:ext cx="3367375" cy="275467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101"/>
          <p:cNvSpPr txBox="1"/>
          <p:nvPr/>
        </p:nvSpPr>
        <p:spPr>
          <a:xfrm>
            <a:off x="669124" y="2157825"/>
            <a:ext cx="3367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1900">
                <a:solidFill>
                  <a:schemeClr val="lt2"/>
                </a:solidFill>
                <a:latin typeface="League Gothic"/>
                <a:ea typeface="League Gothic"/>
                <a:cs typeface="League Gothic"/>
                <a:sym typeface="League Gothic"/>
              </a:rPr>
              <a:t>setup, gestão e monitoramento</a:t>
            </a:r>
            <a:endParaRPr i="0" sz="1900" u="none" cap="none" strike="noStrike">
              <a:solidFill>
                <a:schemeClr val="lt2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02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61" name="Google Shape;661;p102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PLANEJAMENTO IDEAL /// POSICIONAMENTO DIGITAL E ESTRATÉGIA									              AVRAHAM DIGITAL /// MARÇO 2023</a:t>
            </a:r>
            <a:endParaRPr sz="600">
              <a:solidFill>
                <a:schemeClr val="accent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62" name="Google Shape;662;p102"/>
          <p:cNvSpPr txBox="1"/>
          <p:nvPr/>
        </p:nvSpPr>
        <p:spPr>
          <a:xfrm>
            <a:off x="588604" y="1667775"/>
            <a:ext cx="26367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3600">
                <a:solidFill>
                  <a:srgbClr val="A256FF"/>
                </a:solidFill>
                <a:latin typeface="League Gothic"/>
                <a:ea typeface="League Gothic"/>
                <a:cs typeface="League Gothic"/>
                <a:sym typeface="League Gothic"/>
              </a:rPr>
              <a:t>CAPTAÇÃO DE BASE</a:t>
            </a:r>
            <a:endParaRPr i="0" sz="3600" u="none" cap="none" strike="noStrike">
              <a:solidFill>
                <a:srgbClr val="A256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663" name="Google Shape;663;p102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rgbClr val="A256FF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02"/>
          <p:cNvSpPr txBox="1"/>
          <p:nvPr/>
        </p:nvSpPr>
        <p:spPr>
          <a:xfrm>
            <a:off x="436200" y="2782425"/>
            <a:ext cx="41358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Estratégia de captação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Conteúdo dos materiais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Elaboração do Layout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Integração de plataformas para entrega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Distribuição das ofertas (via tráfego)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Conteúdos exemplo: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E-book Vendedor Elite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E-Book Anti-Block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5" name="Google Shape;665;p102"/>
          <p:cNvSpPr txBox="1"/>
          <p:nvPr/>
        </p:nvSpPr>
        <p:spPr>
          <a:xfrm>
            <a:off x="669124" y="2157825"/>
            <a:ext cx="3367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1900">
                <a:solidFill>
                  <a:schemeClr val="lt2"/>
                </a:solidFill>
                <a:latin typeface="League Gothic"/>
                <a:ea typeface="League Gothic"/>
                <a:cs typeface="League Gothic"/>
                <a:sym typeface="League Gothic"/>
              </a:rPr>
              <a:t>e-book’s, planilhas, infográficos, landing pages</a:t>
            </a:r>
            <a:endParaRPr i="0" sz="1900" u="none" cap="none" strike="noStrike">
              <a:solidFill>
                <a:schemeClr val="lt2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03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71" name="Google Shape;671;p103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PLANEJAMENTO IDEAL /// POSICIONAMENTO DIGITAL E ESTRATÉGIA									              AVRAHAM DIGITAL /// MARÇO 2023</a:t>
            </a:r>
            <a:endParaRPr sz="600">
              <a:solidFill>
                <a:schemeClr val="accent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72" name="Google Shape;672;p103"/>
          <p:cNvSpPr txBox="1"/>
          <p:nvPr/>
        </p:nvSpPr>
        <p:spPr>
          <a:xfrm>
            <a:off x="2193150" y="2201850"/>
            <a:ext cx="47577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00">
                <a:solidFill>
                  <a:srgbClr val="A256FF"/>
                </a:solidFill>
                <a:latin typeface="League Gothic"/>
                <a:ea typeface="League Gothic"/>
                <a:cs typeface="League Gothic"/>
                <a:sym typeface="League Gothic"/>
              </a:rPr>
              <a:t>EQUIPE ENVOLVIDA</a:t>
            </a:r>
            <a:endParaRPr i="0" sz="4700" u="none" cap="none" strike="noStrike">
              <a:solidFill>
                <a:srgbClr val="A256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673" name="Google Shape;673;p103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rgbClr val="A256FF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04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79" name="Google Shape;679;p104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PLANEJAMENTO IDEAL /// POSICIONAMENTO DIGITAL E ESTRATÉGIA									              AVRAHAM DIGITAL /// MARÇO 2023</a:t>
            </a:r>
            <a:endParaRPr sz="600">
              <a:solidFill>
                <a:schemeClr val="accent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80" name="Google Shape;680;p104"/>
          <p:cNvSpPr txBox="1"/>
          <p:nvPr/>
        </p:nvSpPr>
        <p:spPr>
          <a:xfrm>
            <a:off x="588604" y="1667775"/>
            <a:ext cx="26367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3600">
                <a:solidFill>
                  <a:srgbClr val="A256FF"/>
                </a:solidFill>
                <a:latin typeface="League Gothic"/>
                <a:ea typeface="League Gothic"/>
                <a:cs typeface="League Gothic"/>
                <a:sym typeface="League Gothic"/>
              </a:rPr>
              <a:t>CONTEÚDO</a:t>
            </a:r>
            <a:endParaRPr i="0" sz="3600" u="none" cap="none" strike="noStrike">
              <a:solidFill>
                <a:srgbClr val="A256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681" name="Google Shape;681;p104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rgbClr val="A256FF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04"/>
          <p:cNvSpPr txBox="1"/>
          <p:nvPr/>
        </p:nvSpPr>
        <p:spPr>
          <a:xfrm>
            <a:off x="436200" y="2782425"/>
            <a:ext cx="4135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Redação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Revisão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Edição-chefe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Aprovação (Head de Conteúdo)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Matriz de conteúdo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3" name="Google Shape;683;p104"/>
          <p:cNvSpPr txBox="1"/>
          <p:nvPr/>
        </p:nvSpPr>
        <p:spPr>
          <a:xfrm>
            <a:off x="669124" y="2157825"/>
            <a:ext cx="3367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1900">
                <a:solidFill>
                  <a:schemeClr val="lt2"/>
                </a:solidFill>
                <a:latin typeface="League Gothic"/>
                <a:ea typeface="League Gothic"/>
                <a:cs typeface="League Gothic"/>
                <a:sym typeface="League Gothic"/>
              </a:rPr>
              <a:t>Textos estratégicos</a:t>
            </a:r>
            <a:endParaRPr i="0" sz="1900" u="none" cap="none" strike="noStrike">
              <a:solidFill>
                <a:schemeClr val="lt2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684" name="Google Shape;684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3250" y="1897425"/>
            <a:ext cx="3959100" cy="1782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05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90" name="Google Shape;690;p105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PLANEJAMENTO IDEAL /// POSICIONAMENTO DIGITAL E ESTRATÉGIA									              AVRAHAM DIGITAL /// MARÇO 2023</a:t>
            </a:r>
            <a:endParaRPr sz="600">
              <a:solidFill>
                <a:schemeClr val="accent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1" name="Google Shape;691;p105"/>
          <p:cNvSpPr txBox="1"/>
          <p:nvPr/>
        </p:nvSpPr>
        <p:spPr>
          <a:xfrm>
            <a:off x="588604" y="1667775"/>
            <a:ext cx="26367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3600">
                <a:solidFill>
                  <a:srgbClr val="A256FF"/>
                </a:solidFill>
                <a:latin typeface="League Gothic"/>
                <a:ea typeface="League Gothic"/>
                <a:cs typeface="League Gothic"/>
                <a:sym typeface="League Gothic"/>
              </a:rPr>
              <a:t>REDES SOCIAIS</a:t>
            </a:r>
            <a:endParaRPr i="0" sz="3600" u="none" cap="none" strike="noStrike">
              <a:solidFill>
                <a:srgbClr val="A256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692" name="Google Shape;692;p105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rgbClr val="A256FF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05"/>
          <p:cNvSpPr txBox="1"/>
          <p:nvPr/>
        </p:nvSpPr>
        <p:spPr>
          <a:xfrm>
            <a:off x="436200" y="2782425"/>
            <a:ext cx="413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Qualificar o público que segue a marca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Chamadas para ação (captação)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Linguagem para comunicar com a persona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4" name="Google Shape;694;p105"/>
          <p:cNvSpPr txBox="1"/>
          <p:nvPr/>
        </p:nvSpPr>
        <p:spPr>
          <a:xfrm>
            <a:off x="669124" y="2157825"/>
            <a:ext cx="3367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1900">
                <a:solidFill>
                  <a:schemeClr val="lt2"/>
                </a:solidFill>
                <a:latin typeface="League Gothic"/>
                <a:ea typeface="League Gothic"/>
                <a:cs typeface="League Gothic"/>
                <a:sym typeface="League Gothic"/>
              </a:rPr>
              <a:t>Engajamento e qualificação</a:t>
            </a:r>
            <a:endParaRPr i="0" sz="1900" u="none" cap="none" strike="noStrike">
              <a:solidFill>
                <a:schemeClr val="lt2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695" name="Google Shape;695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8300" y="1417113"/>
            <a:ext cx="3744049" cy="21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06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701" name="Google Shape;701;p106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PLANEJAMENTO IDEAL /// POSICIONAMENTO DIGITAL E ESTRATÉGIA									              AVRAHAM DIGITAL /// MARÇO 2023</a:t>
            </a:r>
            <a:endParaRPr sz="600">
              <a:solidFill>
                <a:schemeClr val="accent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02" name="Google Shape;702;p106"/>
          <p:cNvSpPr txBox="1"/>
          <p:nvPr/>
        </p:nvSpPr>
        <p:spPr>
          <a:xfrm>
            <a:off x="588604" y="1667775"/>
            <a:ext cx="26367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3600">
                <a:solidFill>
                  <a:srgbClr val="A256FF"/>
                </a:solidFill>
                <a:latin typeface="League Gothic"/>
                <a:ea typeface="League Gothic"/>
                <a:cs typeface="League Gothic"/>
                <a:sym typeface="League Gothic"/>
              </a:rPr>
              <a:t>TRÁFEGO PAGO</a:t>
            </a:r>
            <a:endParaRPr i="0" sz="3600" u="none" cap="none" strike="noStrike">
              <a:solidFill>
                <a:srgbClr val="A256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703" name="Google Shape;703;p106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rgbClr val="A256FF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06"/>
          <p:cNvSpPr txBox="1"/>
          <p:nvPr/>
        </p:nvSpPr>
        <p:spPr>
          <a:xfrm>
            <a:off x="436200" y="2782425"/>
            <a:ext cx="4135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Estratégia focada nos canais que trazem mais retorno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Objetivo estabilizar o ROI entre 3 e 6 meses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Relatórios de monitoramento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Alinhamento semanal de resultados com o time interno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5" name="Google Shape;705;p106"/>
          <p:cNvSpPr txBox="1"/>
          <p:nvPr/>
        </p:nvSpPr>
        <p:spPr>
          <a:xfrm>
            <a:off x="669125" y="2157825"/>
            <a:ext cx="39030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1900">
                <a:solidFill>
                  <a:schemeClr val="lt2"/>
                </a:solidFill>
                <a:latin typeface="League Gothic"/>
                <a:ea typeface="League Gothic"/>
                <a:cs typeface="League Gothic"/>
                <a:sym typeface="League Gothic"/>
              </a:rPr>
              <a:t>google ads, meta ads, tiktok, pinterest, youtube e etc…</a:t>
            </a:r>
            <a:endParaRPr i="0" sz="1900" u="none" cap="none" strike="noStrike">
              <a:solidFill>
                <a:schemeClr val="lt2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706" name="Google Shape;706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0125" y="1553500"/>
            <a:ext cx="3280800" cy="218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07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712" name="Google Shape;712;p107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PLANEJAMENTO IDEAL /// POSICIONAMENTO DIGITAL E ESTRATÉGIA									              AVRAHAM DIGITAL /// MARÇO 2023</a:t>
            </a:r>
            <a:endParaRPr sz="600">
              <a:solidFill>
                <a:schemeClr val="accent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13" name="Google Shape;713;p107"/>
          <p:cNvSpPr txBox="1"/>
          <p:nvPr/>
        </p:nvSpPr>
        <p:spPr>
          <a:xfrm>
            <a:off x="588604" y="1667775"/>
            <a:ext cx="26367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3600">
                <a:solidFill>
                  <a:srgbClr val="A256FF"/>
                </a:solidFill>
                <a:latin typeface="League Gothic"/>
                <a:ea typeface="League Gothic"/>
                <a:cs typeface="League Gothic"/>
                <a:sym typeface="League Gothic"/>
              </a:rPr>
              <a:t>DESIGN</a:t>
            </a:r>
            <a:endParaRPr i="0" sz="3600" u="none" cap="none" strike="noStrike">
              <a:solidFill>
                <a:srgbClr val="A256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714" name="Google Shape;714;p107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rgbClr val="A256FF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07"/>
          <p:cNvSpPr txBox="1"/>
          <p:nvPr/>
        </p:nvSpPr>
        <p:spPr>
          <a:xfrm>
            <a:off x="436200" y="2782425"/>
            <a:ext cx="413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Criação gráfica para as estratégias a Avraham Digital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E-book’s, planilhas, posts, peças para divulgação 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Montserrat"/>
              <a:buChar char="●"/>
            </a:pPr>
            <a:r>
              <a:rPr lang="pt-BR" sz="10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Prototipação e manipulação das imagens para utilizarmos nas peças </a:t>
            </a:r>
            <a:endParaRPr sz="10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6" name="Google Shape;716;p107"/>
          <p:cNvSpPr txBox="1"/>
          <p:nvPr/>
        </p:nvSpPr>
        <p:spPr>
          <a:xfrm>
            <a:off x="592925" y="2157825"/>
            <a:ext cx="39030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1900">
                <a:solidFill>
                  <a:schemeClr val="lt2"/>
                </a:solidFill>
                <a:latin typeface="League Gothic"/>
                <a:ea typeface="League Gothic"/>
                <a:cs typeface="League Gothic"/>
                <a:sym typeface="League Gothic"/>
              </a:rPr>
              <a:t>foco em experiência e conexão</a:t>
            </a:r>
            <a:endParaRPr i="0" sz="1900" u="none" cap="none" strike="noStrike">
              <a:solidFill>
                <a:schemeClr val="lt2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717" name="Google Shape;717;p107"/>
          <p:cNvPicPr preferRelativeResize="0"/>
          <p:nvPr/>
        </p:nvPicPr>
        <p:blipFill rotWithShape="1">
          <a:blip r:embed="rId3">
            <a:alphaModFix/>
          </a:blip>
          <a:srcRect b="0" l="0" r="16044" t="0"/>
          <a:stretch/>
        </p:blipFill>
        <p:spPr>
          <a:xfrm>
            <a:off x="4939399" y="2179300"/>
            <a:ext cx="4204600" cy="139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7450" y="-547887"/>
            <a:ext cx="9358906" cy="623927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108"/>
          <p:cNvSpPr/>
          <p:nvPr/>
        </p:nvSpPr>
        <p:spPr>
          <a:xfrm>
            <a:off x="-107400" y="-547900"/>
            <a:ext cx="9358800" cy="6239400"/>
          </a:xfrm>
          <a:prstGeom prst="rect">
            <a:avLst/>
          </a:prstGeom>
          <a:solidFill>
            <a:srgbClr val="0D0D0D">
              <a:alpha val="6627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08"/>
          <p:cNvSpPr/>
          <p:nvPr/>
        </p:nvSpPr>
        <p:spPr>
          <a:xfrm>
            <a:off x="-107400" y="-547875"/>
            <a:ext cx="9358800" cy="6239400"/>
          </a:xfrm>
          <a:prstGeom prst="rect">
            <a:avLst/>
          </a:prstGeom>
          <a:solidFill>
            <a:srgbClr val="0D0D0D">
              <a:alpha val="6627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08"/>
          <p:cNvSpPr txBox="1"/>
          <p:nvPr/>
        </p:nvSpPr>
        <p:spPr>
          <a:xfrm>
            <a:off x="1172799" y="239475"/>
            <a:ext cx="15858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lang="pt-BR" sz="17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SOBRE NÓS</a:t>
            </a:r>
            <a:endParaRPr i="0" sz="1700" u="none" cap="none" strike="noStrike">
              <a:solidFill>
                <a:srgbClr val="00000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26" name="Google Shape;726;p108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fld id="{00000000-1234-1234-1234-123412341234}" type="slidenum">
              <a:rPr lang="pt-BR" sz="700">
                <a:solidFill>
                  <a:srgbClr val="FFFFFF"/>
                </a:solidFill>
              </a:rPr>
              <a:t>‹#›</a:t>
            </a:fld>
            <a:endParaRPr sz="1100"/>
          </a:p>
        </p:txBody>
      </p:sp>
      <p:cxnSp>
        <p:nvCxnSpPr>
          <p:cNvPr id="727" name="Google Shape;727;p108"/>
          <p:cNvCxnSpPr/>
          <p:nvPr/>
        </p:nvCxnSpPr>
        <p:spPr>
          <a:xfrm>
            <a:off x="865556" y="1037689"/>
            <a:ext cx="0" cy="3621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28" name="Google Shape;728;p108"/>
          <p:cNvSpPr txBox="1"/>
          <p:nvPr/>
        </p:nvSpPr>
        <p:spPr>
          <a:xfrm>
            <a:off x="1144575" y="1135250"/>
            <a:ext cx="61335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Avraham Digital é uma agência voltada para formação de branding e estratégia publicitária para marcas.  Nossos serviços unem publicidade &amp; tecnologia, sempre pautadas em criação, conexão e inspiração.</a:t>
            </a:r>
            <a:endParaRPr sz="12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Nosso propósito é impactar e entregar a melhor experiência de vivência de nossos clientes e para os clientes de nossos clientes.</a:t>
            </a:r>
            <a:endParaRPr sz="12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Nossos serviços vão muito além de tráfego pago e social media, entregamos experiência, inovação e acima de tudo </a:t>
            </a:r>
            <a:r>
              <a:rPr lang="pt-BR" sz="1200" u="sng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resultado</a:t>
            </a:r>
            <a:r>
              <a:rPr lang="pt-BR" sz="12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sz="12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Acreditamos em branding sensorial e magnético, cremos que criar uma marca vai além de identidade visual ou design de post. </a:t>
            </a:r>
            <a:endParaRPr sz="12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 objetivo é participar da criação de grandes marcas,  impactar clientes com  atendimento personalizado, buscar praticidade e </a:t>
            </a:r>
            <a:r>
              <a:rPr lang="pt-BR" sz="1200" u="sng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zero burocracia</a:t>
            </a:r>
            <a:r>
              <a:rPr lang="pt-BR" sz="12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para estarmos sempre conectados,  andar lado a lado e proporcionar oportunidades da melhor experiência e valor para os nossos clientes.</a:t>
            </a:r>
            <a:endParaRPr sz="12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t/>
            </a:r>
            <a:endParaRPr sz="1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9" name="Google Shape;729;p108"/>
          <p:cNvSpPr/>
          <p:nvPr/>
        </p:nvSpPr>
        <p:spPr>
          <a:xfrm>
            <a:off x="1090625" y="233479"/>
            <a:ext cx="29100" cy="24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09"/>
          <p:cNvSpPr txBox="1"/>
          <p:nvPr/>
        </p:nvSpPr>
        <p:spPr>
          <a:xfrm>
            <a:off x="3920954" y="1189525"/>
            <a:ext cx="26367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36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ALGUNS CASES DE </a:t>
            </a:r>
            <a:endParaRPr i="0" sz="3600" u="none" cap="none" strike="noStrike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E29AA"/>
            </a:gs>
            <a:gs pos="100000">
              <a:srgbClr val="1E123D"/>
            </a:gs>
          </a:gsLst>
          <a:lin ang="5400012" scaled="0"/>
        </a:gra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10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40" name="Google Shape;740;p110"/>
          <p:cNvPicPr preferRelativeResize="0"/>
          <p:nvPr/>
        </p:nvPicPr>
        <p:blipFill rotWithShape="1">
          <a:blip r:embed="rId3">
            <a:alphaModFix/>
          </a:blip>
          <a:srcRect b="38842" l="23711" r="24666" t="37758"/>
          <a:stretch/>
        </p:blipFill>
        <p:spPr>
          <a:xfrm>
            <a:off x="3332637" y="2426025"/>
            <a:ext cx="2757787" cy="703199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10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PLANEJAMENTO IDEAL /// POSICIONAMENTO DIGITAL E ESTRATÉGIA									              AVRAHAM DIGITAL /// MARÇO 2023</a:t>
            </a:r>
            <a:endParaRPr sz="6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42" name="Google Shape;742;p110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rgbClr val="A256FF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10"/>
          <p:cNvSpPr txBox="1"/>
          <p:nvPr/>
        </p:nvSpPr>
        <p:spPr>
          <a:xfrm>
            <a:off x="1967125" y="1647550"/>
            <a:ext cx="54888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41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BORA ESCALAR ESSE PROJETO!</a:t>
            </a:r>
            <a:endParaRPr sz="4100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9900"/>
      </a:accent1>
      <a:accent2>
        <a:srgbClr val="C55A11"/>
      </a:accent2>
      <a:accent3>
        <a:srgbClr val="323F4F"/>
      </a:accent3>
      <a:accent4>
        <a:srgbClr val="262626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