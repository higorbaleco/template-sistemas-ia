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Roboto Black"/>
      <p:bold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eague Gothic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eagueGothic-regular.fntdata"/><Relationship Id="rId20" Type="http://schemas.openxmlformats.org/officeDocument/2006/relationships/font" Target="fonts/RobotoBlack-bold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Black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26" Type="http://schemas.openxmlformats.org/officeDocument/2006/relationships/font" Target="fonts/Montserra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29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df5eb6016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g1df5eb6016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df9220f0fb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g1df9220f0fb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df5eb60168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g1df5eb60168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df9220f0fb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g1df9220f0fb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df6cd042fc_0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g1df6cd042fc_0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df6cd042fc_0_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1df6cd042fc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df9220f0fb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g1df9220f0fb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df6cd042f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df6cd042f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df768ddaa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1df768ddaa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 showMasterSp="0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BD3E"/>
              </a:gs>
              <a:gs pos="100000">
                <a:srgbClr val="1C5A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628650" y="1781548"/>
            <a:ext cx="7886700" cy="687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ague Gothic"/>
              <a:buNone/>
              <a:defRPr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 showMasterSp="0">
  <p:cSld name="5_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3518807" y="1835884"/>
            <a:ext cx="285341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  <a:defRPr b="1" sz="41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 showMasterSp="0">
  <p:cSld name="6_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>
            <p:ph idx="2" type="pic"/>
          </p:nvPr>
        </p:nvSpPr>
        <p:spPr>
          <a:xfrm>
            <a:off x="266700" y="97972"/>
            <a:ext cx="4337958" cy="30993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266700" y="3259776"/>
            <a:ext cx="8610600" cy="68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4727123" y="1389920"/>
            <a:ext cx="2109107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700"/>
              <a:buFont typeface="Roboto Black"/>
              <a:buNone/>
              <a:defRPr b="1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 showMasterSp="0">
  <p:cSld name="4_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>
            <p:ph idx="2" type="pic"/>
          </p:nvPr>
        </p:nvSpPr>
        <p:spPr>
          <a:xfrm>
            <a:off x="203200" y="625790"/>
            <a:ext cx="3098801" cy="38971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6283" y="625789"/>
            <a:ext cx="2224078" cy="15422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5655851" y="2985778"/>
            <a:ext cx="3488149" cy="676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 showMasterSp="0">
  <p:cSld name="3_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>
            <p:ph idx="2" type="pic"/>
          </p:nvPr>
        </p:nvSpPr>
        <p:spPr>
          <a:xfrm>
            <a:off x="266700" y="681593"/>
            <a:ext cx="8610600" cy="257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p18"/>
          <p:cNvSpPr txBox="1"/>
          <p:nvPr/>
        </p:nvSpPr>
        <p:spPr>
          <a:xfrm>
            <a:off x="266699" y="4792844"/>
            <a:ext cx="1059256" cy="173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700"/>
              <a:buFont typeface="Roboto"/>
              <a:buNone/>
            </a:pPr>
            <a:r>
              <a:rPr b="1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B. Proposal</a:t>
            </a:r>
            <a:r>
              <a:rPr b="0" i="0" lang="pt-BR" sz="700" u="none" cap="none" strike="noStrike">
                <a:solidFill>
                  <a:srgbClr val="44546A"/>
                </a:solidFill>
                <a:latin typeface="Roboto"/>
                <a:ea typeface="Roboto"/>
                <a:cs typeface="Roboto"/>
                <a:sym typeface="Roboto"/>
              </a:rPr>
              <a:t>| Presentation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8"/>
          <p:cNvSpPr/>
          <p:nvPr/>
        </p:nvSpPr>
        <p:spPr>
          <a:xfrm flipH="1">
            <a:off x="266700" y="1"/>
            <a:ext cx="8610600" cy="681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 txBox="1"/>
          <p:nvPr>
            <p:ph type="title"/>
          </p:nvPr>
        </p:nvSpPr>
        <p:spPr>
          <a:xfrm>
            <a:off x="36145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61455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sz="800">
                <a:solidFill>
                  <a:srgbClr val="F2F2F2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 showMasterSp="0">
  <p:cSld name="7_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0"/>
          <p:cNvSpPr/>
          <p:nvPr>
            <p:ph idx="3" type="pic"/>
          </p:nvPr>
        </p:nvSpPr>
        <p:spPr>
          <a:xfrm>
            <a:off x="534934" y="2403064"/>
            <a:ext cx="2579916" cy="2048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Only">
  <p:cSld name="5_Title 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>
            <p:ph idx="2" type="pic"/>
          </p:nvPr>
        </p:nvSpPr>
        <p:spPr>
          <a:xfrm>
            <a:off x="497205" y="765968"/>
            <a:ext cx="8041006" cy="2015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49720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497205" y="356339"/>
            <a:ext cx="6291695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Only">
  <p:cSld name="6_Title 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>
            <p:ph idx="2" type="pic"/>
          </p:nvPr>
        </p:nvSpPr>
        <p:spPr>
          <a:xfrm>
            <a:off x="133350" y="0"/>
            <a:ext cx="9010651" cy="34004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 showMasterSp="0">
  <p:cSld name="8_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>
            <p:ph idx="2" type="pic"/>
          </p:nvPr>
        </p:nvSpPr>
        <p:spPr>
          <a:xfrm>
            <a:off x="211667" y="142731"/>
            <a:ext cx="8726110" cy="49084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3"/>
          <p:cNvSpPr/>
          <p:nvPr>
            <p:ph idx="3" type="pic"/>
          </p:nvPr>
        </p:nvSpPr>
        <p:spPr>
          <a:xfrm>
            <a:off x="778426" y="1170918"/>
            <a:ext cx="2909927" cy="2852064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" name="Google Shape;105;p23"/>
          <p:cNvSpPr txBox="1"/>
          <p:nvPr>
            <p:ph type="title"/>
          </p:nvPr>
        </p:nvSpPr>
        <p:spPr>
          <a:xfrm>
            <a:off x="4727123" y="1618520"/>
            <a:ext cx="357867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Roboto Black"/>
              <a:buNone/>
              <a:defRPr b="1" sz="3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Only">
  <p:cSld name="7_Title 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/>
          <p:nvPr/>
        </p:nvSpPr>
        <p:spPr>
          <a:xfrm>
            <a:off x="-1" y="-1"/>
            <a:ext cx="4637316" cy="42896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4"/>
          <p:cNvSpPr/>
          <p:nvPr>
            <p:ph idx="2" type="pic"/>
          </p:nvPr>
        </p:nvSpPr>
        <p:spPr>
          <a:xfrm>
            <a:off x="3202559" y="2154675"/>
            <a:ext cx="2503025" cy="2453255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5411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p2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sz="800">
                <a:solidFill>
                  <a:srgbClr val="FFFFFF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/>
          <p:nvPr>
            <p:ph idx="2" type="pic"/>
          </p:nvPr>
        </p:nvSpPr>
        <p:spPr>
          <a:xfrm>
            <a:off x="266700" y="2914650"/>
            <a:ext cx="861060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Only">
  <p:cSld name="9_Title 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" name="Google Shape;120;p2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Only">
  <p:cSld name="10_Title 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/>
          <p:nvPr>
            <p:ph idx="2" type="pic"/>
          </p:nvPr>
        </p:nvSpPr>
        <p:spPr>
          <a:xfrm>
            <a:off x="5158763" y="837210"/>
            <a:ext cx="3322274" cy="3324456"/>
          </a:xfrm>
          <a:prstGeom prst="rect">
            <a:avLst/>
          </a:prstGeom>
          <a:noFill/>
          <a:ln>
            <a:noFill/>
          </a:ln>
          <a:effectLst>
            <a:outerShdw blurRad="76200" rotWithShape="0">
              <a:srgbClr val="000000">
                <a:alpha val="2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Only">
  <p:cSld name="11_Title 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763236" y="1439188"/>
            <a:ext cx="3419104" cy="2765963"/>
          </a:xfrm>
          <a:prstGeom prst="rect">
            <a:avLst/>
          </a:prstGeom>
          <a:solidFill>
            <a:srgbClr val="FFD699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8"/>
          <p:cNvSpPr/>
          <p:nvPr>
            <p:ph idx="2" type="pic"/>
          </p:nvPr>
        </p:nvSpPr>
        <p:spPr>
          <a:xfrm>
            <a:off x="1360301" y="1091901"/>
            <a:ext cx="3419105" cy="2765963"/>
          </a:xfrm>
          <a:prstGeom prst="rect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Only">
  <p:cSld name="12_Title 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/>
          <p:nvPr>
            <p:ph idx="2" type="pic"/>
          </p:nvPr>
        </p:nvSpPr>
        <p:spPr>
          <a:xfrm>
            <a:off x="5057485" y="0"/>
            <a:ext cx="4086515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9"/>
          <p:cNvSpPr/>
          <p:nvPr/>
        </p:nvSpPr>
        <p:spPr>
          <a:xfrm>
            <a:off x="0" y="0"/>
            <a:ext cx="505748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sz="800">
                <a:solidFill>
                  <a:srgbClr val="FFFFFF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Only">
  <p:cSld name="13_Title 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/>
          <p:nvPr>
            <p:ph idx="2" type="pic"/>
          </p:nvPr>
        </p:nvSpPr>
        <p:spPr>
          <a:xfrm>
            <a:off x="3008841" y="0"/>
            <a:ext cx="613515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3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>
  <p:cSld name="14_Title 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>
            <p:ph idx="2" type="pic"/>
          </p:nvPr>
        </p:nvSpPr>
        <p:spPr>
          <a:xfrm>
            <a:off x="2867026" y="0"/>
            <a:ext cx="6276976" cy="47672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3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31"/>
          <p:cNvSpPr/>
          <p:nvPr/>
        </p:nvSpPr>
        <p:spPr>
          <a:xfrm>
            <a:off x="0" y="0"/>
            <a:ext cx="2867025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2867025" y="4767263"/>
            <a:ext cx="6276975" cy="376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  <a:defRPr sz="800">
                <a:solidFill>
                  <a:srgbClr val="FFFFFF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Char char="•"/>
              <a:defRPr sz="800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>
  <p:cSld name="15_Title 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/>
          <p:nvPr>
            <p:ph idx="2" type="pic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Only">
  <p:cSld name="16_Title 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/>
          <p:nvPr>
            <p:ph idx="2" type="pic"/>
          </p:nvPr>
        </p:nvSpPr>
        <p:spPr>
          <a:xfrm>
            <a:off x="0" y="0"/>
            <a:ext cx="9144000" cy="26561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33"/>
          <p:cNvSpPr/>
          <p:nvPr>
            <p:ph idx="3" type="pic"/>
          </p:nvPr>
        </p:nvSpPr>
        <p:spPr>
          <a:xfrm>
            <a:off x="662591" y="1523658"/>
            <a:ext cx="1807033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33"/>
          <p:cNvSpPr/>
          <p:nvPr>
            <p:ph idx="4" type="pic"/>
          </p:nvPr>
        </p:nvSpPr>
        <p:spPr>
          <a:xfrm>
            <a:off x="2676449" y="1523658"/>
            <a:ext cx="1807032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33"/>
          <p:cNvSpPr/>
          <p:nvPr>
            <p:ph idx="5" type="pic"/>
          </p:nvPr>
        </p:nvSpPr>
        <p:spPr>
          <a:xfrm>
            <a:off x="4660521" y="1523658"/>
            <a:ext cx="1807032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3"/>
          <p:cNvSpPr/>
          <p:nvPr>
            <p:ph idx="6" type="pic"/>
          </p:nvPr>
        </p:nvSpPr>
        <p:spPr>
          <a:xfrm>
            <a:off x="6674377" y="1523658"/>
            <a:ext cx="1807033" cy="1458687"/>
          </a:xfrm>
          <a:prstGeom prst="rect">
            <a:avLst/>
          </a:prstGeom>
          <a:noFill/>
          <a:ln>
            <a:noFill/>
          </a:ln>
          <a:effectLst>
            <a:outerShdw blurRad="63500" rotWithShape="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Only">
  <p:cSld name="17_Title 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4"/>
          <p:cNvSpPr/>
          <p:nvPr>
            <p:ph idx="2" type="pic"/>
          </p:nvPr>
        </p:nvSpPr>
        <p:spPr>
          <a:xfrm>
            <a:off x="2264230" y="0"/>
            <a:ext cx="6879770" cy="51543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4"/>
          <p:cNvSpPr txBox="1"/>
          <p:nvPr>
            <p:ph type="title"/>
          </p:nvPr>
        </p:nvSpPr>
        <p:spPr>
          <a:xfrm>
            <a:off x="321994" y="226624"/>
            <a:ext cx="2595377" cy="285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Only">
  <p:cSld name="18_Title Onl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/>
          <p:nvPr/>
        </p:nvSpPr>
        <p:spPr>
          <a:xfrm>
            <a:off x="1095494" y="1305518"/>
            <a:ext cx="2557849" cy="2557848"/>
          </a:xfrm>
          <a:prstGeom prst="ellipse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5"/>
          <p:cNvSpPr/>
          <p:nvPr>
            <p:ph idx="2" type="pic"/>
          </p:nvPr>
        </p:nvSpPr>
        <p:spPr>
          <a:xfrm>
            <a:off x="1205537" y="1414793"/>
            <a:ext cx="2337763" cy="2339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3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74" name="Google Shape;174;p3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Only">
  <p:cSld name="19_Title 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/>
          <p:nvPr>
            <p:ph idx="2" type="pic"/>
          </p:nvPr>
        </p:nvSpPr>
        <p:spPr>
          <a:xfrm>
            <a:off x="0" y="0"/>
            <a:ext cx="3712029" cy="39079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36"/>
          <p:cNvSpPr/>
          <p:nvPr/>
        </p:nvSpPr>
        <p:spPr>
          <a:xfrm>
            <a:off x="3712027" y="-1"/>
            <a:ext cx="5431973" cy="39079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6"/>
          <p:cNvSpPr txBox="1"/>
          <p:nvPr>
            <p:ph type="title"/>
          </p:nvPr>
        </p:nvSpPr>
        <p:spPr>
          <a:xfrm>
            <a:off x="4148800" y="612208"/>
            <a:ext cx="2835531" cy="178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80" name="Google Shape;180;p3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Only">
  <p:cSld name="20_Title 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83" name="Google Shape;183;p3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4" name="Google Shape;184;p3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37"/>
          <p:cNvSpPr/>
          <p:nvPr>
            <p:ph idx="2" type="pic"/>
          </p:nvPr>
        </p:nvSpPr>
        <p:spPr>
          <a:xfrm>
            <a:off x="0" y="771525"/>
            <a:ext cx="1855859" cy="1953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37"/>
          <p:cNvSpPr/>
          <p:nvPr>
            <p:ph idx="3" type="pic"/>
          </p:nvPr>
        </p:nvSpPr>
        <p:spPr>
          <a:xfrm>
            <a:off x="4572381" y="771525"/>
            <a:ext cx="1855860" cy="1953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7" name="Google Shape;187;p37"/>
          <p:cNvGrpSpPr/>
          <p:nvPr/>
        </p:nvGrpSpPr>
        <p:grpSpPr>
          <a:xfrm>
            <a:off x="1855857" y="771525"/>
            <a:ext cx="7288142" cy="1953824"/>
            <a:chOff x="-1" y="0"/>
            <a:chExt cx="9717522" cy="2605098"/>
          </a:xfrm>
        </p:grpSpPr>
        <p:sp>
          <p:nvSpPr>
            <p:cNvPr id="188" name="Google Shape;188;p37"/>
            <p:cNvSpPr/>
            <p:nvPr/>
          </p:nvSpPr>
          <p:spPr>
            <a:xfrm>
              <a:off x="-1" y="0"/>
              <a:ext cx="3621014" cy="26050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7"/>
            <p:cNvSpPr/>
            <p:nvPr/>
          </p:nvSpPr>
          <p:spPr>
            <a:xfrm>
              <a:off x="6096507" y="0"/>
              <a:ext cx="3621014" cy="26050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37"/>
          <p:cNvSpPr txBox="1"/>
          <p:nvPr>
            <p:ph idx="4" type="body"/>
          </p:nvPr>
        </p:nvSpPr>
        <p:spPr>
          <a:xfrm>
            <a:off x="2056889" y="1062635"/>
            <a:ext cx="2090568" cy="58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5" type="body"/>
          </p:nvPr>
        </p:nvSpPr>
        <p:spPr>
          <a:xfrm>
            <a:off x="6618003" y="1062635"/>
            <a:ext cx="2090568" cy="581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Only">
  <p:cSld name="21_Title 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/>
          <p:nvPr>
            <p:ph idx="2" type="pic"/>
          </p:nvPr>
        </p:nvSpPr>
        <p:spPr>
          <a:xfrm>
            <a:off x="643187" y="982265"/>
            <a:ext cx="990373" cy="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8"/>
          <p:cNvSpPr/>
          <p:nvPr>
            <p:ph idx="3" type="pic"/>
          </p:nvPr>
        </p:nvSpPr>
        <p:spPr>
          <a:xfrm>
            <a:off x="4960267" y="982265"/>
            <a:ext cx="990373" cy="9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3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38"/>
          <p:cNvSpPr/>
          <p:nvPr/>
        </p:nvSpPr>
        <p:spPr>
          <a:xfrm>
            <a:off x="1742006" y="1064200"/>
            <a:ext cx="2201344" cy="1560467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8"/>
          <p:cNvSpPr/>
          <p:nvPr/>
        </p:nvSpPr>
        <p:spPr>
          <a:xfrm>
            <a:off x="6068472" y="1064200"/>
            <a:ext cx="2201345" cy="1560467"/>
          </a:xfrm>
          <a:custGeom>
            <a:rect b="b" l="l" r="r" t="t"/>
            <a:pathLst>
              <a:path extrusionOk="0" h="21600" w="21600">
                <a:moveTo>
                  <a:pt x="1461" y="0"/>
                </a:moveTo>
                <a:cubicBezTo>
                  <a:pt x="1348" y="0"/>
                  <a:pt x="1257" y="124"/>
                  <a:pt x="1257" y="277"/>
                </a:cubicBezTo>
                <a:lnTo>
                  <a:pt x="1257" y="3580"/>
                </a:lnTo>
                <a:lnTo>
                  <a:pt x="0" y="4321"/>
                </a:lnTo>
                <a:lnTo>
                  <a:pt x="1257" y="5060"/>
                </a:lnTo>
                <a:lnTo>
                  <a:pt x="1257" y="21323"/>
                </a:lnTo>
                <a:cubicBezTo>
                  <a:pt x="1257" y="21476"/>
                  <a:pt x="1348" y="21600"/>
                  <a:pt x="1461" y="21600"/>
                </a:cubicBezTo>
                <a:lnTo>
                  <a:pt x="21396" y="21600"/>
                </a:lnTo>
                <a:cubicBezTo>
                  <a:pt x="21509" y="21600"/>
                  <a:pt x="21600" y="21476"/>
                  <a:pt x="21600" y="21323"/>
                </a:cubicBezTo>
                <a:lnTo>
                  <a:pt x="21600" y="277"/>
                </a:lnTo>
                <a:cubicBezTo>
                  <a:pt x="21600" y="124"/>
                  <a:pt x="21509" y="0"/>
                  <a:pt x="21396" y="0"/>
                </a:cubicBezTo>
                <a:lnTo>
                  <a:pt x="14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Only">
  <p:cSld name="22_Title Onl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4" name="Google Shape;204;p39"/>
          <p:cNvSpPr/>
          <p:nvPr>
            <p:ph idx="2" type="pic"/>
          </p:nvPr>
        </p:nvSpPr>
        <p:spPr>
          <a:xfrm>
            <a:off x="809625" y="955496"/>
            <a:ext cx="1790700" cy="10380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39"/>
          <p:cNvSpPr/>
          <p:nvPr>
            <p:ph idx="3" type="pic"/>
          </p:nvPr>
        </p:nvSpPr>
        <p:spPr>
          <a:xfrm>
            <a:off x="3554941" y="955496"/>
            <a:ext cx="1790700" cy="10380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39"/>
          <p:cNvSpPr/>
          <p:nvPr>
            <p:ph idx="4" type="pic"/>
          </p:nvPr>
        </p:nvSpPr>
        <p:spPr>
          <a:xfrm>
            <a:off x="6336241" y="955496"/>
            <a:ext cx="1790700" cy="10380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39"/>
          <p:cNvSpPr/>
          <p:nvPr/>
        </p:nvSpPr>
        <p:spPr>
          <a:xfrm>
            <a:off x="809625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9"/>
          <p:cNvSpPr/>
          <p:nvPr/>
        </p:nvSpPr>
        <p:spPr>
          <a:xfrm>
            <a:off x="3554941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9"/>
          <p:cNvSpPr/>
          <p:nvPr/>
        </p:nvSpPr>
        <p:spPr>
          <a:xfrm>
            <a:off x="6336241" y="1993513"/>
            <a:ext cx="914400" cy="3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Only">
  <p:cSld name="23_Title 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12" name="Google Shape;212;p4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3" name="Google Shape;213;p4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40"/>
          <p:cNvSpPr/>
          <p:nvPr>
            <p:ph idx="2" type="pic"/>
          </p:nvPr>
        </p:nvSpPr>
        <p:spPr>
          <a:xfrm>
            <a:off x="995363" y="1254900"/>
            <a:ext cx="1143000" cy="11437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40"/>
          <p:cNvSpPr/>
          <p:nvPr>
            <p:ph idx="3" type="pic"/>
          </p:nvPr>
        </p:nvSpPr>
        <p:spPr>
          <a:xfrm>
            <a:off x="2998787" y="1254900"/>
            <a:ext cx="1143001" cy="11437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40"/>
          <p:cNvSpPr/>
          <p:nvPr>
            <p:ph idx="4" type="pic"/>
          </p:nvPr>
        </p:nvSpPr>
        <p:spPr>
          <a:xfrm>
            <a:off x="4994660" y="1254900"/>
            <a:ext cx="1143001" cy="11437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40"/>
          <p:cNvSpPr/>
          <p:nvPr>
            <p:ph idx="5" type="pic"/>
          </p:nvPr>
        </p:nvSpPr>
        <p:spPr>
          <a:xfrm>
            <a:off x="7018892" y="1254900"/>
            <a:ext cx="1143001" cy="11437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40"/>
          <p:cNvSpPr/>
          <p:nvPr/>
        </p:nvSpPr>
        <p:spPr>
          <a:xfrm>
            <a:off x="844485" y="1104400"/>
            <a:ext cx="1444755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0"/>
          <p:cNvSpPr/>
          <p:nvPr/>
        </p:nvSpPr>
        <p:spPr>
          <a:xfrm>
            <a:off x="2847910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0"/>
          <p:cNvSpPr/>
          <p:nvPr/>
        </p:nvSpPr>
        <p:spPr>
          <a:xfrm>
            <a:off x="4851334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0"/>
          <p:cNvSpPr/>
          <p:nvPr/>
        </p:nvSpPr>
        <p:spPr>
          <a:xfrm>
            <a:off x="6854760" y="1104400"/>
            <a:ext cx="1444756" cy="144475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408" y="10800"/>
                </a:moveTo>
                <a:cubicBezTo>
                  <a:pt x="1408" y="15987"/>
                  <a:pt x="5613" y="20192"/>
                  <a:pt x="10800" y="20192"/>
                </a:cubicBezTo>
                <a:cubicBezTo>
                  <a:pt x="15987" y="20192"/>
                  <a:pt x="20192" y="15987"/>
                  <a:pt x="20192" y="10800"/>
                </a:cubicBezTo>
                <a:cubicBezTo>
                  <a:pt x="20192" y="5613"/>
                  <a:pt x="15987" y="1408"/>
                  <a:pt x="10800" y="1408"/>
                </a:cubicBezTo>
                <a:cubicBezTo>
                  <a:pt x="5613" y="1408"/>
                  <a:pt x="1408" y="5613"/>
                  <a:pt x="1408" y="108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Only">
  <p:cSld name="24_Title 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41"/>
          <p:cNvGrpSpPr/>
          <p:nvPr/>
        </p:nvGrpSpPr>
        <p:grpSpPr>
          <a:xfrm>
            <a:off x="5252988" y="1435492"/>
            <a:ext cx="2978413" cy="3708008"/>
            <a:chOff x="0" y="-1"/>
            <a:chExt cx="3971216" cy="4944010"/>
          </a:xfrm>
        </p:grpSpPr>
        <p:grpSp>
          <p:nvGrpSpPr>
            <p:cNvPr id="224" name="Google Shape;224;p41"/>
            <p:cNvGrpSpPr/>
            <p:nvPr/>
          </p:nvGrpSpPr>
          <p:grpSpPr>
            <a:xfrm>
              <a:off x="546601" y="-1"/>
              <a:ext cx="3389811" cy="3691855"/>
              <a:chOff x="0" y="0"/>
              <a:chExt cx="3389810" cy="3691853"/>
            </a:xfrm>
          </p:grpSpPr>
          <p:sp>
            <p:nvSpPr>
              <p:cNvPr id="225" name="Google Shape;225;p41"/>
              <p:cNvSpPr/>
              <p:nvPr/>
            </p:nvSpPr>
            <p:spPr>
              <a:xfrm flipH="1">
                <a:off x="2196289" y="2788442"/>
                <a:ext cx="568660" cy="56866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1"/>
              <p:cNvSpPr/>
              <p:nvPr/>
            </p:nvSpPr>
            <p:spPr>
              <a:xfrm flipH="1">
                <a:off x="2329222" y="1273154"/>
                <a:ext cx="670051" cy="67004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41"/>
              <p:cNvSpPr/>
              <p:nvPr/>
            </p:nvSpPr>
            <p:spPr>
              <a:xfrm flipH="1">
                <a:off x="2378407" y="429591"/>
                <a:ext cx="308435" cy="30843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41"/>
              <p:cNvSpPr/>
              <p:nvPr/>
            </p:nvSpPr>
            <p:spPr>
              <a:xfrm flipH="1">
                <a:off x="1241854" y="827940"/>
                <a:ext cx="531129" cy="53113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41"/>
              <p:cNvSpPr/>
              <p:nvPr/>
            </p:nvSpPr>
            <p:spPr>
              <a:xfrm flipH="1">
                <a:off x="902935" y="734211"/>
                <a:ext cx="292051" cy="29203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41"/>
              <p:cNvSpPr/>
              <p:nvPr/>
            </p:nvSpPr>
            <p:spPr>
              <a:xfrm flipH="1">
                <a:off x="1269464" y="1437180"/>
                <a:ext cx="386357" cy="38635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41"/>
              <p:cNvSpPr/>
              <p:nvPr/>
            </p:nvSpPr>
            <p:spPr>
              <a:xfrm flipH="1">
                <a:off x="90440" y="1343451"/>
                <a:ext cx="432821" cy="43281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41"/>
              <p:cNvSpPr/>
              <p:nvPr/>
            </p:nvSpPr>
            <p:spPr>
              <a:xfrm flipH="1">
                <a:off x="392871" y="2257310"/>
                <a:ext cx="466253" cy="46625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1"/>
              <p:cNvSpPr/>
              <p:nvPr/>
            </p:nvSpPr>
            <p:spPr>
              <a:xfrm flipH="1">
                <a:off x="1034916" y="2538497"/>
                <a:ext cx="316285" cy="316277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1"/>
              <p:cNvSpPr/>
              <p:nvPr/>
            </p:nvSpPr>
            <p:spPr>
              <a:xfrm flipH="1">
                <a:off x="133621" y="2140148"/>
                <a:ext cx="233425" cy="23342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41"/>
              <p:cNvSpPr/>
              <p:nvPr/>
            </p:nvSpPr>
            <p:spPr>
              <a:xfrm flipH="1">
                <a:off x="0" y="2436958"/>
                <a:ext cx="265506" cy="26549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41"/>
              <p:cNvSpPr/>
              <p:nvPr/>
            </p:nvSpPr>
            <p:spPr>
              <a:xfrm flipH="1">
                <a:off x="2725337" y="0"/>
                <a:ext cx="203639" cy="2036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1"/>
              <p:cNvSpPr/>
              <p:nvPr/>
            </p:nvSpPr>
            <p:spPr>
              <a:xfrm flipH="1">
                <a:off x="3108095" y="1437180"/>
                <a:ext cx="281715" cy="28171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1"/>
              <p:cNvSpPr/>
              <p:nvPr/>
            </p:nvSpPr>
            <p:spPr>
              <a:xfrm flipH="1">
                <a:off x="2183610" y="2491633"/>
                <a:ext cx="268909" cy="26889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41"/>
              <p:cNvSpPr/>
              <p:nvPr/>
            </p:nvSpPr>
            <p:spPr>
              <a:xfrm flipH="1">
                <a:off x="2646177" y="2600984"/>
                <a:ext cx="204691" cy="20468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1"/>
              <p:cNvSpPr/>
              <p:nvPr/>
            </p:nvSpPr>
            <p:spPr>
              <a:xfrm flipH="1">
                <a:off x="2431733" y="3421114"/>
                <a:ext cx="270731" cy="2707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1"/>
              <p:cNvSpPr/>
              <p:nvPr/>
            </p:nvSpPr>
            <p:spPr>
              <a:xfrm flipH="1">
                <a:off x="2573203" y="2374472"/>
                <a:ext cx="144883" cy="14488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1"/>
              <p:cNvSpPr/>
              <p:nvPr/>
            </p:nvSpPr>
            <p:spPr>
              <a:xfrm flipH="1">
                <a:off x="2854390" y="2889982"/>
                <a:ext cx="144883" cy="14488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41"/>
              <p:cNvSpPr/>
              <p:nvPr/>
            </p:nvSpPr>
            <p:spPr>
              <a:xfrm flipH="1">
                <a:off x="2094787" y="1796475"/>
                <a:ext cx="303057" cy="30306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41"/>
              <p:cNvSpPr/>
              <p:nvPr/>
            </p:nvSpPr>
            <p:spPr>
              <a:xfrm flipH="1">
                <a:off x="2319080" y="781076"/>
                <a:ext cx="211547" cy="21154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1"/>
              <p:cNvSpPr/>
              <p:nvPr/>
            </p:nvSpPr>
            <p:spPr>
              <a:xfrm flipH="1">
                <a:off x="2600672" y="234322"/>
                <a:ext cx="148657" cy="148657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1"/>
              <p:cNvSpPr/>
              <p:nvPr/>
            </p:nvSpPr>
            <p:spPr>
              <a:xfrm flipH="1">
                <a:off x="1709840" y="726400"/>
                <a:ext cx="211547" cy="21154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41"/>
              <p:cNvSpPr/>
              <p:nvPr/>
            </p:nvSpPr>
            <p:spPr>
              <a:xfrm flipH="1">
                <a:off x="1704476" y="1304397"/>
                <a:ext cx="177857" cy="177873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41"/>
              <p:cNvSpPr/>
              <p:nvPr/>
            </p:nvSpPr>
            <p:spPr>
              <a:xfrm flipH="1">
                <a:off x="1350276" y="1890204"/>
                <a:ext cx="305545" cy="30554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1"/>
              <p:cNvSpPr/>
              <p:nvPr/>
            </p:nvSpPr>
            <p:spPr>
              <a:xfrm flipH="1">
                <a:off x="1143799" y="1320019"/>
                <a:ext cx="152727" cy="15273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41"/>
              <p:cNvSpPr/>
              <p:nvPr/>
            </p:nvSpPr>
            <p:spPr>
              <a:xfrm flipH="1">
                <a:off x="1240319" y="656103"/>
                <a:ext cx="157747" cy="15775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41"/>
              <p:cNvSpPr/>
              <p:nvPr/>
            </p:nvSpPr>
            <p:spPr>
              <a:xfrm flipH="1">
                <a:off x="561810" y="1616828"/>
                <a:ext cx="211395" cy="211365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41"/>
              <p:cNvSpPr/>
              <p:nvPr/>
            </p:nvSpPr>
            <p:spPr>
              <a:xfrm flipH="1">
                <a:off x="817567" y="2694713"/>
                <a:ext cx="182151" cy="182151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41"/>
              <p:cNvSpPr/>
              <p:nvPr/>
            </p:nvSpPr>
            <p:spPr>
              <a:xfrm flipH="1">
                <a:off x="911065" y="2343228"/>
                <a:ext cx="182381" cy="18237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1"/>
              <p:cNvSpPr/>
              <p:nvPr/>
            </p:nvSpPr>
            <p:spPr>
              <a:xfrm flipH="1">
                <a:off x="308799" y="2655659"/>
                <a:ext cx="120733" cy="120739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34275" lIns="34275" spcFirstLastPara="1" rIns="342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Gill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" name="Google Shape;255;p41"/>
            <p:cNvSpPr/>
            <p:nvPr/>
          </p:nvSpPr>
          <p:spPr>
            <a:xfrm flipH="1">
              <a:off x="0" y="508161"/>
              <a:ext cx="3971216" cy="4435848"/>
            </a:xfrm>
            <a:custGeom>
              <a:rect b="b" l="l" r="r" t="t"/>
              <a:pathLst>
                <a:path extrusionOk="0" h="20717" w="21600">
                  <a:moveTo>
                    <a:pt x="10490" y="20717"/>
                  </a:moveTo>
                  <a:lnTo>
                    <a:pt x="4933" y="20717"/>
                  </a:lnTo>
                  <a:cubicBezTo>
                    <a:pt x="4933" y="20717"/>
                    <a:pt x="5598" y="16843"/>
                    <a:pt x="7811" y="12023"/>
                  </a:cubicBezTo>
                  <a:cubicBezTo>
                    <a:pt x="8850" y="9762"/>
                    <a:pt x="6890" y="8231"/>
                    <a:pt x="4376" y="8017"/>
                  </a:cubicBezTo>
                  <a:cubicBezTo>
                    <a:pt x="1862" y="7804"/>
                    <a:pt x="621" y="9163"/>
                    <a:pt x="621" y="9163"/>
                  </a:cubicBezTo>
                  <a:cubicBezTo>
                    <a:pt x="621" y="9163"/>
                    <a:pt x="3645" y="5282"/>
                    <a:pt x="8382" y="8564"/>
                  </a:cubicBezTo>
                  <a:cubicBezTo>
                    <a:pt x="8286" y="6665"/>
                    <a:pt x="8038" y="2421"/>
                    <a:pt x="0" y="2022"/>
                  </a:cubicBezTo>
                  <a:cubicBezTo>
                    <a:pt x="0" y="2022"/>
                    <a:pt x="3631" y="1329"/>
                    <a:pt x="7014" y="3621"/>
                  </a:cubicBezTo>
                  <a:cubicBezTo>
                    <a:pt x="7014" y="3621"/>
                    <a:pt x="7014" y="-883"/>
                    <a:pt x="12755" y="156"/>
                  </a:cubicBezTo>
                  <a:cubicBezTo>
                    <a:pt x="11638" y="-30"/>
                    <a:pt x="7908" y="-221"/>
                    <a:pt x="8207" y="3069"/>
                  </a:cubicBezTo>
                  <a:cubicBezTo>
                    <a:pt x="8433" y="5557"/>
                    <a:pt x="9670" y="5567"/>
                    <a:pt x="9966" y="9063"/>
                  </a:cubicBezTo>
                  <a:cubicBezTo>
                    <a:pt x="10494" y="8663"/>
                    <a:pt x="12197" y="7778"/>
                    <a:pt x="12538" y="6045"/>
                  </a:cubicBezTo>
                  <a:cubicBezTo>
                    <a:pt x="12879" y="4313"/>
                    <a:pt x="14834" y="1062"/>
                    <a:pt x="18155" y="3114"/>
                  </a:cubicBezTo>
                  <a:cubicBezTo>
                    <a:pt x="18155" y="3114"/>
                    <a:pt x="16485" y="2285"/>
                    <a:pt x="15238" y="3319"/>
                  </a:cubicBezTo>
                  <a:cubicBezTo>
                    <a:pt x="13593" y="4685"/>
                    <a:pt x="14740" y="6067"/>
                    <a:pt x="13345" y="6685"/>
                  </a:cubicBezTo>
                  <a:cubicBezTo>
                    <a:pt x="14369" y="6472"/>
                    <a:pt x="19144" y="5746"/>
                    <a:pt x="21600" y="9430"/>
                  </a:cubicBezTo>
                  <a:cubicBezTo>
                    <a:pt x="21041" y="9137"/>
                    <a:pt x="18022" y="5924"/>
                    <a:pt x="12953" y="7637"/>
                  </a:cubicBezTo>
                  <a:cubicBezTo>
                    <a:pt x="12301" y="8489"/>
                    <a:pt x="12409" y="8647"/>
                    <a:pt x="11540" y="9207"/>
                  </a:cubicBezTo>
                  <a:cubicBezTo>
                    <a:pt x="10671" y="9766"/>
                    <a:pt x="10800" y="10602"/>
                    <a:pt x="10800" y="10602"/>
                  </a:cubicBezTo>
                  <a:cubicBezTo>
                    <a:pt x="10800" y="10602"/>
                    <a:pt x="13505" y="11044"/>
                    <a:pt x="15052" y="10682"/>
                  </a:cubicBezTo>
                  <a:cubicBezTo>
                    <a:pt x="17856" y="10027"/>
                    <a:pt x="19167" y="11671"/>
                    <a:pt x="19602" y="12311"/>
                  </a:cubicBezTo>
                  <a:cubicBezTo>
                    <a:pt x="19602" y="12311"/>
                    <a:pt x="17773" y="10359"/>
                    <a:pt x="15331" y="11215"/>
                  </a:cubicBezTo>
                  <a:cubicBezTo>
                    <a:pt x="13477" y="11865"/>
                    <a:pt x="10955" y="10815"/>
                    <a:pt x="10800" y="11828"/>
                  </a:cubicBezTo>
                  <a:cubicBezTo>
                    <a:pt x="10645" y="12841"/>
                    <a:pt x="10210" y="19400"/>
                    <a:pt x="10490" y="20717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Gill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41"/>
          <p:cNvSpPr/>
          <p:nvPr>
            <p:ph idx="2" type="pic"/>
          </p:nvPr>
        </p:nvSpPr>
        <p:spPr>
          <a:xfrm>
            <a:off x="6295926" y="793087"/>
            <a:ext cx="1143001" cy="114375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7" name="Google Shape;257;p41"/>
          <p:cNvSpPr/>
          <p:nvPr>
            <p:ph idx="3" type="pic"/>
          </p:nvPr>
        </p:nvSpPr>
        <p:spPr>
          <a:xfrm>
            <a:off x="5583940" y="1742144"/>
            <a:ext cx="635612" cy="636029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8" name="Google Shape;258;p41"/>
          <p:cNvSpPr/>
          <p:nvPr>
            <p:ph idx="4" type="pic"/>
          </p:nvPr>
        </p:nvSpPr>
        <p:spPr>
          <a:xfrm>
            <a:off x="4870651" y="2463536"/>
            <a:ext cx="872764" cy="87333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41"/>
          <p:cNvSpPr/>
          <p:nvPr>
            <p:ph idx="5" type="pic"/>
          </p:nvPr>
        </p:nvSpPr>
        <p:spPr>
          <a:xfrm>
            <a:off x="5230238" y="3559279"/>
            <a:ext cx="565471" cy="56584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41"/>
          <p:cNvSpPr/>
          <p:nvPr>
            <p:ph idx="6" type="pic"/>
          </p:nvPr>
        </p:nvSpPr>
        <p:spPr>
          <a:xfrm>
            <a:off x="7675466" y="1787983"/>
            <a:ext cx="648388" cy="648812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41"/>
          <p:cNvSpPr/>
          <p:nvPr>
            <p:ph idx="7" type="pic"/>
          </p:nvPr>
        </p:nvSpPr>
        <p:spPr>
          <a:xfrm>
            <a:off x="7718258" y="2890810"/>
            <a:ext cx="562804" cy="56317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63" name="Google Shape;263;p4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 showMasterSp="0">
  <p:cSld name="9_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7" name="Google Shape;267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2"/>
          <p:cNvSpPr/>
          <p:nvPr/>
        </p:nvSpPr>
        <p:spPr>
          <a:xfrm>
            <a:off x="616690" y="4668272"/>
            <a:ext cx="1832596" cy="4752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2"/>
          <p:cNvSpPr txBox="1"/>
          <p:nvPr>
            <p:ph type="title"/>
          </p:nvPr>
        </p:nvSpPr>
        <p:spPr>
          <a:xfrm>
            <a:off x="616690" y="2860844"/>
            <a:ext cx="3578678" cy="180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Roboto Black"/>
              <a:buNone/>
              <a:defRPr b="1" sz="33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0" name="Google Shape;270;p42"/>
          <p:cNvSpPr/>
          <p:nvPr>
            <p:ph idx="2" type="pic"/>
          </p:nvPr>
        </p:nvSpPr>
        <p:spPr>
          <a:xfrm>
            <a:off x="616690" y="1"/>
            <a:ext cx="1832596" cy="2579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Only">
  <p:cSld name="25_Title Only">
    <p:bg>
      <p:bgPr>
        <a:solidFill>
          <a:schemeClr val="accen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/>
          <p:nvPr>
            <p:ph idx="2" type="pic"/>
          </p:nvPr>
        </p:nvSpPr>
        <p:spPr>
          <a:xfrm>
            <a:off x="3008841" y="2908465"/>
            <a:ext cx="6135158" cy="22350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3" name="Google Shape;273;p43"/>
          <p:cNvSpPr txBox="1"/>
          <p:nvPr>
            <p:ph type="title"/>
          </p:nvPr>
        </p:nvSpPr>
        <p:spPr>
          <a:xfrm>
            <a:off x="54243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4" name="Google Shape;274;p4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5" name="Google Shape;275;p43"/>
          <p:cNvSpPr txBox="1"/>
          <p:nvPr>
            <p:ph idx="1" type="body"/>
          </p:nvPr>
        </p:nvSpPr>
        <p:spPr>
          <a:xfrm>
            <a:off x="54243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sz="800">
                <a:solidFill>
                  <a:srgbClr val="F2F2F2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Only">
  <p:cSld name="26_Title Onl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44"/>
          <p:cNvSpPr/>
          <p:nvPr>
            <p:ph idx="2" type="pic"/>
          </p:nvPr>
        </p:nvSpPr>
        <p:spPr>
          <a:xfrm>
            <a:off x="1309661" y="1137767"/>
            <a:ext cx="6585713" cy="17726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Only">
  <p:cSld name="27_Title Only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/>
          <p:nvPr>
            <p:ph idx="2" type="pic"/>
          </p:nvPr>
        </p:nvSpPr>
        <p:spPr>
          <a:xfrm>
            <a:off x="1176077" y="968837"/>
            <a:ext cx="2628902" cy="14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3" name="Google Shape;283;p45"/>
          <p:cNvSpPr/>
          <p:nvPr>
            <p:ph idx="3" type="pic"/>
          </p:nvPr>
        </p:nvSpPr>
        <p:spPr>
          <a:xfrm>
            <a:off x="5230545" y="2751587"/>
            <a:ext cx="2628901" cy="14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85" name="Google Shape;285;p4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6" name="Google Shape;286;p4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_Title Only">
  <p:cSld name="56_Title 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/>
          <p:nvPr>
            <p:ph idx="2" type="pic"/>
          </p:nvPr>
        </p:nvSpPr>
        <p:spPr>
          <a:xfrm>
            <a:off x="385611" y="2189090"/>
            <a:ext cx="8372778" cy="22076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4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0" name="Google Shape;290;p4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Only">
  <p:cSld name="28_Title 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/>
          <p:nvPr>
            <p:ph idx="2" type="pic"/>
          </p:nvPr>
        </p:nvSpPr>
        <p:spPr>
          <a:xfrm>
            <a:off x="0" y="0"/>
            <a:ext cx="9144000" cy="24928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4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 showMasterSp="0">
  <p:cSld name="10_Blank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9" name="Google Shape;299;p4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Only">
  <p:cSld name="29_Title 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2" name="Google Shape;302;p49"/>
          <p:cNvSpPr/>
          <p:nvPr>
            <p:ph idx="2" type="pic"/>
          </p:nvPr>
        </p:nvSpPr>
        <p:spPr>
          <a:xfrm>
            <a:off x="4347166" y="-1"/>
            <a:ext cx="4796836" cy="15457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49"/>
          <p:cNvSpPr/>
          <p:nvPr>
            <p:ph idx="3" type="pic"/>
          </p:nvPr>
        </p:nvSpPr>
        <p:spPr>
          <a:xfrm>
            <a:off x="0" y="1535008"/>
            <a:ext cx="4796836" cy="15399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49"/>
          <p:cNvSpPr/>
          <p:nvPr>
            <p:ph idx="4" type="pic"/>
          </p:nvPr>
        </p:nvSpPr>
        <p:spPr>
          <a:xfrm>
            <a:off x="4347164" y="3074914"/>
            <a:ext cx="4796836" cy="15523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305" name="Google Shape;305;p49"/>
          <p:cNvGrpSpPr/>
          <p:nvPr/>
        </p:nvGrpSpPr>
        <p:grpSpPr>
          <a:xfrm>
            <a:off x="0" y="-2"/>
            <a:ext cx="9144001" cy="4620837"/>
            <a:chOff x="0" y="-1"/>
            <a:chExt cx="12192000" cy="6161114"/>
          </a:xfrm>
        </p:grpSpPr>
        <p:sp>
          <p:nvSpPr>
            <p:cNvPr id="306" name="Google Shape;306;p49"/>
            <p:cNvSpPr/>
            <p:nvPr/>
          </p:nvSpPr>
          <p:spPr>
            <a:xfrm flipH="1">
              <a:off x="2724373" y="-1"/>
              <a:ext cx="3083086" cy="206113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49"/>
            <p:cNvSpPr/>
            <p:nvPr/>
          </p:nvSpPr>
          <p:spPr>
            <a:xfrm flipH="1">
              <a:off x="0" y="-1"/>
              <a:ext cx="2955540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49"/>
            <p:cNvSpPr/>
            <p:nvPr/>
          </p:nvSpPr>
          <p:spPr>
            <a:xfrm>
              <a:off x="6384540" y="2054343"/>
              <a:ext cx="3083086" cy="206113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49"/>
            <p:cNvSpPr/>
            <p:nvPr/>
          </p:nvSpPr>
          <p:spPr>
            <a:xfrm>
              <a:off x="9236459" y="2054343"/>
              <a:ext cx="2955541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49"/>
            <p:cNvSpPr/>
            <p:nvPr/>
          </p:nvSpPr>
          <p:spPr>
            <a:xfrm flipH="1">
              <a:off x="2724373" y="4099974"/>
              <a:ext cx="3083086" cy="206113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49"/>
            <p:cNvSpPr/>
            <p:nvPr/>
          </p:nvSpPr>
          <p:spPr>
            <a:xfrm flipH="1">
              <a:off x="0" y="4099974"/>
              <a:ext cx="2955540" cy="2061050"/>
            </a:xfrm>
            <a:custGeom>
              <a:rect b="b" l="l" r="r" t="t"/>
              <a:pathLst>
                <a:path extrusionOk="0" h="21600" w="21600">
                  <a:moveTo>
                    <a:pt x="1677" y="0"/>
                  </a:moveTo>
                  <a:lnTo>
                    <a:pt x="1677" y="4136"/>
                  </a:lnTo>
                  <a:lnTo>
                    <a:pt x="0" y="5226"/>
                  </a:lnTo>
                  <a:lnTo>
                    <a:pt x="1677" y="6318"/>
                  </a:lnTo>
                  <a:lnTo>
                    <a:pt x="167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_Title Only">
  <p:cSld name="58_Title 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/>
          <p:nvPr>
            <p:ph idx="2" type="pic"/>
          </p:nvPr>
        </p:nvSpPr>
        <p:spPr>
          <a:xfrm>
            <a:off x="0" y="3629025"/>
            <a:ext cx="9144000" cy="1514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5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15" name="Google Shape;315;p5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6" name="Google Shape;316;p5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_Title Only">
  <p:cSld name="55_Title Only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/>
          <p:nvPr>
            <p:ph idx="2" type="pic"/>
          </p:nvPr>
        </p:nvSpPr>
        <p:spPr>
          <a:xfrm>
            <a:off x="544285" y="914400"/>
            <a:ext cx="6618516" cy="18723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9" name="Google Shape;319;p51"/>
          <p:cNvSpPr/>
          <p:nvPr>
            <p:ph idx="3" type="pic"/>
          </p:nvPr>
        </p:nvSpPr>
        <p:spPr>
          <a:xfrm>
            <a:off x="7162800" y="2786742"/>
            <a:ext cx="1636184" cy="15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5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2" name="Google Shape;322;p5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51"/>
          <p:cNvSpPr/>
          <p:nvPr/>
        </p:nvSpPr>
        <p:spPr>
          <a:xfrm>
            <a:off x="7162800" y="0"/>
            <a:ext cx="1636184" cy="27867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_Title Only">
  <p:cSld name="54_Title Onl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"/>
          <p:cNvSpPr/>
          <p:nvPr>
            <p:ph idx="2" type="pic"/>
          </p:nvPr>
        </p:nvSpPr>
        <p:spPr>
          <a:xfrm>
            <a:off x="3895725" y="1905746"/>
            <a:ext cx="4903258" cy="24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6" name="Google Shape;326;p5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27" name="Google Shape;327;p5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8" name="Google Shape;328;p5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_Title Only">
  <p:cSld name="53_Title Onl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/>
          <p:nvPr>
            <p:ph idx="2" type="pic"/>
          </p:nvPr>
        </p:nvSpPr>
        <p:spPr>
          <a:xfrm>
            <a:off x="498276" y="1328840"/>
            <a:ext cx="8300707" cy="33128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1" name="Google Shape;331;p5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2" name="Google Shape;332;p5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3" name="Google Shape;333;p5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_Title Only">
  <p:cSld name="52_Title Only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/>
          <p:nvPr>
            <p:ph idx="2" type="pic"/>
          </p:nvPr>
        </p:nvSpPr>
        <p:spPr>
          <a:xfrm>
            <a:off x="4572001" y="0"/>
            <a:ext cx="4572001" cy="3914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6" name="Google Shape;336;p54"/>
          <p:cNvSpPr/>
          <p:nvPr/>
        </p:nvSpPr>
        <p:spPr>
          <a:xfrm>
            <a:off x="0" y="0"/>
            <a:ext cx="4572000" cy="391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4"/>
          <p:cNvSpPr txBox="1"/>
          <p:nvPr>
            <p:ph type="title"/>
          </p:nvPr>
        </p:nvSpPr>
        <p:spPr>
          <a:xfrm>
            <a:off x="485280" y="106881"/>
            <a:ext cx="3972420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38" name="Google Shape;338;p5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p54"/>
          <p:cNvSpPr txBox="1"/>
          <p:nvPr>
            <p:ph idx="1" type="body"/>
          </p:nvPr>
        </p:nvSpPr>
        <p:spPr>
          <a:xfrm>
            <a:off x="485281" y="356339"/>
            <a:ext cx="3169039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0" name="Google Shape;340;p54"/>
          <p:cNvSpPr/>
          <p:nvPr>
            <p:ph idx="3" type="pic"/>
          </p:nvPr>
        </p:nvSpPr>
        <p:spPr>
          <a:xfrm>
            <a:off x="3640696" y="1248963"/>
            <a:ext cx="2130849" cy="25767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Blank" showMasterSp="0">
  <p:cSld name="13_Blank">
    <p:bg>
      <p:bgPr>
        <a:solidFill>
          <a:schemeClr val="accen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/>
          <p:nvPr>
            <p:ph idx="2" type="pic"/>
          </p:nvPr>
        </p:nvSpPr>
        <p:spPr>
          <a:xfrm>
            <a:off x="1107419" y="959713"/>
            <a:ext cx="3414437" cy="22352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3" name="Google Shape;343;p55"/>
          <p:cNvSpPr/>
          <p:nvPr>
            <p:ph idx="3" type="pic"/>
          </p:nvPr>
        </p:nvSpPr>
        <p:spPr>
          <a:xfrm>
            <a:off x="4631668" y="959713"/>
            <a:ext cx="3404914" cy="22352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4" name="Google Shape;344;p5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45" name="Google Shape;345;p55"/>
          <p:cNvGrpSpPr/>
          <p:nvPr/>
        </p:nvGrpSpPr>
        <p:grpSpPr>
          <a:xfrm>
            <a:off x="926921" y="785543"/>
            <a:ext cx="381001" cy="381001"/>
            <a:chOff x="0" y="0"/>
            <a:chExt cx="508000" cy="508000"/>
          </a:xfrm>
        </p:grpSpPr>
        <p:cxnSp>
          <p:nvCxnSpPr>
            <p:cNvPr id="346" name="Google Shape;346;p55"/>
            <p:cNvCxnSpPr/>
            <p:nvPr/>
          </p:nvCxnSpPr>
          <p:spPr>
            <a:xfrm flipH="1">
              <a:off x="106948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7" name="Google Shape;347;p55"/>
            <p:cNvCxnSpPr/>
            <p:nvPr/>
          </p:nvCxnSpPr>
          <p:spPr>
            <a:xfrm>
              <a:off x="0" y="77592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8" name="Google Shape;348;p55"/>
          <p:cNvGrpSpPr/>
          <p:nvPr/>
        </p:nvGrpSpPr>
        <p:grpSpPr>
          <a:xfrm>
            <a:off x="7837032" y="785543"/>
            <a:ext cx="381001" cy="381001"/>
            <a:chOff x="0" y="0"/>
            <a:chExt cx="508000" cy="508000"/>
          </a:xfrm>
        </p:grpSpPr>
        <p:cxnSp>
          <p:nvCxnSpPr>
            <p:cNvPr id="349" name="Google Shape;349;p55"/>
            <p:cNvCxnSpPr/>
            <p:nvPr/>
          </p:nvCxnSpPr>
          <p:spPr>
            <a:xfrm flipH="1">
              <a:off x="401051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55"/>
            <p:cNvCxnSpPr/>
            <p:nvPr/>
          </p:nvCxnSpPr>
          <p:spPr>
            <a:xfrm rot="10800000">
              <a:off x="0" y="77592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51" name="Google Shape;351;p55"/>
          <p:cNvGrpSpPr/>
          <p:nvPr/>
        </p:nvGrpSpPr>
        <p:grpSpPr>
          <a:xfrm>
            <a:off x="926921" y="2973612"/>
            <a:ext cx="381001" cy="381001"/>
            <a:chOff x="0" y="0"/>
            <a:chExt cx="508000" cy="508000"/>
          </a:xfrm>
        </p:grpSpPr>
        <p:cxnSp>
          <p:nvCxnSpPr>
            <p:cNvPr id="352" name="Google Shape;352;p55"/>
            <p:cNvCxnSpPr/>
            <p:nvPr/>
          </p:nvCxnSpPr>
          <p:spPr>
            <a:xfrm flipH="1" rot="10800000">
              <a:off x="106948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3" name="Google Shape;353;p55"/>
            <p:cNvCxnSpPr/>
            <p:nvPr/>
          </p:nvCxnSpPr>
          <p:spPr>
            <a:xfrm>
              <a:off x="0" y="430407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54" name="Google Shape;354;p55"/>
          <p:cNvGrpSpPr/>
          <p:nvPr/>
        </p:nvGrpSpPr>
        <p:grpSpPr>
          <a:xfrm>
            <a:off x="7837032" y="2973612"/>
            <a:ext cx="381001" cy="381001"/>
            <a:chOff x="0" y="0"/>
            <a:chExt cx="508000" cy="508000"/>
          </a:xfrm>
        </p:grpSpPr>
        <p:cxnSp>
          <p:nvCxnSpPr>
            <p:cNvPr id="355" name="Google Shape;355;p55"/>
            <p:cNvCxnSpPr/>
            <p:nvPr/>
          </p:nvCxnSpPr>
          <p:spPr>
            <a:xfrm flipH="1" rot="10800000">
              <a:off x="401051" y="0"/>
              <a:ext cx="1" cy="508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6" name="Google Shape;356;p55"/>
            <p:cNvCxnSpPr/>
            <p:nvPr/>
          </p:nvCxnSpPr>
          <p:spPr>
            <a:xfrm rot="10800000">
              <a:off x="0" y="430407"/>
              <a:ext cx="508000" cy="1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_Title Only">
  <p:cSld name="51_Title Onl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/>
          <p:nvPr>
            <p:ph idx="2" type="pic"/>
          </p:nvPr>
        </p:nvSpPr>
        <p:spPr>
          <a:xfrm>
            <a:off x="498276" y="1045029"/>
            <a:ext cx="1929239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9" name="Google Shape;359;p56"/>
          <p:cNvSpPr/>
          <p:nvPr>
            <p:ph idx="3" type="pic"/>
          </p:nvPr>
        </p:nvSpPr>
        <p:spPr>
          <a:xfrm>
            <a:off x="5584372" y="1045029"/>
            <a:ext cx="3214612" cy="17707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0" name="Google Shape;360;p56"/>
          <p:cNvSpPr/>
          <p:nvPr>
            <p:ph idx="4" type="pic"/>
          </p:nvPr>
        </p:nvSpPr>
        <p:spPr>
          <a:xfrm>
            <a:off x="5584372" y="2931836"/>
            <a:ext cx="3214612" cy="17707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1" name="Google Shape;361;p5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62" name="Google Shape;362;p5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3" name="Google Shape;363;p5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Blank" showMasterSp="0">
  <p:cSld name="12_Blank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"/>
          <p:cNvSpPr/>
          <p:nvPr>
            <p:ph idx="2" type="pic"/>
          </p:nvPr>
        </p:nvSpPr>
        <p:spPr>
          <a:xfrm>
            <a:off x="2671010" y="1"/>
            <a:ext cx="1970779" cy="169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57"/>
          <p:cNvSpPr/>
          <p:nvPr>
            <p:ph idx="3" type="pic"/>
          </p:nvPr>
        </p:nvSpPr>
        <p:spPr>
          <a:xfrm>
            <a:off x="4715181" y="0"/>
            <a:ext cx="2384644" cy="169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57"/>
          <p:cNvSpPr/>
          <p:nvPr>
            <p:ph idx="4" type="pic"/>
          </p:nvPr>
        </p:nvSpPr>
        <p:spPr>
          <a:xfrm>
            <a:off x="7173217" y="0"/>
            <a:ext cx="1970782" cy="169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57"/>
          <p:cNvSpPr/>
          <p:nvPr>
            <p:ph idx="5" type="pic"/>
          </p:nvPr>
        </p:nvSpPr>
        <p:spPr>
          <a:xfrm>
            <a:off x="7173217" y="3445328"/>
            <a:ext cx="1970782" cy="169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9" name="Google Shape;369;p57"/>
          <p:cNvSpPr/>
          <p:nvPr>
            <p:ph idx="6" type="pic"/>
          </p:nvPr>
        </p:nvSpPr>
        <p:spPr>
          <a:xfrm>
            <a:off x="2671010" y="3445328"/>
            <a:ext cx="1970779" cy="169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57"/>
          <p:cNvSpPr/>
          <p:nvPr>
            <p:ph idx="7" type="pic"/>
          </p:nvPr>
        </p:nvSpPr>
        <p:spPr>
          <a:xfrm>
            <a:off x="4715181" y="3445328"/>
            <a:ext cx="2384644" cy="169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1" name="Google Shape;371;p5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_Title Only">
  <p:cSld name="50_Title Onl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/>
          <p:nvPr>
            <p:ph idx="2" type="pic"/>
          </p:nvPr>
        </p:nvSpPr>
        <p:spPr>
          <a:xfrm>
            <a:off x="473240" y="1600199"/>
            <a:ext cx="1355561" cy="1698173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2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4" name="Google Shape;374;p58"/>
          <p:cNvSpPr/>
          <p:nvPr>
            <p:ph idx="3" type="pic"/>
          </p:nvPr>
        </p:nvSpPr>
        <p:spPr>
          <a:xfrm>
            <a:off x="7609114" y="1600199"/>
            <a:ext cx="1189870" cy="1698173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2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5" name="Google Shape;375;p58"/>
          <p:cNvSpPr/>
          <p:nvPr>
            <p:ph idx="4" type="pic"/>
          </p:nvPr>
        </p:nvSpPr>
        <p:spPr>
          <a:xfrm>
            <a:off x="1476053" y="1284514"/>
            <a:ext cx="1827711" cy="2013856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2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6" name="Google Shape;376;p58"/>
          <p:cNvSpPr/>
          <p:nvPr>
            <p:ph idx="5" type="pic"/>
          </p:nvPr>
        </p:nvSpPr>
        <p:spPr>
          <a:xfrm>
            <a:off x="6096000" y="1284514"/>
            <a:ext cx="1700170" cy="2013856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2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7" name="Google Shape;377;p5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78" name="Google Shape;378;p5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9" name="Google Shape;379;p5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58"/>
          <p:cNvSpPr/>
          <p:nvPr>
            <p:ph idx="6" type="pic"/>
          </p:nvPr>
        </p:nvSpPr>
        <p:spPr>
          <a:xfrm>
            <a:off x="2951017" y="1012370"/>
            <a:ext cx="3370187" cy="2286001"/>
          </a:xfrm>
          <a:prstGeom prst="rect">
            <a:avLst/>
          </a:prstGeom>
          <a:noFill/>
          <a:ln>
            <a:noFill/>
          </a:ln>
          <a:effectLst>
            <a:outerShdw blurRad="165100" rotWithShape="0">
              <a:srgbClr val="000000">
                <a:alpha val="42352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_Title Only">
  <p:cSld name="49_Title 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83" name="Google Shape;383;p5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4" name="Google Shape;384;p5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59"/>
          <p:cNvSpPr/>
          <p:nvPr>
            <p:ph idx="2" type="pic"/>
          </p:nvPr>
        </p:nvSpPr>
        <p:spPr>
          <a:xfrm>
            <a:off x="0" y="699406"/>
            <a:ext cx="3644021" cy="37889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6" name="Google Shape;386;p59"/>
          <p:cNvSpPr/>
          <p:nvPr>
            <p:ph idx="3" type="pic"/>
          </p:nvPr>
        </p:nvSpPr>
        <p:spPr>
          <a:xfrm>
            <a:off x="3645940" y="699406"/>
            <a:ext cx="1838097" cy="1879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7" name="Google Shape;387;p59"/>
          <p:cNvSpPr/>
          <p:nvPr>
            <p:ph idx="4" type="pic"/>
          </p:nvPr>
        </p:nvSpPr>
        <p:spPr>
          <a:xfrm>
            <a:off x="5463442" y="699406"/>
            <a:ext cx="1838097" cy="1879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8" name="Google Shape;388;p59"/>
          <p:cNvSpPr/>
          <p:nvPr>
            <p:ph idx="5" type="pic"/>
          </p:nvPr>
        </p:nvSpPr>
        <p:spPr>
          <a:xfrm>
            <a:off x="7305903" y="699406"/>
            <a:ext cx="1838097" cy="1879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59"/>
          <p:cNvSpPr/>
          <p:nvPr>
            <p:ph idx="6" type="pic"/>
          </p:nvPr>
        </p:nvSpPr>
        <p:spPr>
          <a:xfrm>
            <a:off x="3636932" y="2578700"/>
            <a:ext cx="3668971" cy="1909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59"/>
          <p:cNvSpPr/>
          <p:nvPr/>
        </p:nvSpPr>
        <p:spPr>
          <a:xfrm>
            <a:off x="7303459" y="2578700"/>
            <a:ext cx="1844750" cy="19096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_Title Only">
  <p:cSld name="48_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0"/>
          <p:cNvSpPr/>
          <p:nvPr>
            <p:ph idx="2" type="pic"/>
          </p:nvPr>
        </p:nvSpPr>
        <p:spPr>
          <a:xfrm>
            <a:off x="5852138" y="1323283"/>
            <a:ext cx="3025162" cy="28738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3" name="Google Shape;393;p6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4" name="Google Shape;394;p6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5" name="Google Shape;395;p6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_Title Only">
  <p:cSld name="47_Title Only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/>
          <p:nvPr>
            <p:ph idx="2" type="pic"/>
          </p:nvPr>
        </p:nvSpPr>
        <p:spPr>
          <a:xfrm>
            <a:off x="1720320" y="1216320"/>
            <a:ext cx="7423679" cy="31162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6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399" name="Google Shape;399;p6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0" name="Google Shape;400;p6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_Title Only">
  <p:cSld name="46_Titl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2"/>
          <p:cNvSpPr/>
          <p:nvPr>
            <p:ph idx="2" type="pic"/>
          </p:nvPr>
        </p:nvSpPr>
        <p:spPr>
          <a:xfrm>
            <a:off x="0" y="-1"/>
            <a:ext cx="9144000" cy="34351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3" name="Google Shape;403;p6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4" name="Google Shape;404;p6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5" name="Google Shape;405;p6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_Title Only">
  <p:cSld name="45_Title Only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3"/>
          <p:cNvSpPr/>
          <p:nvPr>
            <p:ph idx="2" type="pic"/>
          </p:nvPr>
        </p:nvSpPr>
        <p:spPr>
          <a:xfrm>
            <a:off x="1" y="1489205"/>
            <a:ext cx="3142844" cy="25692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8" name="Google Shape;408;p63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09" name="Google Shape;409;p6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0" name="Google Shape;410;p63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_Title Only">
  <p:cSld name="44_Title Onl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4"/>
          <p:cNvSpPr/>
          <p:nvPr>
            <p:ph idx="2" type="pic"/>
          </p:nvPr>
        </p:nvSpPr>
        <p:spPr>
          <a:xfrm>
            <a:off x="4383475" y="2415860"/>
            <a:ext cx="4760525" cy="2727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3" name="Google Shape;413;p6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4" name="Google Shape;414;p6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5" name="Google Shape;415;p6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_Title Only">
  <p:cSld name="43_Title Onl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/>
          <p:nvPr>
            <p:ph idx="2" type="pic"/>
          </p:nvPr>
        </p:nvSpPr>
        <p:spPr>
          <a:xfrm>
            <a:off x="1624313" y="1208314"/>
            <a:ext cx="1673300" cy="16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8" name="Google Shape;418;p65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19" name="Google Shape;419;p6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0" name="Google Shape;420;p65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1" name="Google Shape;421;p65"/>
          <p:cNvSpPr/>
          <p:nvPr>
            <p:ph idx="3" type="pic"/>
          </p:nvPr>
        </p:nvSpPr>
        <p:spPr>
          <a:xfrm>
            <a:off x="4634089" y="1143054"/>
            <a:ext cx="4008329" cy="14281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Title Only">
  <p:cSld name="42_Title Only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6"/>
          <p:cNvSpPr/>
          <p:nvPr>
            <p:ph idx="2" type="pic"/>
          </p:nvPr>
        </p:nvSpPr>
        <p:spPr>
          <a:xfrm>
            <a:off x="0" y="0"/>
            <a:ext cx="9144000" cy="33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4" name="Google Shape;424;p6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25" name="Google Shape;425;p6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6" name="Google Shape;426;p6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Title Only">
  <p:cSld name="41_Title 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7"/>
          <p:cNvSpPr/>
          <p:nvPr>
            <p:ph idx="2" type="pic"/>
          </p:nvPr>
        </p:nvSpPr>
        <p:spPr>
          <a:xfrm>
            <a:off x="1323974" y="2146426"/>
            <a:ext cx="5410179" cy="13698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9" name="Google Shape;429;p67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30" name="Google Shape;430;p6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1" name="Google Shape;431;p67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Title Only">
  <p:cSld name="40_Title Only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8"/>
          <p:cNvSpPr/>
          <p:nvPr>
            <p:ph idx="2" type="pic"/>
          </p:nvPr>
        </p:nvSpPr>
        <p:spPr>
          <a:xfrm>
            <a:off x="0" y="0"/>
            <a:ext cx="3727647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4" name="Google Shape;434;p6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35" name="Google Shape;435;p6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6" name="Google Shape;436;p6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Only">
  <p:cSld name="39_Titl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9"/>
          <p:cNvSpPr/>
          <p:nvPr>
            <p:ph idx="2" type="pic"/>
          </p:nvPr>
        </p:nvSpPr>
        <p:spPr>
          <a:xfrm>
            <a:off x="4036784" y="3192940"/>
            <a:ext cx="4611916" cy="10361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9" name="Google Shape;439;p6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0" name="Google Shape;440;p6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1" name="Google Shape;441;p6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_Title Only" showMasterSp="0">
  <p:cSld name="38_Title Onl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4" name="Google Shape;444;p70"/>
          <p:cNvSpPr/>
          <p:nvPr>
            <p:ph idx="3" type="pic"/>
          </p:nvPr>
        </p:nvSpPr>
        <p:spPr>
          <a:xfrm>
            <a:off x="1964663" y="1335881"/>
            <a:ext cx="1639359" cy="17752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5" name="Google Shape;445;p7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46" name="Google Shape;446;p7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7" name="Google Shape;447;p7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_Title Only">
  <p:cSld name="37_Title Only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49" name="Google Shape;449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4934" y="939679"/>
            <a:ext cx="2084910" cy="365773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71"/>
          <p:cNvSpPr/>
          <p:nvPr>
            <p:ph idx="2" type="pic"/>
          </p:nvPr>
        </p:nvSpPr>
        <p:spPr>
          <a:xfrm>
            <a:off x="578266" y="1326387"/>
            <a:ext cx="1443955" cy="25433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1" name="Google Shape;451;p71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52" name="Google Shape;452;p7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3" name="Google Shape;453;p71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_Title Only">
  <p:cSld name="36_Title 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.png" id="455" name="Google Shape;455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9545" y="939679"/>
            <a:ext cx="2084910" cy="3657738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72"/>
          <p:cNvSpPr/>
          <p:nvPr>
            <p:ph idx="2" type="pic"/>
          </p:nvPr>
        </p:nvSpPr>
        <p:spPr>
          <a:xfrm>
            <a:off x="3835365" y="1333500"/>
            <a:ext cx="1443955" cy="254335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7" name="Google Shape;457;p72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58" name="Google Shape;458;p7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9" name="Google Shape;459;p72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3"/>
          <p:cNvSpPr txBox="1"/>
          <p:nvPr>
            <p:ph type="title"/>
          </p:nvPr>
        </p:nvSpPr>
        <p:spPr>
          <a:xfrm>
            <a:off x="494805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2" name="Google Shape;462;p7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3" name="Google Shape;463;p73"/>
          <p:cNvSpPr txBox="1"/>
          <p:nvPr>
            <p:ph idx="1" type="body"/>
          </p:nvPr>
        </p:nvSpPr>
        <p:spPr>
          <a:xfrm>
            <a:off x="494805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4" name="Google Shape;464;p73"/>
          <p:cNvSpPr/>
          <p:nvPr>
            <p:ph idx="2" type="pic"/>
          </p:nvPr>
        </p:nvSpPr>
        <p:spPr>
          <a:xfrm>
            <a:off x="2431523" y="1235450"/>
            <a:ext cx="2180694" cy="26291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67" name="Google Shape;467;p7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8" name="Google Shape;468;p74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9" name="Google Shape;469;p74"/>
          <p:cNvSpPr/>
          <p:nvPr>
            <p:ph idx="2" type="pic"/>
          </p:nvPr>
        </p:nvSpPr>
        <p:spPr>
          <a:xfrm>
            <a:off x="2677717" y="1555236"/>
            <a:ext cx="1650206" cy="19895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0" name="Google Shape;470;p74"/>
          <p:cNvSpPr/>
          <p:nvPr>
            <p:ph idx="3" type="pic"/>
          </p:nvPr>
        </p:nvSpPr>
        <p:spPr>
          <a:xfrm>
            <a:off x="4563969" y="1557617"/>
            <a:ext cx="1645444" cy="19907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Blank" showMasterSp="0">
  <p:cSld name="11_Blank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5"/>
          <p:cNvSpPr/>
          <p:nvPr>
            <p:ph idx="2" type="pic"/>
          </p:nvPr>
        </p:nvSpPr>
        <p:spPr>
          <a:xfrm>
            <a:off x="0" y="1"/>
            <a:ext cx="9144000" cy="17307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image6.png" id="473" name="Google Shape;47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2979" y="518344"/>
            <a:ext cx="4084194" cy="471315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7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75" name="Google Shape;475;p75"/>
          <p:cNvSpPr/>
          <p:nvPr>
            <p:ph idx="3" type="pic"/>
          </p:nvPr>
        </p:nvSpPr>
        <p:spPr>
          <a:xfrm>
            <a:off x="5785364" y="974338"/>
            <a:ext cx="1403675" cy="245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_Title Only">
  <p:cSld name="35_Title Only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6"/>
          <p:cNvSpPr/>
          <p:nvPr>
            <p:ph idx="2" type="pic"/>
          </p:nvPr>
        </p:nvSpPr>
        <p:spPr>
          <a:xfrm>
            <a:off x="0" y="3095625"/>
            <a:ext cx="9144000" cy="2047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image2.png" id="478" name="Google Shape;47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32503" y="518344"/>
            <a:ext cx="3078995" cy="410637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76"/>
          <p:cNvSpPr/>
          <p:nvPr>
            <p:ph idx="3" type="pic"/>
          </p:nvPr>
        </p:nvSpPr>
        <p:spPr>
          <a:xfrm>
            <a:off x="3346672" y="884126"/>
            <a:ext cx="2444170" cy="32473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0" name="Google Shape;480;p76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1" name="Google Shape;481;p7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2" name="Google Shape;482;p76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_Title Only">
  <p:cSld name="34_Title Only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3.png" id="484" name="Google Shape;484;p77"/>
          <p:cNvPicPr preferRelativeResize="0"/>
          <p:nvPr/>
        </p:nvPicPr>
        <p:blipFill rotWithShape="1">
          <a:blip r:embed="rId2">
            <a:alphaModFix/>
          </a:blip>
          <a:srcRect b="0" l="0" r="20059" t="0"/>
          <a:stretch/>
        </p:blipFill>
        <p:spPr>
          <a:xfrm flipH="1">
            <a:off x="1628774" y="192671"/>
            <a:ext cx="6339330" cy="447180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77"/>
          <p:cNvSpPr/>
          <p:nvPr>
            <p:ph idx="2" type="pic"/>
          </p:nvPr>
        </p:nvSpPr>
        <p:spPr>
          <a:xfrm>
            <a:off x="3809052" y="682593"/>
            <a:ext cx="3563762" cy="32226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6" name="Google Shape;486;p77"/>
          <p:cNvSpPr txBox="1"/>
          <p:nvPr>
            <p:ph type="title"/>
          </p:nvPr>
        </p:nvSpPr>
        <p:spPr>
          <a:xfrm>
            <a:off x="485280" y="945082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87" name="Google Shape;487;p7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88" name="Google Shape;488;p77"/>
          <p:cNvSpPr txBox="1"/>
          <p:nvPr>
            <p:ph idx="1" type="body"/>
          </p:nvPr>
        </p:nvSpPr>
        <p:spPr>
          <a:xfrm>
            <a:off x="485280" y="1194538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Title Only">
  <p:cSld name="33_Title Only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.png" id="490" name="Google Shape;490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50996" y="1227049"/>
            <a:ext cx="4116923" cy="30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78"/>
          <p:cNvSpPr/>
          <p:nvPr>
            <p:ph idx="2" type="pic"/>
          </p:nvPr>
        </p:nvSpPr>
        <p:spPr>
          <a:xfrm>
            <a:off x="4471749" y="1365790"/>
            <a:ext cx="3478447" cy="2711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2" name="Google Shape;492;p78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493" name="Google Shape;493;p7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4" name="Google Shape;494;p78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_Title Only">
  <p:cSld name="32_Title Only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79"/>
          <p:cNvGrpSpPr/>
          <p:nvPr/>
        </p:nvGrpSpPr>
        <p:grpSpPr>
          <a:xfrm>
            <a:off x="3216729" y="1"/>
            <a:ext cx="5927272" cy="5143498"/>
            <a:chOff x="0" y="0"/>
            <a:chExt cx="7903028" cy="6857998"/>
          </a:xfrm>
        </p:grpSpPr>
        <p:sp>
          <p:nvSpPr>
            <p:cNvPr id="497" name="Google Shape;497;p79"/>
            <p:cNvSpPr/>
            <p:nvPr/>
          </p:nvSpPr>
          <p:spPr>
            <a:xfrm flipH="1" rot="10800000">
              <a:off x="2911927" y="2097261"/>
              <a:ext cx="4991101" cy="4760737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79"/>
            <p:cNvSpPr/>
            <p:nvPr/>
          </p:nvSpPr>
          <p:spPr>
            <a:xfrm flipH="1" rot="10800000">
              <a:off x="2911927" y="0"/>
              <a:ext cx="4991101" cy="219229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5.png" id="499" name="Google Shape;499;p79"/>
            <p:cNvPicPr preferRelativeResize="0"/>
            <p:nvPr/>
          </p:nvPicPr>
          <p:blipFill rotWithShape="1">
            <a:blip r:embed="rId2">
              <a:alphaModFix/>
            </a:blip>
            <a:srcRect b="12066" l="6105" r="3204" t="5661"/>
            <a:stretch/>
          </p:blipFill>
          <p:spPr>
            <a:xfrm>
              <a:off x="0" y="1384472"/>
              <a:ext cx="4804228" cy="40890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0" name="Google Shape;500;p79"/>
          <p:cNvSpPr/>
          <p:nvPr>
            <p:ph idx="2" type="pic"/>
          </p:nvPr>
        </p:nvSpPr>
        <p:spPr>
          <a:xfrm>
            <a:off x="3419585" y="1300620"/>
            <a:ext cx="3197460" cy="17975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1" name="Google Shape;501;p79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02" name="Google Shape;502;p7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3" name="Google Shape;503;p79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_Title Only">
  <p:cSld name="31_Title Only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0"/>
          <p:cNvSpPr/>
          <p:nvPr>
            <p:ph idx="2" type="pic"/>
          </p:nvPr>
        </p:nvSpPr>
        <p:spPr>
          <a:xfrm>
            <a:off x="0" y="0"/>
            <a:ext cx="9144000" cy="2686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6" name="Google Shape;506;p80"/>
          <p:cNvSpPr/>
          <p:nvPr>
            <p:ph idx="3" type="pic"/>
          </p:nvPr>
        </p:nvSpPr>
        <p:spPr>
          <a:xfrm>
            <a:off x="910006" y="1210790"/>
            <a:ext cx="2889056" cy="18202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7" name="Google Shape;507;p80"/>
          <p:cNvSpPr txBox="1"/>
          <p:nvPr>
            <p:ph type="title"/>
          </p:nvPr>
        </p:nvSpPr>
        <p:spPr>
          <a:xfrm>
            <a:off x="48528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  <a:defRPr sz="1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08" name="Google Shape;508;p80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9" name="Google Shape;509;p80"/>
          <p:cNvSpPr txBox="1"/>
          <p:nvPr>
            <p:ph idx="1" type="body"/>
          </p:nvPr>
        </p:nvSpPr>
        <p:spPr>
          <a:xfrm>
            <a:off x="48528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None/>
              <a:defRPr sz="800">
                <a:solidFill>
                  <a:schemeClr val="accent4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Calibri"/>
              <a:buChar char="•"/>
              <a:defRPr sz="800">
                <a:solidFill>
                  <a:schemeClr val="accent4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_Title Only">
  <p:cSld name="30_Title Only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1"/>
          <p:cNvSpPr/>
          <p:nvPr>
            <p:ph idx="2" type="pic"/>
          </p:nvPr>
        </p:nvSpPr>
        <p:spPr>
          <a:xfrm>
            <a:off x="0" y="0"/>
            <a:ext cx="9144000" cy="39406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2" name="Google Shape;512;p81"/>
          <p:cNvSpPr/>
          <p:nvPr/>
        </p:nvSpPr>
        <p:spPr>
          <a:xfrm>
            <a:off x="0" y="3940634"/>
            <a:ext cx="9144000" cy="3397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1"/>
          <p:cNvSpPr txBox="1"/>
          <p:nvPr>
            <p:ph type="title"/>
          </p:nvPr>
        </p:nvSpPr>
        <p:spPr>
          <a:xfrm>
            <a:off x="485280" y="1296330"/>
            <a:ext cx="2500460" cy="139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14" name="Google Shape;514;p81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_Title Only" showMasterSp="0">
  <p:cSld name="57_Title Only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7" name="Google Shape;517;p82"/>
          <p:cNvSpPr txBox="1"/>
          <p:nvPr>
            <p:ph type="title"/>
          </p:nvPr>
        </p:nvSpPr>
        <p:spPr>
          <a:xfrm>
            <a:off x="485280" y="1296330"/>
            <a:ext cx="2500460" cy="139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700"/>
              <a:buFont typeface="Roboto"/>
              <a:buNone/>
              <a:defRPr>
                <a:solidFill>
                  <a:srgbClr val="D9D9D9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18" name="Google Shape;518;p82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19" name="Google Shape;519;p82"/>
          <p:cNvSpPr/>
          <p:nvPr/>
        </p:nvSpPr>
        <p:spPr>
          <a:xfrm>
            <a:off x="0" y="3216568"/>
            <a:ext cx="9144000" cy="3397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3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4"/>
          <p:cNvSpPr txBox="1"/>
          <p:nvPr>
            <p:ph type="title"/>
          </p:nvPr>
        </p:nvSpPr>
        <p:spPr>
          <a:xfrm>
            <a:off x="1143000" y="841772"/>
            <a:ext cx="6858000" cy="17907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24" name="Google Shape;524;p84"/>
          <p:cNvSpPr txBox="1"/>
          <p:nvPr>
            <p:ph idx="1" type="body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indent="-228600" lvl="1" marL="9144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indent="-228600" lvl="2" marL="1371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indent="-228600" lvl="3" marL="18288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indent="-228600" lvl="4" marL="22860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5" name="Google Shape;525;p84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5"/>
          <p:cNvSpPr txBox="1"/>
          <p:nvPr>
            <p:ph type="title"/>
          </p:nvPr>
        </p:nvSpPr>
        <p:spPr>
          <a:xfrm>
            <a:off x="436292" y="1"/>
            <a:ext cx="8270024" cy="68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28" name="Google Shape;528;p85"/>
          <p:cNvSpPr txBox="1"/>
          <p:nvPr>
            <p:ph idx="1" type="body"/>
          </p:nvPr>
        </p:nvSpPr>
        <p:spPr>
          <a:xfrm>
            <a:off x="436290" y="1081931"/>
            <a:ext cx="844101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9" name="Google Shape;529;p85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32" name="Google Shape;532;p86"/>
          <p:cNvSpPr txBox="1"/>
          <p:nvPr>
            <p:ph idx="1" type="body"/>
          </p:nvPr>
        </p:nvSpPr>
        <p:spPr>
          <a:xfrm>
            <a:off x="623888" y="3442097"/>
            <a:ext cx="7886700" cy="11251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3" name="Google Shape;533;p86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accent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7"/>
          <p:cNvSpPr txBox="1"/>
          <p:nvPr>
            <p:ph type="title"/>
          </p:nvPr>
        </p:nvSpPr>
        <p:spPr>
          <a:xfrm>
            <a:off x="542430" y="106881"/>
            <a:ext cx="7886701" cy="365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Roboto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36" name="Google Shape;536;p87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37" name="Google Shape;537;p87"/>
          <p:cNvSpPr txBox="1"/>
          <p:nvPr>
            <p:ph idx="1" type="body"/>
          </p:nvPr>
        </p:nvSpPr>
        <p:spPr>
          <a:xfrm>
            <a:off x="542430" y="356339"/>
            <a:ext cx="6291696" cy="231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None/>
              <a:defRPr sz="800">
                <a:solidFill>
                  <a:srgbClr val="F2F2F2"/>
                </a:solidFill>
              </a:defRPr>
            </a:lvl1pPr>
            <a:lvl2pPr indent="-2794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2pPr>
            <a:lvl3pPr indent="-2794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3pPr>
            <a:lvl4pPr indent="-2794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4pPr>
            <a:lvl5pPr indent="-2794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Calibri"/>
              <a:buChar char="•"/>
              <a:defRPr sz="800">
                <a:solidFill>
                  <a:srgbClr val="F2F2F2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8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9"/>
          <p:cNvSpPr txBox="1"/>
          <p:nvPr>
            <p:ph idx="12" type="sldNum"/>
          </p:nvPr>
        </p:nvSpPr>
        <p:spPr>
          <a:xfrm>
            <a:off x="8888990" y="4826966"/>
            <a:ext cx="165002" cy="154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4" name="Google Shape;544;p9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5" name="Google Shape;545;p9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8" name="Google Shape;548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9" name="Google Shape;54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2" name="Google Shape;552;p9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3" name="Google Shape;553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6" name="Google Shape;556;p9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7" name="Google Shape;557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80" Type="http://schemas.openxmlformats.org/officeDocument/2006/relationships/slideLayout" Target="../slideLayouts/slideLayout91.xml"/><Relationship Id="rId81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77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43.xml"/><Relationship Id="rId76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46.xml"/><Relationship Id="rId79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45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888990" y="4826966"/>
            <a:ext cx="1650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ABD3E"/>
              </a:gs>
              <a:gs pos="100000">
                <a:srgbClr val="1C5A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628650" y="1781548"/>
            <a:ext cx="78867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ague Gothic"/>
              <a:buNone/>
              <a:defRPr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4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63" name="Google Shape;563;p94"/>
          <p:cNvSpPr txBox="1"/>
          <p:nvPr/>
        </p:nvSpPr>
        <p:spPr>
          <a:xfrm>
            <a:off x="1489204" y="1344475"/>
            <a:ext cx="6165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t/>
            </a:r>
            <a:endParaRPr sz="410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64" name="Google Shape;564;p94"/>
          <p:cNvSpPr txBox="1"/>
          <p:nvPr/>
        </p:nvSpPr>
        <p:spPr>
          <a:xfrm>
            <a:off x="1489200" y="1573075"/>
            <a:ext cx="71613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PLANO DE PARCERIAS</a:t>
            </a:r>
            <a:endParaRPr i="0" sz="80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65" name="Google Shape;565;p94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</a:t>
            </a: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6" name="Google Shape;566;p94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94"/>
          <p:cNvSpPr txBox="1"/>
          <p:nvPr/>
        </p:nvSpPr>
        <p:spPr>
          <a:xfrm>
            <a:off x="1955803" y="2470975"/>
            <a:ext cx="66039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6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{PARA </a:t>
            </a:r>
            <a:r>
              <a:rPr i="1" lang="pt-BR" sz="6100" u="sng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SOFTWARE HOUSES</a:t>
            </a:r>
            <a:r>
              <a:rPr lang="pt-BR" sz="6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}</a:t>
            </a:r>
            <a:endParaRPr i="0" sz="61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95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73" name="Google Shape;573;p95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4" name="Google Shape;574;p95"/>
          <p:cNvPicPr preferRelativeResize="0"/>
          <p:nvPr/>
        </p:nvPicPr>
        <p:blipFill rotWithShape="1">
          <a:blip r:embed="rId3">
            <a:alphaModFix/>
          </a:blip>
          <a:srcRect b="35034" l="0" r="0" t="39418"/>
          <a:stretch/>
        </p:blipFill>
        <p:spPr>
          <a:xfrm>
            <a:off x="1879900" y="1883963"/>
            <a:ext cx="5384200" cy="1375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95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6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81" name="Google Shape;581;p96"/>
          <p:cNvSpPr txBox="1"/>
          <p:nvPr/>
        </p:nvSpPr>
        <p:spPr>
          <a:xfrm>
            <a:off x="863275" y="1861200"/>
            <a:ext cx="25689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5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NOSSO PROPÓSITO</a:t>
            </a:r>
            <a:endParaRPr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82" name="Google Shape;582;p96"/>
          <p:cNvSpPr txBox="1"/>
          <p:nvPr/>
        </p:nvSpPr>
        <p:spPr>
          <a:xfrm>
            <a:off x="3578725" y="1790550"/>
            <a:ext cx="4872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Apoiar nossos parceiros com a tecnologia para que eles possam cuidar de seus negócios!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Mantemos e cuidamos de toda infra e comunicação com o WhatsApp, e quanto à vocês…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100% focados em fazer o negócio crescer, conquistar clientes, atender, vender muito, gerar valor ao cliente  e estreitar cada vez mais nossa parceria.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96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84" name="Google Shape;584;p96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85" name="Google Shape;585;p96"/>
          <p:cNvPicPr preferRelativeResize="0"/>
          <p:nvPr/>
        </p:nvPicPr>
        <p:blipFill rotWithShape="1">
          <a:blip r:embed="rId3">
            <a:alphaModFix/>
          </a:blip>
          <a:srcRect b="35034" l="0" r="0" t="39418"/>
          <a:stretch/>
        </p:blipFill>
        <p:spPr>
          <a:xfrm>
            <a:off x="634675" y="2998625"/>
            <a:ext cx="2145250" cy="5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96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ABD3E"/>
            </a:gs>
            <a:gs pos="100000">
              <a:srgbClr val="1C5A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92" name="Google Shape;592;p97"/>
          <p:cNvSpPr txBox="1"/>
          <p:nvPr/>
        </p:nvSpPr>
        <p:spPr>
          <a:xfrm>
            <a:off x="787075" y="1937400"/>
            <a:ext cx="72516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lang="pt-BR" sz="5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{JORNADA DE PARCEIROS}</a:t>
            </a:r>
            <a:endParaRPr i="0" sz="5200" u="none" cap="none" strike="noStrike">
              <a:solidFill>
                <a:srgbClr val="000000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593" name="Google Shape;593;p97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594" name="Google Shape;594;p97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95" name="Google Shape;595;p97"/>
          <p:cNvPicPr preferRelativeResize="0"/>
          <p:nvPr/>
        </p:nvPicPr>
        <p:blipFill rotWithShape="1">
          <a:blip r:embed="rId3">
            <a:alphaModFix/>
          </a:blip>
          <a:srcRect b="35034" l="0" r="0" t="39418"/>
          <a:stretch/>
        </p:blipFill>
        <p:spPr>
          <a:xfrm>
            <a:off x="406075" y="2617625"/>
            <a:ext cx="3454175" cy="95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97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5394"/>
            </a:gs>
            <a:gs pos="0">
              <a:srgbClr val="062A4A"/>
            </a:gs>
            <a:gs pos="57000">
              <a:srgbClr val="031525"/>
            </a:gs>
            <a:gs pos="77000">
              <a:srgbClr val="020B13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8"/>
          <p:cNvSpPr/>
          <p:nvPr/>
        </p:nvSpPr>
        <p:spPr>
          <a:xfrm>
            <a:off x="2938000" y="2542566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98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03" name="Google Shape;603;p98"/>
          <p:cNvSpPr txBox="1"/>
          <p:nvPr/>
        </p:nvSpPr>
        <p:spPr>
          <a:xfrm>
            <a:off x="671425" y="666400"/>
            <a:ext cx="28491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NOSSA JORNADA</a:t>
            </a:r>
            <a:endParaRPr sz="41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cxnSp>
        <p:nvCxnSpPr>
          <p:cNvPr id="604" name="Google Shape;604;p98"/>
          <p:cNvCxnSpPr>
            <a:stCxn id="605" idx="6"/>
          </p:cNvCxnSpPr>
          <p:nvPr/>
        </p:nvCxnSpPr>
        <p:spPr>
          <a:xfrm rot="10800000">
            <a:off x="-536693" y="2746875"/>
            <a:ext cx="1434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98"/>
          <p:cNvSpPr txBox="1"/>
          <p:nvPr/>
        </p:nvSpPr>
        <p:spPr>
          <a:xfrm>
            <a:off x="950388" y="2528275"/>
            <a:ext cx="9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Conversa inicial 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5" name="Google Shape;605;p98"/>
          <p:cNvSpPr/>
          <p:nvPr/>
        </p:nvSpPr>
        <p:spPr>
          <a:xfrm>
            <a:off x="798007" y="2696925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cxnSp>
        <p:nvCxnSpPr>
          <p:cNvPr id="607" name="Google Shape;607;p98"/>
          <p:cNvCxnSpPr/>
          <p:nvPr/>
        </p:nvCxnSpPr>
        <p:spPr>
          <a:xfrm rot="10800000">
            <a:off x="5672700" y="2767525"/>
            <a:ext cx="674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98"/>
          <p:cNvSpPr/>
          <p:nvPr/>
        </p:nvSpPr>
        <p:spPr>
          <a:xfrm>
            <a:off x="5653978" y="2713763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609" name="Google Shape;609;p98"/>
          <p:cNvSpPr txBox="1"/>
          <p:nvPr/>
        </p:nvSpPr>
        <p:spPr>
          <a:xfrm>
            <a:off x="759796" y="3104450"/>
            <a:ext cx="130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</a:t>
            </a: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xplicação dos nossos modelos de negócio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10" name="Google Shape;610;p98"/>
          <p:cNvCxnSpPr/>
          <p:nvPr/>
        </p:nvCxnSpPr>
        <p:spPr>
          <a:xfrm rot="10800000">
            <a:off x="2001700" y="2754310"/>
            <a:ext cx="860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98"/>
          <p:cNvSpPr/>
          <p:nvPr/>
        </p:nvSpPr>
        <p:spPr>
          <a:xfrm>
            <a:off x="2004966" y="2704360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612" name="Google Shape;612;p98"/>
          <p:cNvSpPr/>
          <p:nvPr/>
        </p:nvSpPr>
        <p:spPr>
          <a:xfrm>
            <a:off x="2754906" y="2707813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613" name="Google Shape;613;p98"/>
          <p:cNvSpPr txBox="1"/>
          <p:nvPr/>
        </p:nvSpPr>
        <p:spPr>
          <a:xfrm>
            <a:off x="2855313" y="2528275"/>
            <a:ext cx="9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Materiais para Start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4" name="Google Shape;614;p98"/>
          <p:cNvSpPr txBox="1"/>
          <p:nvPr/>
        </p:nvSpPr>
        <p:spPr>
          <a:xfrm>
            <a:off x="2172825" y="3171250"/>
            <a:ext cx="212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Envio dos modelos comerciais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Cronograma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Boas práticas, documentação 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Próximos passos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Formulário de parceiros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15" name="Google Shape;615;p98"/>
          <p:cNvCxnSpPr/>
          <p:nvPr/>
        </p:nvCxnSpPr>
        <p:spPr>
          <a:xfrm rot="10800000">
            <a:off x="3837150" y="2774585"/>
            <a:ext cx="860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98"/>
          <p:cNvSpPr/>
          <p:nvPr/>
        </p:nvSpPr>
        <p:spPr>
          <a:xfrm>
            <a:off x="3840416" y="2724635"/>
            <a:ext cx="99900" cy="99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617" name="Google Shape;617;p98"/>
          <p:cNvSpPr/>
          <p:nvPr/>
        </p:nvSpPr>
        <p:spPr>
          <a:xfrm>
            <a:off x="1021400" y="2542566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98"/>
          <p:cNvSpPr/>
          <p:nvPr/>
        </p:nvSpPr>
        <p:spPr>
          <a:xfrm>
            <a:off x="4736300" y="2507991"/>
            <a:ext cx="8601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98"/>
          <p:cNvSpPr txBox="1"/>
          <p:nvPr/>
        </p:nvSpPr>
        <p:spPr>
          <a:xfrm>
            <a:off x="4660100" y="2618775"/>
            <a:ext cx="99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Acessos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0" name="Google Shape;620;p98"/>
          <p:cNvSpPr txBox="1"/>
          <p:nvPr/>
        </p:nvSpPr>
        <p:spPr>
          <a:xfrm>
            <a:off x="4274350" y="3104450"/>
            <a:ext cx="185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Acessos e Login no Z-API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Documentação 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Contato do Suporte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1" name="Google Shape;621;p98"/>
          <p:cNvSpPr/>
          <p:nvPr/>
        </p:nvSpPr>
        <p:spPr>
          <a:xfrm>
            <a:off x="6504250" y="2431800"/>
            <a:ext cx="21138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AB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98"/>
          <p:cNvSpPr txBox="1"/>
          <p:nvPr/>
        </p:nvSpPr>
        <p:spPr>
          <a:xfrm>
            <a:off x="6428050" y="2542575"/>
            <a:ext cx="219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Integração</a:t>
            </a:r>
            <a:endParaRPr sz="1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3" name="Google Shape;623;p98"/>
          <p:cNvSpPr txBox="1"/>
          <p:nvPr/>
        </p:nvSpPr>
        <p:spPr>
          <a:xfrm>
            <a:off x="6042300" y="3028250"/>
            <a:ext cx="2849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 parceiro começa a integração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Realiza os primeiros testes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Começa a escala em clientes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Ao atingir 26 instâncias caso não tenha nós mudamos o token partner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 SemiBold"/>
              <a:buChar char="●"/>
            </a:pPr>
            <a:r>
              <a:rPr lang="pt-BR" sz="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 já tiver e for partner as faixas são alteradas automaticamente de acordo com o volume no painel</a:t>
            </a:r>
            <a:endParaRPr sz="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4" name="Google Shape;624;p98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5" name="Google Shape;625;p98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26C2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9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31" name="Google Shape;631;p99"/>
          <p:cNvSpPr txBox="1"/>
          <p:nvPr/>
        </p:nvSpPr>
        <p:spPr>
          <a:xfrm>
            <a:off x="4784150" y="2738200"/>
            <a:ext cx="3928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Após o período de integração, implementação e testes nos primeiros clientes (Estimativa média de 3 meses)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Vamos para a fase de escalada da nossa parceria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2" name="Google Shape;632;p99"/>
          <p:cNvSpPr txBox="1"/>
          <p:nvPr/>
        </p:nvSpPr>
        <p:spPr>
          <a:xfrm>
            <a:off x="5072850" y="1312450"/>
            <a:ext cx="34452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ESCALA DA PARCERIA</a:t>
            </a:r>
            <a:endParaRPr sz="41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pt-BR"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LANÇANDO O FOGUETE</a:t>
            </a:r>
            <a:endParaRPr sz="41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33" name="Google Shape;633;p99"/>
          <p:cNvPicPr preferRelativeResize="0"/>
          <p:nvPr/>
        </p:nvPicPr>
        <p:blipFill rotWithShape="1">
          <a:blip r:embed="rId3">
            <a:alphaModFix/>
          </a:blip>
          <a:srcRect b="0" l="0" r="16750" t="0"/>
          <a:stretch/>
        </p:blipFill>
        <p:spPr>
          <a:xfrm>
            <a:off x="-1851275" y="1598250"/>
            <a:ext cx="6530524" cy="39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99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5" name="Google Shape;635;p99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26C22"/>
            </a:gs>
            <a:gs pos="100000">
              <a:srgbClr val="09315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0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41" name="Google Shape;641;p100"/>
          <p:cNvSpPr txBox="1"/>
          <p:nvPr/>
        </p:nvSpPr>
        <p:spPr>
          <a:xfrm>
            <a:off x="4326950" y="2281000"/>
            <a:ext cx="3928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Teste nos primeiros clientes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Migração de base (caso tenha) 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Estrutura do plano de marketing &amp; escala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Definição do modelo comercial e precificação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Início dos testes de volume e clientes novos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Definição do nosso plano estimativo de crescimento no Z-API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Sans Pro"/>
              <a:buChar char="●"/>
            </a:pPr>
            <a:r>
              <a:rPr lang="pt-BR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Acompanhamento periódico e alinhamento (caso necessário) para ajudarmos nessa etapa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2" name="Google Shape;642;p100"/>
          <p:cNvSpPr txBox="1"/>
          <p:nvPr/>
        </p:nvSpPr>
        <p:spPr>
          <a:xfrm>
            <a:off x="4539450" y="1464850"/>
            <a:ext cx="31932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1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PROJETO DE ESCALA</a:t>
            </a:r>
            <a:endParaRPr sz="41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43" name="Google Shape;643;p100"/>
          <p:cNvPicPr preferRelativeResize="0"/>
          <p:nvPr/>
        </p:nvPicPr>
        <p:blipFill rotWithShape="1">
          <a:blip r:embed="rId3">
            <a:alphaModFix/>
          </a:blip>
          <a:srcRect b="0" l="0" r="16750" t="0"/>
          <a:stretch/>
        </p:blipFill>
        <p:spPr>
          <a:xfrm>
            <a:off x="-1851275" y="1598250"/>
            <a:ext cx="6530524" cy="39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100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5" name="Google Shape;645;p100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01"/>
          <p:cNvPicPr preferRelativeResize="0"/>
          <p:nvPr/>
        </p:nvPicPr>
        <p:blipFill rotWithShape="1">
          <a:blip r:embed="rId3">
            <a:alphaModFix/>
          </a:blip>
          <a:srcRect b="16131" l="9871" r="8822" t="2687"/>
          <a:stretch/>
        </p:blipFill>
        <p:spPr>
          <a:xfrm>
            <a:off x="589740" y="1698895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51" name="Google Shape;651;p101"/>
          <p:cNvSpPr txBox="1"/>
          <p:nvPr/>
        </p:nvSpPr>
        <p:spPr>
          <a:xfrm>
            <a:off x="400765" y="3428794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Roboto"/>
                <a:ea typeface="Roboto"/>
                <a:cs typeface="Roboto"/>
                <a:sym typeface="Roboto"/>
              </a:rPr>
              <a:t>César Baleco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CEO 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101"/>
          <p:cNvSpPr txBox="1"/>
          <p:nvPr/>
        </p:nvSpPr>
        <p:spPr>
          <a:xfrm>
            <a:off x="6507750" y="3424434"/>
            <a:ext cx="2112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Roboto"/>
                <a:ea typeface="Roboto"/>
                <a:cs typeface="Roboto"/>
                <a:sym typeface="Roboto"/>
              </a:rPr>
              <a:t>Higor Plens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Dir. Vendas &amp; Parcerias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3" name="Google Shape;653;p101"/>
          <p:cNvPicPr preferRelativeResize="0"/>
          <p:nvPr/>
        </p:nvPicPr>
        <p:blipFill rotWithShape="1">
          <a:blip r:embed="rId4">
            <a:alphaModFix/>
          </a:blip>
          <a:srcRect b="16701" l="0" r="0" t="16708"/>
          <a:stretch/>
        </p:blipFill>
        <p:spPr>
          <a:xfrm>
            <a:off x="4660409" y="1702187"/>
            <a:ext cx="1644300" cy="164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54" name="Google Shape;654;p101"/>
          <p:cNvSpPr txBox="1"/>
          <p:nvPr/>
        </p:nvSpPr>
        <p:spPr>
          <a:xfrm>
            <a:off x="4471402" y="3416566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Roboto"/>
                <a:ea typeface="Roboto"/>
                <a:cs typeface="Roboto"/>
                <a:sym typeface="Roboto"/>
              </a:rPr>
              <a:t>Mateus Miranda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CIO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101"/>
          <p:cNvSpPr txBox="1"/>
          <p:nvPr/>
        </p:nvSpPr>
        <p:spPr>
          <a:xfrm>
            <a:off x="2443627" y="3428794"/>
            <a:ext cx="2022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Roboto"/>
                <a:ea typeface="Roboto"/>
                <a:cs typeface="Roboto"/>
                <a:sym typeface="Roboto"/>
              </a:rPr>
              <a:t>Felipe Sabadini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Roboto"/>
                <a:ea typeface="Roboto"/>
                <a:cs typeface="Roboto"/>
                <a:sym typeface="Roboto"/>
              </a:rPr>
              <a:t>CTO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6" name="Google Shape;656;p101"/>
          <p:cNvPicPr preferRelativeResize="0"/>
          <p:nvPr/>
        </p:nvPicPr>
        <p:blipFill rotWithShape="1">
          <a:blip r:embed="rId5">
            <a:alphaModFix/>
          </a:blip>
          <a:srcRect b="16667" l="0" r="0" t="16667"/>
          <a:stretch/>
        </p:blipFill>
        <p:spPr>
          <a:xfrm>
            <a:off x="6787177" y="1700204"/>
            <a:ext cx="1644300" cy="164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57" name="Google Shape;657;p101"/>
          <p:cNvSpPr txBox="1"/>
          <p:nvPr/>
        </p:nvSpPr>
        <p:spPr>
          <a:xfrm>
            <a:off x="513550" y="321875"/>
            <a:ext cx="81849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100">
                <a:solidFill>
                  <a:srgbClr val="226C22"/>
                </a:solidFill>
                <a:latin typeface="League Gothic"/>
                <a:ea typeface="League Gothic"/>
                <a:cs typeface="League Gothic"/>
                <a:sym typeface="League Gothic"/>
              </a:rPr>
              <a:t>EQUIPE RESPONSÁVEL PELA PARCERIA</a:t>
            </a:r>
            <a:endParaRPr sz="4100">
              <a:solidFill>
                <a:srgbClr val="226C2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658" name="Google Shape;658;p101"/>
          <p:cNvPicPr preferRelativeResize="0"/>
          <p:nvPr/>
        </p:nvPicPr>
        <p:blipFill rotWithShape="1">
          <a:blip r:embed="rId6">
            <a:alphaModFix/>
          </a:blip>
          <a:srcRect b="16690" l="0" r="0" t="16683"/>
          <a:stretch/>
        </p:blipFill>
        <p:spPr>
          <a:xfrm>
            <a:off x="2632622" y="1702187"/>
            <a:ext cx="1644300" cy="1644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7EE"/>
            </a:gs>
            <a:gs pos="100000">
              <a:srgbClr val="113D8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02"/>
          <p:cNvSpPr txBox="1"/>
          <p:nvPr>
            <p:ph idx="12" type="sldNum"/>
          </p:nvPr>
        </p:nvSpPr>
        <p:spPr>
          <a:xfrm>
            <a:off x="8910714" y="4826966"/>
            <a:ext cx="121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pt-BR"/>
              <a:t>1</a:t>
            </a:r>
            <a:endParaRPr sz="1100"/>
          </a:p>
        </p:txBody>
      </p:sp>
      <p:sp>
        <p:nvSpPr>
          <p:cNvPr id="664" name="Google Shape;664;p102"/>
          <p:cNvSpPr txBox="1"/>
          <p:nvPr/>
        </p:nvSpPr>
        <p:spPr>
          <a:xfrm>
            <a:off x="2272950" y="2228100"/>
            <a:ext cx="45981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6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BORA INTEGRAR!</a:t>
            </a:r>
            <a:endParaRPr sz="60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65" name="Google Shape;665;p102"/>
          <p:cNvSpPr txBox="1"/>
          <p:nvPr/>
        </p:nvSpPr>
        <p:spPr>
          <a:xfrm>
            <a:off x="595225" y="360875"/>
            <a:ext cx="8232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 Black"/>
              <a:buNone/>
            </a:pPr>
            <a:r>
              <a:rPr lang="pt-BR" sz="6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Plano de Parcerias ///  Software Houses  								              					Z-API 2023</a:t>
            </a:r>
            <a:endParaRPr sz="6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6" name="Google Shape;666;p102"/>
          <p:cNvSpPr/>
          <p:nvPr/>
        </p:nvSpPr>
        <p:spPr>
          <a:xfrm>
            <a:off x="626750" y="535175"/>
            <a:ext cx="8085600" cy="52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ABD3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9900"/>
      </a:accent1>
      <a:accent2>
        <a:srgbClr val="C55A11"/>
      </a:accent2>
      <a:accent3>
        <a:srgbClr val="323F4F"/>
      </a:accent3>
      <a:accent4>
        <a:srgbClr val="262626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