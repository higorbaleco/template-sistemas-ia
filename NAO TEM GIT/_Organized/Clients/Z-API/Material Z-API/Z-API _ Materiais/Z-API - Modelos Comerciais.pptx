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Roboto Black"/>
      <p:bold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League Gothic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32" Type="http://schemas.openxmlformats.org/officeDocument/2006/relationships/font" Target="fonts/LeagueGothic-regular.fntdata"/><Relationship Id="rId20" Type="http://schemas.openxmlformats.org/officeDocument/2006/relationships/font" Target="fonts/MontserratSemiBold-italic.fntdata"/><Relationship Id="rId22" Type="http://schemas.openxmlformats.org/officeDocument/2006/relationships/font" Target="fonts/RobotoBlack-bold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Black-boldItalic.fntdata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Roboto-boldItalic.fntdata"/><Relationship Id="rId29" Type="http://schemas.openxmlformats.org/officeDocument/2006/relationships/font" Target="fonts/Montserra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0ea9e1b003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g20ea9e1b003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3" name="Google Shape;54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0ea9e1b00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0ea9e1b00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0ea9e1b003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g20ea9e1b003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7" name="Google Shape;60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 showMasterSp="0">
  <p:cSld name="5_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3518807" y="1835884"/>
            <a:ext cx="2853418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  <a:defRPr b="1" sz="4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 showMasterSp="0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ABD3E"/>
              </a:gs>
              <a:gs pos="100000">
                <a:srgbClr val="1C5A1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1781548"/>
            <a:ext cx="7886700" cy="687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League Gothic"/>
              <a:buNone/>
              <a:defRPr sz="4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k" showMasterSp="0">
  <p:cSld name="6_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>
            <p:ph idx="2" type="pic"/>
          </p:nvPr>
        </p:nvSpPr>
        <p:spPr>
          <a:xfrm>
            <a:off x="266700" y="97972"/>
            <a:ext cx="4337958" cy="3099378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266700" y="3259776"/>
            <a:ext cx="8610600" cy="68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4727123" y="1389920"/>
            <a:ext cx="2109107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 Black"/>
              <a:buNone/>
              <a:defRPr b="1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Only" showMasterSp="0">
  <p:cSld name="4_Title 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>
            <p:ph idx="2" type="pic"/>
          </p:nvPr>
        </p:nvSpPr>
        <p:spPr>
          <a:xfrm>
            <a:off x="203200" y="625790"/>
            <a:ext cx="3098801" cy="3897154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6283" y="625789"/>
            <a:ext cx="2224078" cy="15422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5655851" y="2985778"/>
            <a:ext cx="3488149" cy="676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 showMasterSp="0">
  <p:cSld name="3_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>
            <p:ph idx="2" type="pic"/>
          </p:nvPr>
        </p:nvSpPr>
        <p:spPr>
          <a:xfrm>
            <a:off x="266700" y="681593"/>
            <a:ext cx="8610600" cy="257012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266699" y="4792844"/>
            <a:ext cx="1059256" cy="173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700"/>
              <a:buFont typeface="Roboto"/>
              <a:buNone/>
            </a:pPr>
            <a:r>
              <a:rPr b="1" i="0" lang="pt-BR" sz="700" u="none" cap="none" strike="noStrike">
                <a:solidFill>
                  <a:srgbClr val="44546A"/>
                </a:solidFill>
                <a:latin typeface="Roboto"/>
                <a:ea typeface="Roboto"/>
                <a:cs typeface="Roboto"/>
                <a:sym typeface="Roboto"/>
              </a:rPr>
              <a:t>B. Proposal</a:t>
            </a:r>
            <a:r>
              <a:rPr b="0" i="0" lang="pt-BR" sz="700" u="none" cap="none" strike="noStrike">
                <a:solidFill>
                  <a:srgbClr val="44546A"/>
                </a:solidFill>
                <a:latin typeface="Roboto"/>
                <a:ea typeface="Roboto"/>
                <a:cs typeface="Roboto"/>
                <a:sym typeface="Roboto"/>
              </a:rPr>
              <a:t>| Presentation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 flipH="1">
            <a:off x="266700" y="1"/>
            <a:ext cx="8610600" cy="681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1455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361455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 showMasterSp="0">
  <p:cSld name="7_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"/>
          <p:cNvSpPr/>
          <p:nvPr>
            <p:ph idx="3" type="pic"/>
          </p:nvPr>
        </p:nvSpPr>
        <p:spPr>
          <a:xfrm>
            <a:off x="534934" y="2403064"/>
            <a:ext cx="2579916" cy="2048876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Only">
  <p:cSld name="5_Title 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>
            <p:ph idx="2" type="pic"/>
          </p:nvPr>
        </p:nvSpPr>
        <p:spPr>
          <a:xfrm>
            <a:off x="497205" y="765968"/>
            <a:ext cx="8041006" cy="201533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497205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497205" y="356339"/>
            <a:ext cx="6291695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Only">
  <p:cSld name="6_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>
            <p:ph idx="2" type="pic"/>
          </p:nvPr>
        </p:nvSpPr>
        <p:spPr>
          <a:xfrm>
            <a:off x="133350" y="0"/>
            <a:ext cx="9010651" cy="3400427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 showMasterSp="0">
  <p:cSld name="8_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>
            <p:ph idx="2" type="pic"/>
          </p:nvPr>
        </p:nvSpPr>
        <p:spPr>
          <a:xfrm>
            <a:off x="211667" y="142731"/>
            <a:ext cx="8726110" cy="4908437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1"/>
          <p:cNvSpPr/>
          <p:nvPr>
            <p:ph idx="3" type="pic"/>
          </p:nvPr>
        </p:nvSpPr>
        <p:spPr>
          <a:xfrm>
            <a:off x="778426" y="1170918"/>
            <a:ext cx="2909927" cy="2852064"/>
          </a:xfrm>
          <a:prstGeom prst="rect">
            <a:avLst/>
          </a:prstGeom>
          <a:noFill/>
          <a:ln>
            <a:noFill/>
          </a:ln>
          <a:effectLst>
            <a:outerShdw blurRad="76200" rotWithShape="0">
              <a:srgbClr val="000000">
                <a:alpha val="20000"/>
              </a:srgbClr>
            </a:outerShdw>
          </a:effectLst>
        </p:spPr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" name="Google Shape;60;p11"/>
          <p:cNvSpPr txBox="1"/>
          <p:nvPr>
            <p:ph type="title"/>
          </p:nvPr>
        </p:nvSpPr>
        <p:spPr>
          <a:xfrm>
            <a:off x="4727123" y="1618520"/>
            <a:ext cx="3578678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Roboto Black"/>
              <a:buNone/>
              <a:defRPr b="1" sz="3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Only">
  <p:cSld name="7_Title 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/>
        </p:nvSpPr>
        <p:spPr>
          <a:xfrm>
            <a:off x="-1" y="-1"/>
            <a:ext cx="4637316" cy="42896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3202559" y="2154675"/>
            <a:ext cx="2503025" cy="2453255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53725"/>
              </a:srgbClr>
            </a:outerShdw>
          </a:effectLst>
        </p:spPr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/>
          <p:nvPr>
            <p:ph idx="2" type="pic"/>
          </p:nvPr>
        </p:nvSpPr>
        <p:spPr>
          <a:xfrm>
            <a:off x="266700" y="2914650"/>
            <a:ext cx="8610600" cy="222885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Only">
  <p:cSld name="9_Title 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Only">
  <p:cSld name="10_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>
            <p:ph idx="2" type="pic"/>
          </p:nvPr>
        </p:nvSpPr>
        <p:spPr>
          <a:xfrm>
            <a:off x="5158763" y="837210"/>
            <a:ext cx="3322274" cy="3324456"/>
          </a:xfrm>
          <a:prstGeom prst="rect">
            <a:avLst/>
          </a:prstGeom>
          <a:noFill/>
          <a:ln>
            <a:noFill/>
          </a:ln>
          <a:effectLst>
            <a:outerShdw blurRad="76200" rotWithShape="0">
              <a:srgbClr val="000000">
                <a:alpha val="20000"/>
              </a:srgbClr>
            </a:outerShdw>
          </a:effectLst>
        </p:spPr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Only">
  <p:cSld name="11_Title 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763236" y="1439188"/>
            <a:ext cx="3419104" cy="2765963"/>
          </a:xfrm>
          <a:prstGeom prst="rect">
            <a:avLst/>
          </a:prstGeom>
          <a:solidFill>
            <a:srgbClr val="FFD699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>
            <p:ph idx="2" type="pic"/>
          </p:nvPr>
        </p:nvSpPr>
        <p:spPr>
          <a:xfrm>
            <a:off x="1360301" y="1091901"/>
            <a:ext cx="3419105" cy="2765963"/>
          </a:xfrm>
          <a:prstGeom prst="rect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Only">
  <p:cSld name="12_Title 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>
            <p:ph idx="2" type="pic"/>
          </p:nvPr>
        </p:nvSpPr>
        <p:spPr>
          <a:xfrm>
            <a:off x="5057485" y="0"/>
            <a:ext cx="4086515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7"/>
          <p:cNvSpPr/>
          <p:nvPr/>
        </p:nvSpPr>
        <p:spPr>
          <a:xfrm>
            <a:off x="0" y="0"/>
            <a:ext cx="505748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Only">
  <p:cSld name="13_Title 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>
            <p:ph idx="2" type="pic"/>
          </p:nvPr>
        </p:nvSpPr>
        <p:spPr>
          <a:xfrm>
            <a:off x="3008841" y="0"/>
            <a:ext cx="6135159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Only">
  <p:cSld name="14_Title 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>
            <p:ph idx="2" type="pic"/>
          </p:nvPr>
        </p:nvSpPr>
        <p:spPr>
          <a:xfrm>
            <a:off x="2867026" y="0"/>
            <a:ext cx="6276976" cy="4767262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0" y="0"/>
            <a:ext cx="2867025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2867025" y="4767263"/>
            <a:ext cx="6276975" cy="376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Only">
  <p:cSld name="15_Title 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>
            <p:ph idx="2" type="pic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Only">
  <p:cSld name="16_Title 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>
            <p:ph idx="2" type="pic"/>
          </p:nvPr>
        </p:nvSpPr>
        <p:spPr>
          <a:xfrm>
            <a:off x="0" y="0"/>
            <a:ext cx="9144000" cy="265611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1"/>
          <p:cNvSpPr/>
          <p:nvPr>
            <p:ph idx="3" type="pic"/>
          </p:nvPr>
        </p:nvSpPr>
        <p:spPr>
          <a:xfrm>
            <a:off x="662591" y="1523658"/>
            <a:ext cx="1807033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</p:sp>
      <p:sp>
        <p:nvSpPr>
          <p:cNvPr id="114" name="Google Shape;114;p21"/>
          <p:cNvSpPr/>
          <p:nvPr>
            <p:ph idx="4" type="pic"/>
          </p:nvPr>
        </p:nvSpPr>
        <p:spPr>
          <a:xfrm>
            <a:off x="2676449" y="1523658"/>
            <a:ext cx="1807032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</p:sp>
      <p:sp>
        <p:nvSpPr>
          <p:cNvPr id="115" name="Google Shape;115;p21"/>
          <p:cNvSpPr/>
          <p:nvPr>
            <p:ph idx="5" type="pic"/>
          </p:nvPr>
        </p:nvSpPr>
        <p:spPr>
          <a:xfrm>
            <a:off x="4660521" y="1523658"/>
            <a:ext cx="1807032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</p:sp>
      <p:sp>
        <p:nvSpPr>
          <p:cNvPr id="116" name="Google Shape;116;p21"/>
          <p:cNvSpPr/>
          <p:nvPr>
            <p:ph idx="6" type="pic"/>
          </p:nvPr>
        </p:nvSpPr>
        <p:spPr>
          <a:xfrm>
            <a:off x="6674377" y="1523658"/>
            <a:ext cx="1807033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</p:sp>
      <p:sp>
        <p:nvSpPr>
          <p:cNvPr id="117" name="Google Shape;117;p2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Only">
  <p:cSld name="17_Title 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2"/>
          <p:cNvSpPr/>
          <p:nvPr>
            <p:ph idx="2" type="pic"/>
          </p:nvPr>
        </p:nvSpPr>
        <p:spPr>
          <a:xfrm>
            <a:off x="2264230" y="0"/>
            <a:ext cx="6879770" cy="5154386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321994" y="226624"/>
            <a:ext cx="2595377" cy="2854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  <a:defRPr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Only">
  <p:cSld name="18_Title 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/>
          <p:nvPr/>
        </p:nvSpPr>
        <p:spPr>
          <a:xfrm>
            <a:off x="1095494" y="1305518"/>
            <a:ext cx="2557849" cy="2557848"/>
          </a:xfrm>
          <a:prstGeom prst="ellipse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1205537" y="1414793"/>
            <a:ext cx="2337763" cy="2339297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Only">
  <p:cSld name="19_Title 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/>
          <p:nvPr>
            <p:ph idx="2" type="pic"/>
          </p:nvPr>
        </p:nvSpPr>
        <p:spPr>
          <a:xfrm>
            <a:off x="0" y="0"/>
            <a:ext cx="3712029" cy="3907973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4"/>
          <p:cNvSpPr/>
          <p:nvPr/>
        </p:nvSpPr>
        <p:spPr>
          <a:xfrm>
            <a:off x="3712027" y="-1"/>
            <a:ext cx="5431973" cy="39079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4"/>
          <p:cNvSpPr txBox="1"/>
          <p:nvPr>
            <p:ph type="title"/>
          </p:nvPr>
        </p:nvSpPr>
        <p:spPr>
          <a:xfrm>
            <a:off x="4148800" y="612208"/>
            <a:ext cx="2835531" cy="178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itle Only">
  <p:cSld name="20_Title 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25"/>
          <p:cNvSpPr/>
          <p:nvPr>
            <p:ph idx="2" type="pic"/>
          </p:nvPr>
        </p:nvSpPr>
        <p:spPr>
          <a:xfrm>
            <a:off x="0" y="771525"/>
            <a:ext cx="1855859" cy="1953824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5"/>
          <p:cNvSpPr/>
          <p:nvPr>
            <p:ph idx="3" type="pic"/>
          </p:nvPr>
        </p:nvSpPr>
        <p:spPr>
          <a:xfrm>
            <a:off x="4572381" y="771525"/>
            <a:ext cx="1855860" cy="1953824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2" name="Google Shape;142;p25"/>
          <p:cNvGrpSpPr/>
          <p:nvPr/>
        </p:nvGrpSpPr>
        <p:grpSpPr>
          <a:xfrm>
            <a:off x="1855857" y="771525"/>
            <a:ext cx="7288142" cy="1953824"/>
            <a:chOff x="-1" y="0"/>
            <a:chExt cx="9717522" cy="2605098"/>
          </a:xfrm>
        </p:grpSpPr>
        <p:sp>
          <p:nvSpPr>
            <p:cNvPr id="143" name="Google Shape;143;p25"/>
            <p:cNvSpPr/>
            <p:nvPr/>
          </p:nvSpPr>
          <p:spPr>
            <a:xfrm>
              <a:off x="-1" y="0"/>
              <a:ext cx="3621014" cy="26050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5"/>
            <p:cNvSpPr/>
            <p:nvPr/>
          </p:nvSpPr>
          <p:spPr>
            <a:xfrm>
              <a:off x="6096507" y="0"/>
              <a:ext cx="3621014" cy="26050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25"/>
          <p:cNvSpPr txBox="1"/>
          <p:nvPr>
            <p:ph idx="4" type="body"/>
          </p:nvPr>
        </p:nvSpPr>
        <p:spPr>
          <a:xfrm>
            <a:off x="2056889" y="1062635"/>
            <a:ext cx="2090568" cy="581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5" type="body"/>
          </p:nvPr>
        </p:nvSpPr>
        <p:spPr>
          <a:xfrm>
            <a:off x="6618003" y="1062635"/>
            <a:ext cx="2090568" cy="581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Title Only">
  <p:cSld name="21_Title 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/>
          <p:nvPr>
            <p:ph idx="2" type="pic"/>
          </p:nvPr>
        </p:nvSpPr>
        <p:spPr>
          <a:xfrm>
            <a:off x="643187" y="982265"/>
            <a:ext cx="990373" cy="991025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26"/>
          <p:cNvSpPr/>
          <p:nvPr>
            <p:ph idx="3" type="pic"/>
          </p:nvPr>
        </p:nvSpPr>
        <p:spPr>
          <a:xfrm>
            <a:off x="4960267" y="982265"/>
            <a:ext cx="990373" cy="991025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26"/>
          <p:cNvSpPr/>
          <p:nvPr/>
        </p:nvSpPr>
        <p:spPr>
          <a:xfrm>
            <a:off x="1742006" y="1064200"/>
            <a:ext cx="2201344" cy="1560467"/>
          </a:xfrm>
          <a:custGeom>
            <a:rect b="b" l="l" r="r" t="t"/>
            <a:pathLst>
              <a:path extrusionOk="0" h="21600" w="21600">
                <a:moveTo>
                  <a:pt x="1461" y="0"/>
                </a:moveTo>
                <a:cubicBezTo>
                  <a:pt x="1348" y="0"/>
                  <a:pt x="1257" y="124"/>
                  <a:pt x="1257" y="277"/>
                </a:cubicBezTo>
                <a:lnTo>
                  <a:pt x="1257" y="3580"/>
                </a:lnTo>
                <a:lnTo>
                  <a:pt x="0" y="4321"/>
                </a:lnTo>
                <a:lnTo>
                  <a:pt x="1257" y="5060"/>
                </a:lnTo>
                <a:lnTo>
                  <a:pt x="1257" y="21323"/>
                </a:lnTo>
                <a:cubicBezTo>
                  <a:pt x="1257" y="21476"/>
                  <a:pt x="1348" y="21600"/>
                  <a:pt x="1461" y="21600"/>
                </a:cubicBezTo>
                <a:lnTo>
                  <a:pt x="21396" y="21600"/>
                </a:lnTo>
                <a:cubicBezTo>
                  <a:pt x="21509" y="21600"/>
                  <a:pt x="21600" y="21476"/>
                  <a:pt x="21600" y="21323"/>
                </a:cubicBezTo>
                <a:lnTo>
                  <a:pt x="21600" y="277"/>
                </a:lnTo>
                <a:cubicBezTo>
                  <a:pt x="21600" y="124"/>
                  <a:pt x="21509" y="0"/>
                  <a:pt x="21396" y="0"/>
                </a:cubicBezTo>
                <a:lnTo>
                  <a:pt x="14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6068472" y="1064200"/>
            <a:ext cx="2201345" cy="1560467"/>
          </a:xfrm>
          <a:custGeom>
            <a:rect b="b" l="l" r="r" t="t"/>
            <a:pathLst>
              <a:path extrusionOk="0" h="21600" w="21600">
                <a:moveTo>
                  <a:pt x="1461" y="0"/>
                </a:moveTo>
                <a:cubicBezTo>
                  <a:pt x="1348" y="0"/>
                  <a:pt x="1257" y="124"/>
                  <a:pt x="1257" y="277"/>
                </a:cubicBezTo>
                <a:lnTo>
                  <a:pt x="1257" y="3580"/>
                </a:lnTo>
                <a:lnTo>
                  <a:pt x="0" y="4321"/>
                </a:lnTo>
                <a:lnTo>
                  <a:pt x="1257" y="5060"/>
                </a:lnTo>
                <a:lnTo>
                  <a:pt x="1257" y="21323"/>
                </a:lnTo>
                <a:cubicBezTo>
                  <a:pt x="1257" y="21476"/>
                  <a:pt x="1348" y="21600"/>
                  <a:pt x="1461" y="21600"/>
                </a:cubicBezTo>
                <a:lnTo>
                  <a:pt x="21396" y="21600"/>
                </a:lnTo>
                <a:cubicBezTo>
                  <a:pt x="21509" y="21600"/>
                  <a:pt x="21600" y="21476"/>
                  <a:pt x="21600" y="21323"/>
                </a:cubicBezTo>
                <a:lnTo>
                  <a:pt x="21600" y="277"/>
                </a:lnTo>
                <a:cubicBezTo>
                  <a:pt x="21600" y="124"/>
                  <a:pt x="21509" y="0"/>
                  <a:pt x="21396" y="0"/>
                </a:cubicBezTo>
                <a:lnTo>
                  <a:pt x="14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Only">
  <p:cSld name="22_Title 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7"/>
          <p:cNvSpPr/>
          <p:nvPr>
            <p:ph idx="2" type="pic"/>
          </p:nvPr>
        </p:nvSpPr>
        <p:spPr>
          <a:xfrm>
            <a:off x="809625" y="955496"/>
            <a:ext cx="1790700" cy="1038018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7"/>
          <p:cNvSpPr/>
          <p:nvPr>
            <p:ph idx="3" type="pic"/>
          </p:nvPr>
        </p:nvSpPr>
        <p:spPr>
          <a:xfrm>
            <a:off x="3554941" y="955496"/>
            <a:ext cx="1790700" cy="1038018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7"/>
          <p:cNvSpPr/>
          <p:nvPr>
            <p:ph idx="4" type="pic"/>
          </p:nvPr>
        </p:nvSpPr>
        <p:spPr>
          <a:xfrm>
            <a:off x="6336241" y="955496"/>
            <a:ext cx="1790700" cy="1038018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27"/>
          <p:cNvSpPr/>
          <p:nvPr/>
        </p:nvSpPr>
        <p:spPr>
          <a:xfrm>
            <a:off x="809625" y="1993513"/>
            <a:ext cx="914400" cy="3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3554941" y="1993513"/>
            <a:ext cx="914400" cy="3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6336241" y="1993513"/>
            <a:ext cx="914400" cy="3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Only">
  <p:cSld name="23_Title 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28"/>
          <p:cNvSpPr/>
          <p:nvPr>
            <p:ph idx="2" type="pic"/>
          </p:nvPr>
        </p:nvSpPr>
        <p:spPr>
          <a:xfrm>
            <a:off x="995363" y="1254900"/>
            <a:ext cx="1143000" cy="1143753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8"/>
          <p:cNvSpPr/>
          <p:nvPr>
            <p:ph idx="3" type="pic"/>
          </p:nvPr>
        </p:nvSpPr>
        <p:spPr>
          <a:xfrm>
            <a:off x="2998787" y="1254900"/>
            <a:ext cx="1143001" cy="1143753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8"/>
          <p:cNvSpPr/>
          <p:nvPr>
            <p:ph idx="4" type="pic"/>
          </p:nvPr>
        </p:nvSpPr>
        <p:spPr>
          <a:xfrm>
            <a:off x="4994660" y="1254900"/>
            <a:ext cx="1143001" cy="1143753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28"/>
          <p:cNvSpPr/>
          <p:nvPr>
            <p:ph idx="5" type="pic"/>
          </p:nvPr>
        </p:nvSpPr>
        <p:spPr>
          <a:xfrm>
            <a:off x="7018892" y="1254900"/>
            <a:ext cx="1143001" cy="1143753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8"/>
          <p:cNvSpPr/>
          <p:nvPr/>
        </p:nvSpPr>
        <p:spPr>
          <a:xfrm>
            <a:off x="844485" y="1104400"/>
            <a:ext cx="1444755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2847910" y="1104400"/>
            <a:ext cx="1444756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4851334" y="1104400"/>
            <a:ext cx="1444756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6854760" y="1104400"/>
            <a:ext cx="1444756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itle Only">
  <p:cSld name="24_Title 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9"/>
          <p:cNvGrpSpPr/>
          <p:nvPr/>
        </p:nvGrpSpPr>
        <p:grpSpPr>
          <a:xfrm>
            <a:off x="5252988" y="1435492"/>
            <a:ext cx="2978413" cy="3708008"/>
            <a:chOff x="0" y="-1"/>
            <a:chExt cx="3971216" cy="4944010"/>
          </a:xfrm>
        </p:grpSpPr>
        <p:grpSp>
          <p:nvGrpSpPr>
            <p:cNvPr id="179" name="Google Shape;179;p29"/>
            <p:cNvGrpSpPr/>
            <p:nvPr/>
          </p:nvGrpSpPr>
          <p:grpSpPr>
            <a:xfrm>
              <a:off x="546601" y="-1"/>
              <a:ext cx="3389811" cy="3691855"/>
              <a:chOff x="0" y="0"/>
              <a:chExt cx="3389810" cy="3691853"/>
            </a:xfrm>
          </p:grpSpPr>
          <p:sp>
            <p:nvSpPr>
              <p:cNvPr id="180" name="Google Shape;180;p29"/>
              <p:cNvSpPr/>
              <p:nvPr/>
            </p:nvSpPr>
            <p:spPr>
              <a:xfrm flipH="1">
                <a:off x="2196289" y="2788442"/>
                <a:ext cx="568660" cy="56866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29"/>
              <p:cNvSpPr/>
              <p:nvPr/>
            </p:nvSpPr>
            <p:spPr>
              <a:xfrm flipH="1">
                <a:off x="2329222" y="1273154"/>
                <a:ext cx="670051" cy="67004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29"/>
              <p:cNvSpPr/>
              <p:nvPr/>
            </p:nvSpPr>
            <p:spPr>
              <a:xfrm flipH="1">
                <a:off x="2378407" y="429591"/>
                <a:ext cx="308435" cy="30843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29"/>
              <p:cNvSpPr/>
              <p:nvPr/>
            </p:nvSpPr>
            <p:spPr>
              <a:xfrm flipH="1">
                <a:off x="1241854" y="827940"/>
                <a:ext cx="531129" cy="53113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29"/>
              <p:cNvSpPr/>
              <p:nvPr/>
            </p:nvSpPr>
            <p:spPr>
              <a:xfrm flipH="1">
                <a:off x="902935" y="734211"/>
                <a:ext cx="292051" cy="29203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29"/>
              <p:cNvSpPr/>
              <p:nvPr/>
            </p:nvSpPr>
            <p:spPr>
              <a:xfrm flipH="1">
                <a:off x="1269464" y="1437180"/>
                <a:ext cx="386357" cy="38635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29"/>
              <p:cNvSpPr/>
              <p:nvPr/>
            </p:nvSpPr>
            <p:spPr>
              <a:xfrm flipH="1">
                <a:off x="90440" y="1343451"/>
                <a:ext cx="432821" cy="43281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29"/>
              <p:cNvSpPr/>
              <p:nvPr/>
            </p:nvSpPr>
            <p:spPr>
              <a:xfrm flipH="1">
                <a:off x="392871" y="2257310"/>
                <a:ext cx="466253" cy="46625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29"/>
              <p:cNvSpPr/>
              <p:nvPr/>
            </p:nvSpPr>
            <p:spPr>
              <a:xfrm flipH="1">
                <a:off x="1034916" y="2538497"/>
                <a:ext cx="316285" cy="316277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29"/>
              <p:cNvSpPr/>
              <p:nvPr/>
            </p:nvSpPr>
            <p:spPr>
              <a:xfrm flipH="1">
                <a:off x="133621" y="2140148"/>
                <a:ext cx="233425" cy="23342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29"/>
              <p:cNvSpPr/>
              <p:nvPr/>
            </p:nvSpPr>
            <p:spPr>
              <a:xfrm flipH="1">
                <a:off x="0" y="2436958"/>
                <a:ext cx="265506" cy="26549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29"/>
              <p:cNvSpPr/>
              <p:nvPr/>
            </p:nvSpPr>
            <p:spPr>
              <a:xfrm flipH="1">
                <a:off x="2725337" y="0"/>
                <a:ext cx="203639" cy="20363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29"/>
              <p:cNvSpPr/>
              <p:nvPr/>
            </p:nvSpPr>
            <p:spPr>
              <a:xfrm flipH="1">
                <a:off x="3108095" y="1437180"/>
                <a:ext cx="281715" cy="28171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29"/>
              <p:cNvSpPr/>
              <p:nvPr/>
            </p:nvSpPr>
            <p:spPr>
              <a:xfrm flipH="1">
                <a:off x="2183610" y="2491633"/>
                <a:ext cx="268909" cy="26889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29"/>
              <p:cNvSpPr/>
              <p:nvPr/>
            </p:nvSpPr>
            <p:spPr>
              <a:xfrm flipH="1">
                <a:off x="2646177" y="2600984"/>
                <a:ext cx="204691" cy="20468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29"/>
              <p:cNvSpPr/>
              <p:nvPr/>
            </p:nvSpPr>
            <p:spPr>
              <a:xfrm flipH="1">
                <a:off x="2431733" y="3421114"/>
                <a:ext cx="270731" cy="27073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29"/>
              <p:cNvSpPr/>
              <p:nvPr/>
            </p:nvSpPr>
            <p:spPr>
              <a:xfrm flipH="1">
                <a:off x="2573203" y="2374472"/>
                <a:ext cx="144883" cy="14488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29"/>
              <p:cNvSpPr/>
              <p:nvPr/>
            </p:nvSpPr>
            <p:spPr>
              <a:xfrm flipH="1">
                <a:off x="2854390" y="2889982"/>
                <a:ext cx="144883" cy="14488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29"/>
              <p:cNvSpPr/>
              <p:nvPr/>
            </p:nvSpPr>
            <p:spPr>
              <a:xfrm flipH="1">
                <a:off x="2094787" y="1796475"/>
                <a:ext cx="303057" cy="30306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29"/>
              <p:cNvSpPr/>
              <p:nvPr/>
            </p:nvSpPr>
            <p:spPr>
              <a:xfrm flipH="1">
                <a:off x="2319080" y="781076"/>
                <a:ext cx="211547" cy="21154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29"/>
              <p:cNvSpPr/>
              <p:nvPr/>
            </p:nvSpPr>
            <p:spPr>
              <a:xfrm flipH="1">
                <a:off x="2600672" y="234322"/>
                <a:ext cx="148657" cy="148657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9"/>
              <p:cNvSpPr/>
              <p:nvPr/>
            </p:nvSpPr>
            <p:spPr>
              <a:xfrm flipH="1">
                <a:off x="1709840" y="726400"/>
                <a:ext cx="211547" cy="21154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29"/>
              <p:cNvSpPr/>
              <p:nvPr/>
            </p:nvSpPr>
            <p:spPr>
              <a:xfrm flipH="1">
                <a:off x="1704476" y="1304397"/>
                <a:ext cx="177857" cy="17787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29"/>
              <p:cNvSpPr/>
              <p:nvPr/>
            </p:nvSpPr>
            <p:spPr>
              <a:xfrm flipH="1">
                <a:off x="1350276" y="1890204"/>
                <a:ext cx="305545" cy="30554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 flipH="1">
                <a:off x="1143799" y="1320019"/>
                <a:ext cx="152727" cy="15273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29"/>
              <p:cNvSpPr/>
              <p:nvPr/>
            </p:nvSpPr>
            <p:spPr>
              <a:xfrm flipH="1">
                <a:off x="1240319" y="656103"/>
                <a:ext cx="157747" cy="15775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29"/>
              <p:cNvSpPr/>
              <p:nvPr/>
            </p:nvSpPr>
            <p:spPr>
              <a:xfrm flipH="1">
                <a:off x="561810" y="1616828"/>
                <a:ext cx="211395" cy="21136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29"/>
              <p:cNvSpPr/>
              <p:nvPr/>
            </p:nvSpPr>
            <p:spPr>
              <a:xfrm flipH="1">
                <a:off x="817567" y="2694713"/>
                <a:ext cx="182151" cy="18215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29"/>
              <p:cNvSpPr/>
              <p:nvPr/>
            </p:nvSpPr>
            <p:spPr>
              <a:xfrm flipH="1">
                <a:off x="911065" y="2343228"/>
                <a:ext cx="182381" cy="18237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29"/>
              <p:cNvSpPr/>
              <p:nvPr/>
            </p:nvSpPr>
            <p:spPr>
              <a:xfrm flipH="1">
                <a:off x="308799" y="2655659"/>
                <a:ext cx="120733" cy="12073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29"/>
            <p:cNvSpPr/>
            <p:nvPr/>
          </p:nvSpPr>
          <p:spPr>
            <a:xfrm flipH="1">
              <a:off x="0" y="508161"/>
              <a:ext cx="3971216" cy="4435848"/>
            </a:xfrm>
            <a:custGeom>
              <a:rect b="b" l="l" r="r" t="t"/>
              <a:pathLst>
                <a:path extrusionOk="0" h="20717" w="21600">
                  <a:moveTo>
                    <a:pt x="10490" y="20717"/>
                  </a:moveTo>
                  <a:lnTo>
                    <a:pt x="4933" y="20717"/>
                  </a:lnTo>
                  <a:cubicBezTo>
                    <a:pt x="4933" y="20717"/>
                    <a:pt x="5598" y="16843"/>
                    <a:pt x="7811" y="12023"/>
                  </a:cubicBezTo>
                  <a:cubicBezTo>
                    <a:pt x="8850" y="9762"/>
                    <a:pt x="6890" y="8231"/>
                    <a:pt x="4376" y="8017"/>
                  </a:cubicBezTo>
                  <a:cubicBezTo>
                    <a:pt x="1862" y="7804"/>
                    <a:pt x="621" y="9163"/>
                    <a:pt x="621" y="9163"/>
                  </a:cubicBezTo>
                  <a:cubicBezTo>
                    <a:pt x="621" y="9163"/>
                    <a:pt x="3645" y="5282"/>
                    <a:pt x="8382" y="8564"/>
                  </a:cubicBezTo>
                  <a:cubicBezTo>
                    <a:pt x="8286" y="6665"/>
                    <a:pt x="8038" y="2421"/>
                    <a:pt x="0" y="2022"/>
                  </a:cubicBezTo>
                  <a:cubicBezTo>
                    <a:pt x="0" y="2022"/>
                    <a:pt x="3631" y="1329"/>
                    <a:pt x="7014" y="3621"/>
                  </a:cubicBezTo>
                  <a:cubicBezTo>
                    <a:pt x="7014" y="3621"/>
                    <a:pt x="7014" y="-883"/>
                    <a:pt x="12755" y="156"/>
                  </a:cubicBezTo>
                  <a:cubicBezTo>
                    <a:pt x="11638" y="-30"/>
                    <a:pt x="7908" y="-221"/>
                    <a:pt x="8207" y="3069"/>
                  </a:cubicBezTo>
                  <a:cubicBezTo>
                    <a:pt x="8433" y="5557"/>
                    <a:pt x="9670" y="5567"/>
                    <a:pt x="9966" y="9063"/>
                  </a:cubicBezTo>
                  <a:cubicBezTo>
                    <a:pt x="10494" y="8663"/>
                    <a:pt x="12197" y="7778"/>
                    <a:pt x="12538" y="6045"/>
                  </a:cubicBezTo>
                  <a:cubicBezTo>
                    <a:pt x="12879" y="4313"/>
                    <a:pt x="14834" y="1062"/>
                    <a:pt x="18155" y="3114"/>
                  </a:cubicBezTo>
                  <a:cubicBezTo>
                    <a:pt x="18155" y="3114"/>
                    <a:pt x="16485" y="2285"/>
                    <a:pt x="15238" y="3319"/>
                  </a:cubicBezTo>
                  <a:cubicBezTo>
                    <a:pt x="13593" y="4685"/>
                    <a:pt x="14740" y="6067"/>
                    <a:pt x="13345" y="6685"/>
                  </a:cubicBezTo>
                  <a:cubicBezTo>
                    <a:pt x="14369" y="6472"/>
                    <a:pt x="19144" y="5746"/>
                    <a:pt x="21600" y="9430"/>
                  </a:cubicBezTo>
                  <a:cubicBezTo>
                    <a:pt x="21041" y="9137"/>
                    <a:pt x="18022" y="5924"/>
                    <a:pt x="12953" y="7637"/>
                  </a:cubicBezTo>
                  <a:cubicBezTo>
                    <a:pt x="12301" y="8489"/>
                    <a:pt x="12409" y="8647"/>
                    <a:pt x="11540" y="9207"/>
                  </a:cubicBezTo>
                  <a:cubicBezTo>
                    <a:pt x="10671" y="9766"/>
                    <a:pt x="10800" y="10602"/>
                    <a:pt x="10800" y="10602"/>
                  </a:cubicBezTo>
                  <a:cubicBezTo>
                    <a:pt x="10800" y="10602"/>
                    <a:pt x="13505" y="11044"/>
                    <a:pt x="15052" y="10682"/>
                  </a:cubicBezTo>
                  <a:cubicBezTo>
                    <a:pt x="17856" y="10027"/>
                    <a:pt x="19167" y="11671"/>
                    <a:pt x="19602" y="12311"/>
                  </a:cubicBezTo>
                  <a:cubicBezTo>
                    <a:pt x="19602" y="12311"/>
                    <a:pt x="17773" y="10359"/>
                    <a:pt x="15331" y="11215"/>
                  </a:cubicBezTo>
                  <a:cubicBezTo>
                    <a:pt x="13477" y="11865"/>
                    <a:pt x="10955" y="10815"/>
                    <a:pt x="10800" y="11828"/>
                  </a:cubicBezTo>
                  <a:cubicBezTo>
                    <a:pt x="10645" y="12841"/>
                    <a:pt x="10210" y="19400"/>
                    <a:pt x="10490" y="20717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Gill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9"/>
          <p:cNvSpPr/>
          <p:nvPr>
            <p:ph idx="2" type="pic"/>
          </p:nvPr>
        </p:nvSpPr>
        <p:spPr>
          <a:xfrm>
            <a:off x="6295926" y="793087"/>
            <a:ext cx="1143001" cy="114375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9"/>
          <p:cNvSpPr/>
          <p:nvPr>
            <p:ph idx="3" type="pic"/>
          </p:nvPr>
        </p:nvSpPr>
        <p:spPr>
          <a:xfrm>
            <a:off x="5583940" y="1742144"/>
            <a:ext cx="635612" cy="636029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9"/>
          <p:cNvSpPr/>
          <p:nvPr>
            <p:ph idx="4" type="pic"/>
          </p:nvPr>
        </p:nvSpPr>
        <p:spPr>
          <a:xfrm>
            <a:off x="4870651" y="2463536"/>
            <a:ext cx="872764" cy="87333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9"/>
          <p:cNvSpPr/>
          <p:nvPr>
            <p:ph idx="5" type="pic"/>
          </p:nvPr>
        </p:nvSpPr>
        <p:spPr>
          <a:xfrm>
            <a:off x="5230238" y="3559279"/>
            <a:ext cx="565471" cy="56584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9"/>
          <p:cNvSpPr/>
          <p:nvPr>
            <p:ph idx="6" type="pic"/>
          </p:nvPr>
        </p:nvSpPr>
        <p:spPr>
          <a:xfrm>
            <a:off x="7675466" y="1787983"/>
            <a:ext cx="648388" cy="64881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9"/>
          <p:cNvSpPr/>
          <p:nvPr>
            <p:ph idx="7" type="pic"/>
          </p:nvPr>
        </p:nvSpPr>
        <p:spPr>
          <a:xfrm>
            <a:off x="7718258" y="2890810"/>
            <a:ext cx="562804" cy="56317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k" showMasterSp="0">
  <p:cSld name="9_Blank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616690" y="4668272"/>
            <a:ext cx="1832596" cy="4752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0"/>
          <p:cNvSpPr txBox="1"/>
          <p:nvPr>
            <p:ph type="title"/>
          </p:nvPr>
        </p:nvSpPr>
        <p:spPr>
          <a:xfrm>
            <a:off x="616690" y="2860844"/>
            <a:ext cx="3578678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Black"/>
              <a:buNone/>
              <a:defRPr b="1" sz="33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25" name="Google Shape;225;p30"/>
          <p:cNvSpPr/>
          <p:nvPr>
            <p:ph idx="2" type="pic"/>
          </p:nvPr>
        </p:nvSpPr>
        <p:spPr>
          <a:xfrm>
            <a:off x="616690" y="1"/>
            <a:ext cx="1832596" cy="257991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Only">
  <p:cSld name="25_Title Only">
    <p:bg>
      <p:bgPr>
        <a:solidFill>
          <a:schemeClr val="accen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/>
          <p:nvPr>
            <p:ph idx="2" type="pic"/>
          </p:nvPr>
        </p:nvSpPr>
        <p:spPr>
          <a:xfrm>
            <a:off x="3008841" y="2908465"/>
            <a:ext cx="6135158" cy="2235035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type="title"/>
          </p:nvPr>
        </p:nvSpPr>
        <p:spPr>
          <a:xfrm>
            <a:off x="54243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0" name="Google Shape;230;p31"/>
          <p:cNvSpPr txBox="1"/>
          <p:nvPr>
            <p:ph idx="1" type="body"/>
          </p:nvPr>
        </p:nvSpPr>
        <p:spPr>
          <a:xfrm>
            <a:off x="54243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Only">
  <p:cSld name="26_Title 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33" name="Google Shape;233;p3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5" name="Google Shape;235;p32"/>
          <p:cNvSpPr/>
          <p:nvPr>
            <p:ph idx="2" type="pic"/>
          </p:nvPr>
        </p:nvSpPr>
        <p:spPr>
          <a:xfrm>
            <a:off x="1309661" y="1137767"/>
            <a:ext cx="6585713" cy="1772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Only">
  <p:cSld name="27_Title 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/>
          <p:nvPr>
            <p:ph idx="2" type="pic"/>
          </p:nvPr>
        </p:nvSpPr>
        <p:spPr>
          <a:xfrm>
            <a:off x="1176077" y="968837"/>
            <a:ext cx="2628902" cy="1491337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33"/>
          <p:cNvSpPr/>
          <p:nvPr>
            <p:ph idx="3" type="pic"/>
          </p:nvPr>
        </p:nvSpPr>
        <p:spPr>
          <a:xfrm>
            <a:off x="5230545" y="2751587"/>
            <a:ext cx="2628901" cy="1491337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_Title Only">
  <p:cSld name="56_Title 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/>
          <p:nvPr>
            <p:ph idx="2" type="pic"/>
          </p:nvPr>
        </p:nvSpPr>
        <p:spPr>
          <a:xfrm>
            <a:off x="385611" y="2189090"/>
            <a:ext cx="8372778" cy="2207678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45" name="Google Shape;245;p3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Only">
  <p:cSld name="28_Title Onl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/>
          <p:nvPr>
            <p:ph idx="2" type="pic"/>
          </p:nvPr>
        </p:nvSpPr>
        <p:spPr>
          <a:xfrm>
            <a:off x="0" y="0"/>
            <a:ext cx="9144000" cy="2492829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50" name="Google Shape;250;p3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Blank" showMasterSp="0">
  <p:cSld name="10_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Only">
  <p:cSld name="29_Title Only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7" name="Google Shape;257;p37"/>
          <p:cNvSpPr/>
          <p:nvPr>
            <p:ph idx="2" type="pic"/>
          </p:nvPr>
        </p:nvSpPr>
        <p:spPr>
          <a:xfrm>
            <a:off x="4347166" y="-1"/>
            <a:ext cx="4796836" cy="1545788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37"/>
          <p:cNvSpPr/>
          <p:nvPr>
            <p:ph idx="3" type="pic"/>
          </p:nvPr>
        </p:nvSpPr>
        <p:spPr>
          <a:xfrm>
            <a:off x="0" y="1535008"/>
            <a:ext cx="4796836" cy="1539904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7"/>
          <p:cNvSpPr/>
          <p:nvPr>
            <p:ph idx="4" type="pic"/>
          </p:nvPr>
        </p:nvSpPr>
        <p:spPr>
          <a:xfrm>
            <a:off x="4347164" y="3074914"/>
            <a:ext cx="4796836" cy="15523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60" name="Google Shape;260;p37"/>
          <p:cNvGrpSpPr/>
          <p:nvPr/>
        </p:nvGrpSpPr>
        <p:grpSpPr>
          <a:xfrm>
            <a:off x="0" y="-2"/>
            <a:ext cx="9144001" cy="4620837"/>
            <a:chOff x="0" y="-1"/>
            <a:chExt cx="12192000" cy="6161114"/>
          </a:xfrm>
        </p:grpSpPr>
        <p:sp>
          <p:nvSpPr>
            <p:cNvPr id="261" name="Google Shape;261;p37"/>
            <p:cNvSpPr/>
            <p:nvPr/>
          </p:nvSpPr>
          <p:spPr>
            <a:xfrm flipH="1">
              <a:off x="2724373" y="-1"/>
              <a:ext cx="3083086" cy="206113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7"/>
            <p:cNvSpPr/>
            <p:nvPr/>
          </p:nvSpPr>
          <p:spPr>
            <a:xfrm flipH="1">
              <a:off x="0" y="-1"/>
              <a:ext cx="2955540" cy="2061050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6384540" y="2054343"/>
              <a:ext cx="3083086" cy="206113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9236459" y="2054343"/>
              <a:ext cx="2955541" cy="2061050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37"/>
            <p:cNvSpPr/>
            <p:nvPr/>
          </p:nvSpPr>
          <p:spPr>
            <a:xfrm flipH="1">
              <a:off x="2724373" y="4099974"/>
              <a:ext cx="3083086" cy="206113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7"/>
            <p:cNvSpPr/>
            <p:nvPr/>
          </p:nvSpPr>
          <p:spPr>
            <a:xfrm flipH="1">
              <a:off x="0" y="4099974"/>
              <a:ext cx="2955540" cy="2061050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44546A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8_Title Only">
  <p:cSld name="58_Title Only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/>
          <p:nvPr>
            <p:ph idx="2" type="pic"/>
          </p:nvPr>
        </p:nvSpPr>
        <p:spPr>
          <a:xfrm>
            <a:off x="0" y="3629025"/>
            <a:ext cx="9144000" cy="1514475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70" name="Google Shape;270;p3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1" name="Google Shape;271;p3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_Title Only">
  <p:cSld name="55_Title Only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/>
          <p:nvPr>
            <p:ph idx="2" type="pic"/>
          </p:nvPr>
        </p:nvSpPr>
        <p:spPr>
          <a:xfrm>
            <a:off x="544285" y="914400"/>
            <a:ext cx="6618516" cy="1872343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39"/>
          <p:cNvSpPr/>
          <p:nvPr>
            <p:ph idx="3" type="pic"/>
          </p:nvPr>
        </p:nvSpPr>
        <p:spPr>
          <a:xfrm>
            <a:off x="7162800" y="2786742"/>
            <a:ext cx="1636184" cy="1599998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3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76" name="Google Shape;276;p3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39"/>
          <p:cNvSpPr/>
          <p:nvPr/>
        </p:nvSpPr>
        <p:spPr>
          <a:xfrm>
            <a:off x="7162800" y="0"/>
            <a:ext cx="1636184" cy="27867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_Title Only">
  <p:cSld name="54_Title 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/>
          <p:nvPr>
            <p:ph idx="2" type="pic"/>
          </p:nvPr>
        </p:nvSpPr>
        <p:spPr>
          <a:xfrm>
            <a:off x="3895725" y="1905746"/>
            <a:ext cx="4903258" cy="2443163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4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82" name="Google Shape;282;p4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_Title Only">
  <p:cSld name="53_Title Onl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/>
          <p:nvPr>
            <p:ph idx="2" type="pic"/>
          </p:nvPr>
        </p:nvSpPr>
        <p:spPr>
          <a:xfrm>
            <a:off x="498276" y="1328840"/>
            <a:ext cx="8300707" cy="3312823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_Title Only">
  <p:cSld name="52_Title Only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/>
          <p:nvPr>
            <p:ph idx="2" type="pic"/>
          </p:nvPr>
        </p:nvSpPr>
        <p:spPr>
          <a:xfrm>
            <a:off x="4572001" y="0"/>
            <a:ext cx="4572001" cy="3914775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2"/>
          <p:cNvSpPr/>
          <p:nvPr/>
        </p:nvSpPr>
        <p:spPr>
          <a:xfrm>
            <a:off x="0" y="0"/>
            <a:ext cx="4572000" cy="391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2"/>
          <p:cNvSpPr txBox="1"/>
          <p:nvPr>
            <p:ph type="title"/>
          </p:nvPr>
        </p:nvSpPr>
        <p:spPr>
          <a:xfrm>
            <a:off x="485280" y="106881"/>
            <a:ext cx="3972420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93" name="Google Shape;293;p4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4" name="Google Shape;294;p42"/>
          <p:cNvSpPr txBox="1"/>
          <p:nvPr>
            <p:ph idx="1" type="body"/>
          </p:nvPr>
        </p:nvSpPr>
        <p:spPr>
          <a:xfrm>
            <a:off x="485281" y="356339"/>
            <a:ext cx="3169039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42"/>
          <p:cNvSpPr/>
          <p:nvPr>
            <p:ph idx="3" type="pic"/>
          </p:nvPr>
        </p:nvSpPr>
        <p:spPr>
          <a:xfrm>
            <a:off x="3640696" y="1248963"/>
            <a:ext cx="2130849" cy="257675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Blank" showMasterSp="0">
  <p:cSld name="13_Blank">
    <p:bg>
      <p:bgPr>
        <a:solidFill>
          <a:schemeClr val="accent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/>
          <p:nvPr>
            <p:ph idx="2" type="pic"/>
          </p:nvPr>
        </p:nvSpPr>
        <p:spPr>
          <a:xfrm>
            <a:off x="1107419" y="959713"/>
            <a:ext cx="3414437" cy="2235256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43"/>
          <p:cNvSpPr/>
          <p:nvPr>
            <p:ph idx="3" type="pic"/>
          </p:nvPr>
        </p:nvSpPr>
        <p:spPr>
          <a:xfrm>
            <a:off x="4631668" y="959713"/>
            <a:ext cx="3404914" cy="2235256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4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00" name="Google Shape;300;p43"/>
          <p:cNvGrpSpPr/>
          <p:nvPr/>
        </p:nvGrpSpPr>
        <p:grpSpPr>
          <a:xfrm>
            <a:off x="926921" y="785543"/>
            <a:ext cx="381001" cy="381001"/>
            <a:chOff x="0" y="0"/>
            <a:chExt cx="508000" cy="508000"/>
          </a:xfrm>
        </p:grpSpPr>
        <p:cxnSp>
          <p:nvCxnSpPr>
            <p:cNvPr id="301" name="Google Shape;301;p43"/>
            <p:cNvCxnSpPr/>
            <p:nvPr/>
          </p:nvCxnSpPr>
          <p:spPr>
            <a:xfrm flipH="1">
              <a:off x="106948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" name="Google Shape;302;p43"/>
            <p:cNvCxnSpPr/>
            <p:nvPr/>
          </p:nvCxnSpPr>
          <p:spPr>
            <a:xfrm>
              <a:off x="0" y="77592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3" name="Google Shape;303;p43"/>
          <p:cNvGrpSpPr/>
          <p:nvPr/>
        </p:nvGrpSpPr>
        <p:grpSpPr>
          <a:xfrm>
            <a:off x="7837032" y="785543"/>
            <a:ext cx="381001" cy="381001"/>
            <a:chOff x="0" y="0"/>
            <a:chExt cx="508000" cy="508000"/>
          </a:xfrm>
        </p:grpSpPr>
        <p:cxnSp>
          <p:nvCxnSpPr>
            <p:cNvPr id="304" name="Google Shape;304;p43"/>
            <p:cNvCxnSpPr/>
            <p:nvPr/>
          </p:nvCxnSpPr>
          <p:spPr>
            <a:xfrm flipH="1">
              <a:off x="401051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43"/>
            <p:cNvCxnSpPr/>
            <p:nvPr/>
          </p:nvCxnSpPr>
          <p:spPr>
            <a:xfrm rot="10800000">
              <a:off x="0" y="77592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6" name="Google Shape;306;p43"/>
          <p:cNvGrpSpPr/>
          <p:nvPr/>
        </p:nvGrpSpPr>
        <p:grpSpPr>
          <a:xfrm>
            <a:off x="926921" y="2973612"/>
            <a:ext cx="381001" cy="381001"/>
            <a:chOff x="0" y="0"/>
            <a:chExt cx="508000" cy="508000"/>
          </a:xfrm>
        </p:grpSpPr>
        <p:cxnSp>
          <p:nvCxnSpPr>
            <p:cNvPr id="307" name="Google Shape;307;p43"/>
            <p:cNvCxnSpPr/>
            <p:nvPr/>
          </p:nvCxnSpPr>
          <p:spPr>
            <a:xfrm flipH="1" rot="10800000">
              <a:off x="106948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43"/>
            <p:cNvCxnSpPr/>
            <p:nvPr/>
          </p:nvCxnSpPr>
          <p:spPr>
            <a:xfrm>
              <a:off x="0" y="430407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9" name="Google Shape;309;p43"/>
          <p:cNvGrpSpPr/>
          <p:nvPr/>
        </p:nvGrpSpPr>
        <p:grpSpPr>
          <a:xfrm>
            <a:off x="7837032" y="2973612"/>
            <a:ext cx="381001" cy="381001"/>
            <a:chOff x="0" y="0"/>
            <a:chExt cx="508000" cy="508000"/>
          </a:xfrm>
        </p:grpSpPr>
        <p:cxnSp>
          <p:nvCxnSpPr>
            <p:cNvPr id="310" name="Google Shape;310;p43"/>
            <p:cNvCxnSpPr/>
            <p:nvPr/>
          </p:nvCxnSpPr>
          <p:spPr>
            <a:xfrm flipH="1" rot="10800000">
              <a:off x="401051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43"/>
            <p:cNvCxnSpPr/>
            <p:nvPr/>
          </p:nvCxnSpPr>
          <p:spPr>
            <a:xfrm rot="10800000">
              <a:off x="0" y="430407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_Title Only">
  <p:cSld name="51_Title Only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/>
          <p:nvPr>
            <p:ph idx="2" type="pic"/>
          </p:nvPr>
        </p:nvSpPr>
        <p:spPr>
          <a:xfrm>
            <a:off x="498276" y="1045029"/>
            <a:ext cx="1929239" cy="3657601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4"/>
          <p:cNvSpPr/>
          <p:nvPr>
            <p:ph idx="3" type="pic"/>
          </p:nvPr>
        </p:nvSpPr>
        <p:spPr>
          <a:xfrm>
            <a:off x="5584372" y="1045029"/>
            <a:ext cx="3214612" cy="1770794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4"/>
          <p:cNvSpPr/>
          <p:nvPr>
            <p:ph idx="4" type="pic"/>
          </p:nvPr>
        </p:nvSpPr>
        <p:spPr>
          <a:xfrm>
            <a:off x="5584372" y="2931836"/>
            <a:ext cx="3214612" cy="1770794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17" name="Google Shape;317;p4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8" name="Google Shape;318;p4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Blank" showMasterSp="0">
  <p:cSld name="12_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/>
          <p:nvPr>
            <p:ph idx="2" type="pic"/>
          </p:nvPr>
        </p:nvSpPr>
        <p:spPr>
          <a:xfrm>
            <a:off x="2671010" y="1"/>
            <a:ext cx="1970779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45"/>
          <p:cNvSpPr/>
          <p:nvPr>
            <p:ph idx="3" type="pic"/>
          </p:nvPr>
        </p:nvSpPr>
        <p:spPr>
          <a:xfrm>
            <a:off x="4715181" y="0"/>
            <a:ext cx="2384644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45"/>
          <p:cNvSpPr/>
          <p:nvPr>
            <p:ph idx="4" type="pic"/>
          </p:nvPr>
        </p:nvSpPr>
        <p:spPr>
          <a:xfrm>
            <a:off x="7173217" y="0"/>
            <a:ext cx="1970782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5"/>
          <p:cNvSpPr/>
          <p:nvPr>
            <p:ph idx="5" type="pic"/>
          </p:nvPr>
        </p:nvSpPr>
        <p:spPr>
          <a:xfrm>
            <a:off x="7173217" y="3445328"/>
            <a:ext cx="1970782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5"/>
          <p:cNvSpPr/>
          <p:nvPr>
            <p:ph idx="6" type="pic"/>
          </p:nvPr>
        </p:nvSpPr>
        <p:spPr>
          <a:xfrm>
            <a:off x="2671010" y="3445328"/>
            <a:ext cx="1970779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5"/>
          <p:cNvSpPr/>
          <p:nvPr>
            <p:ph idx="7" type="pic"/>
          </p:nvPr>
        </p:nvSpPr>
        <p:spPr>
          <a:xfrm>
            <a:off x="4715181" y="3445328"/>
            <a:ext cx="2384644" cy="1698172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_Title Only">
  <p:cSld name="50_Title Only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/>
          <p:nvPr>
            <p:ph idx="2" type="pic"/>
          </p:nvPr>
        </p:nvSpPr>
        <p:spPr>
          <a:xfrm>
            <a:off x="473240" y="1600199"/>
            <a:ext cx="1355561" cy="1698173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  <p:sp>
        <p:nvSpPr>
          <p:cNvPr id="329" name="Google Shape;329;p46"/>
          <p:cNvSpPr/>
          <p:nvPr>
            <p:ph idx="3" type="pic"/>
          </p:nvPr>
        </p:nvSpPr>
        <p:spPr>
          <a:xfrm>
            <a:off x="7609114" y="1600199"/>
            <a:ext cx="1189870" cy="1698173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  <p:sp>
        <p:nvSpPr>
          <p:cNvPr id="330" name="Google Shape;330;p46"/>
          <p:cNvSpPr/>
          <p:nvPr>
            <p:ph idx="4" type="pic"/>
          </p:nvPr>
        </p:nvSpPr>
        <p:spPr>
          <a:xfrm>
            <a:off x="1476053" y="1284514"/>
            <a:ext cx="1827711" cy="2013856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  <p:sp>
        <p:nvSpPr>
          <p:cNvPr id="331" name="Google Shape;331;p46"/>
          <p:cNvSpPr/>
          <p:nvPr>
            <p:ph idx="5" type="pic"/>
          </p:nvPr>
        </p:nvSpPr>
        <p:spPr>
          <a:xfrm>
            <a:off x="6096000" y="1284514"/>
            <a:ext cx="1700170" cy="2013856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  <p:sp>
        <p:nvSpPr>
          <p:cNvPr id="332" name="Google Shape;332;p4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33" name="Google Shape;333;p4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4" name="Google Shape;334;p4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46"/>
          <p:cNvSpPr/>
          <p:nvPr>
            <p:ph idx="6" type="pic"/>
          </p:nvPr>
        </p:nvSpPr>
        <p:spPr>
          <a:xfrm>
            <a:off x="2951017" y="1012370"/>
            <a:ext cx="3370187" cy="2286001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1960"/>
              </a:srgbClr>
            </a:outerShdw>
          </a:effectLst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_Title Only">
  <p:cSld name="49_Title Onl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38" name="Google Shape;338;p4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0" name="Google Shape;340;p47"/>
          <p:cNvSpPr/>
          <p:nvPr>
            <p:ph idx="2" type="pic"/>
          </p:nvPr>
        </p:nvSpPr>
        <p:spPr>
          <a:xfrm>
            <a:off x="0" y="699406"/>
            <a:ext cx="3644021" cy="3788909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7"/>
          <p:cNvSpPr/>
          <p:nvPr>
            <p:ph idx="3" type="pic"/>
          </p:nvPr>
        </p:nvSpPr>
        <p:spPr>
          <a:xfrm>
            <a:off x="3645940" y="699406"/>
            <a:ext cx="1838097" cy="1879294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7"/>
          <p:cNvSpPr/>
          <p:nvPr>
            <p:ph idx="4" type="pic"/>
          </p:nvPr>
        </p:nvSpPr>
        <p:spPr>
          <a:xfrm>
            <a:off x="5463442" y="699406"/>
            <a:ext cx="1838097" cy="1879294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7"/>
          <p:cNvSpPr/>
          <p:nvPr>
            <p:ph idx="5" type="pic"/>
          </p:nvPr>
        </p:nvSpPr>
        <p:spPr>
          <a:xfrm>
            <a:off x="7305903" y="699406"/>
            <a:ext cx="1838097" cy="1879294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7"/>
          <p:cNvSpPr/>
          <p:nvPr>
            <p:ph idx="6" type="pic"/>
          </p:nvPr>
        </p:nvSpPr>
        <p:spPr>
          <a:xfrm>
            <a:off x="3636932" y="2578700"/>
            <a:ext cx="3668971" cy="1909615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47"/>
          <p:cNvSpPr/>
          <p:nvPr/>
        </p:nvSpPr>
        <p:spPr>
          <a:xfrm>
            <a:off x="7303459" y="2578700"/>
            <a:ext cx="1844750" cy="19096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_Title Only">
  <p:cSld name="48_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8"/>
          <p:cNvSpPr/>
          <p:nvPr>
            <p:ph idx="2" type="pic"/>
          </p:nvPr>
        </p:nvSpPr>
        <p:spPr>
          <a:xfrm>
            <a:off x="5852138" y="1323283"/>
            <a:ext cx="3025162" cy="287383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49" name="Google Shape;349;p4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0" name="Google Shape;350;p4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_Title Only">
  <p:cSld name="47_Title Only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9"/>
          <p:cNvSpPr/>
          <p:nvPr>
            <p:ph idx="2" type="pic"/>
          </p:nvPr>
        </p:nvSpPr>
        <p:spPr>
          <a:xfrm>
            <a:off x="1720320" y="1216320"/>
            <a:ext cx="7423679" cy="3116285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54" name="Google Shape;354;p4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5" name="Google Shape;355;p4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_Title Only">
  <p:cSld name="46_Title Only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/>
          <p:nvPr>
            <p:ph idx="2" type="pic"/>
          </p:nvPr>
        </p:nvSpPr>
        <p:spPr>
          <a:xfrm>
            <a:off x="0" y="-1"/>
            <a:ext cx="9144000" cy="3435101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5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59" name="Google Shape;359;p5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0" name="Google Shape;360;p5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_Title Only">
  <p:cSld name="45_Title Only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/>
          <p:nvPr>
            <p:ph idx="2" type="pic"/>
          </p:nvPr>
        </p:nvSpPr>
        <p:spPr>
          <a:xfrm>
            <a:off x="1" y="1489205"/>
            <a:ext cx="3142844" cy="2569268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5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64" name="Google Shape;364;p5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5" name="Google Shape;365;p5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_Title Only">
  <p:cSld name="44_Title Only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/>
          <p:nvPr>
            <p:ph idx="2" type="pic"/>
          </p:nvPr>
        </p:nvSpPr>
        <p:spPr>
          <a:xfrm>
            <a:off x="4383475" y="2415860"/>
            <a:ext cx="4760525" cy="272764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5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0" name="Google Shape;370;p5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_Title Only">
  <p:cSld name="43_Title Only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3"/>
          <p:cNvSpPr/>
          <p:nvPr>
            <p:ph idx="2" type="pic"/>
          </p:nvPr>
        </p:nvSpPr>
        <p:spPr>
          <a:xfrm>
            <a:off x="1624313" y="1208314"/>
            <a:ext cx="1673300" cy="16733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74" name="Google Shape;374;p5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5" name="Google Shape;375;p5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6" name="Google Shape;376;p53"/>
          <p:cNvSpPr/>
          <p:nvPr>
            <p:ph idx="3" type="pic"/>
          </p:nvPr>
        </p:nvSpPr>
        <p:spPr>
          <a:xfrm>
            <a:off x="4634089" y="1143054"/>
            <a:ext cx="4008329" cy="142814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Title Only">
  <p:cSld name="42_Title Only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/>
          <p:nvPr>
            <p:ph idx="2" type="pic"/>
          </p:nvPr>
        </p:nvSpPr>
        <p:spPr>
          <a:xfrm>
            <a:off x="0" y="0"/>
            <a:ext cx="9144000" cy="3309401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5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80" name="Google Shape;380;p5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1" name="Google Shape;381;p5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Title Only">
  <p:cSld name="41_Title Only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1323974" y="2146426"/>
            <a:ext cx="5410179" cy="1369829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85" name="Google Shape;385;p5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6" name="Google Shape;386;p5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Title Only">
  <p:cSld name="40_Title Only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/>
          <p:nvPr>
            <p:ph idx="2" type="pic"/>
          </p:nvPr>
        </p:nvSpPr>
        <p:spPr>
          <a:xfrm>
            <a:off x="0" y="0"/>
            <a:ext cx="372764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90" name="Google Shape;390;p5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1" name="Google Shape;391;p5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Title Only">
  <p:cSld name="39_Title Only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7"/>
          <p:cNvSpPr/>
          <p:nvPr>
            <p:ph idx="2" type="pic"/>
          </p:nvPr>
        </p:nvSpPr>
        <p:spPr>
          <a:xfrm>
            <a:off x="4036784" y="3192940"/>
            <a:ext cx="4611916" cy="1036159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95" name="Google Shape;395;p5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6" name="Google Shape;396;p5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Title Only" showMasterSp="0">
  <p:cSld name="38_Title Only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58"/>
          <p:cNvSpPr/>
          <p:nvPr>
            <p:ph idx="3" type="pic"/>
          </p:nvPr>
        </p:nvSpPr>
        <p:spPr>
          <a:xfrm>
            <a:off x="1964663" y="1335881"/>
            <a:ext cx="1639359" cy="1775223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1" name="Google Shape;401;p5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2" name="Google Shape;402;p5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Title Only">
  <p:cSld name="37_Title Only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.png" id="404" name="Google Shape;404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4934" y="939679"/>
            <a:ext cx="2084910" cy="365773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9"/>
          <p:cNvSpPr/>
          <p:nvPr>
            <p:ph idx="2" type="pic"/>
          </p:nvPr>
        </p:nvSpPr>
        <p:spPr>
          <a:xfrm>
            <a:off x="578266" y="1326387"/>
            <a:ext cx="1443955" cy="2543359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5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7" name="Google Shape;407;p5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8" name="Google Shape;408;p5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Title Only">
  <p:cSld name="36_Titl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.png" id="410" name="Google Shape;41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9545" y="939679"/>
            <a:ext cx="2084910" cy="365773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60"/>
          <p:cNvSpPr/>
          <p:nvPr>
            <p:ph idx="2" type="pic"/>
          </p:nvPr>
        </p:nvSpPr>
        <p:spPr>
          <a:xfrm>
            <a:off x="3835365" y="1333500"/>
            <a:ext cx="1443955" cy="2543359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6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13" name="Google Shape;413;p6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4" name="Google Shape;414;p6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1"/>
          <p:cNvSpPr txBox="1"/>
          <p:nvPr>
            <p:ph type="title"/>
          </p:nvPr>
        </p:nvSpPr>
        <p:spPr>
          <a:xfrm>
            <a:off x="494805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17" name="Google Shape;417;p6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8" name="Google Shape;418;p61"/>
          <p:cNvSpPr txBox="1"/>
          <p:nvPr>
            <p:ph idx="1" type="body"/>
          </p:nvPr>
        </p:nvSpPr>
        <p:spPr>
          <a:xfrm>
            <a:off x="494805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9" name="Google Shape;419;p61"/>
          <p:cNvSpPr/>
          <p:nvPr>
            <p:ph idx="2" type="pic"/>
          </p:nvPr>
        </p:nvSpPr>
        <p:spPr>
          <a:xfrm>
            <a:off x="2431523" y="1235450"/>
            <a:ext cx="2180694" cy="26291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22" name="Google Shape;422;p6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3" name="Google Shape;423;p6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4" name="Google Shape;424;p62"/>
          <p:cNvSpPr/>
          <p:nvPr>
            <p:ph idx="2" type="pic"/>
          </p:nvPr>
        </p:nvSpPr>
        <p:spPr>
          <a:xfrm>
            <a:off x="2677717" y="1555236"/>
            <a:ext cx="1650206" cy="1989534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62"/>
          <p:cNvSpPr/>
          <p:nvPr>
            <p:ph idx="3" type="pic"/>
          </p:nvPr>
        </p:nvSpPr>
        <p:spPr>
          <a:xfrm>
            <a:off x="4563969" y="1557617"/>
            <a:ext cx="1645444" cy="199072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Blank" showMasterSp="0">
  <p:cSld name="11_Blank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3"/>
          <p:cNvSpPr/>
          <p:nvPr>
            <p:ph idx="2" type="pic"/>
          </p:nvPr>
        </p:nvSpPr>
        <p:spPr>
          <a:xfrm>
            <a:off x="0" y="1"/>
            <a:ext cx="9144000" cy="1730794"/>
          </a:xfrm>
          <a:prstGeom prst="rect">
            <a:avLst/>
          </a:prstGeom>
          <a:noFill/>
          <a:ln>
            <a:noFill/>
          </a:ln>
        </p:spPr>
      </p:sp>
      <p:pic>
        <p:nvPicPr>
          <p:cNvPr descr="image6.png" id="428" name="Google Shape;428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2979" y="518344"/>
            <a:ext cx="4084194" cy="471315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6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0" name="Google Shape;430;p63"/>
          <p:cNvSpPr/>
          <p:nvPr>
            <p:ph idx="3" type="pic"/>
          </p:nvPr>
        </p:nvSpPr>
        <p:spPr>
          <a:xfrm>
            <a:off x="5785364" y="974338"/>
            <a:ext cx="1403675" cy="245244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Title Only">
  <p:cSld name="35_Title 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/>
          <p:nvPr>
            <p:ph idx="2" type="pic"/>
          </p:nvPr>
        </p:nvSpPr>
        <p:spPr>
          <a:xfrm>
            <a:off x="0" y="3095625"/>
            <a:ext cx="9144000" cy="2047875"/>
          </a:xfrm>
          <a:prstGeom prst="rect">
            <a:avLst/>
          </a:prstGeom>
          <a:noFill/>
          <a:ln>
            <a:noFill/>
          </a:ln>
        </p:spPr>
      </p:sp>
      <p:pic>
        <p:nvPicPr>
          <p:cNvPr descr="image2.png" id="433" name="Google Shape;433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32503" y="518344"/>
            <a:ext cx="3078995" cy="4106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4"/>
          <p:cNvSpPr/>
          <p:nvPr>
            <p:ph idx="3" type="pic"/>
          </p:nvPr>
        </p:nvSpPr>
        <p:spPr>
          <a:xfrm>
            <a:off x="3346672" y="884126"/>
            <a:ext cx="2444170" cy="3247339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6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36" name="Google Shape;436;p6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7" name="Google Shape;437;p6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Title Only">
  <p:cSld name="34_Title 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3.png" id="439" name="Google Shape;439;p65"/>
          <p:cNvPicPr preferRelativeResize="0"/>
          <p:nvPr/>
        </p:nvPicPr>
        <p:blipFill rotWithShape="1">
          <a:blip r:embed="rId2">
            <a:alphaModFix/>
          </a:blip>
          <a:srcRect b="0" l="0" r="20059" t="0"/>
          <a:stretch/>
        </p:blipFill>
        <p:spPr>
          <a:xfrm flipH="1">
            <a:off x="1628774" y="192671"/>
            <a:ext cx="6339330" cy="4471808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5"/>
          <p:cNvSpPr/>
          <p:nvPr>
            <p:ph idx="2" type="pic"/>
          </p:nvPr>
        </p:nvSpPr>
        <p:spPr>
          <a:xfrm>
            <a:off x="3809052" y="682593"/>
            <a:ext cx="3563762" cy="3222658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65"/>
          <p:cNvSpPr txBox="1"/>
          <p:nvPr>
            <p:ph type="title"/>
          </p:nvPr>
        </p:nvSpPr>
        <p:spPr>
          <a:xfrm>
            <a:off x="485280" y="945082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42" name="Google Shape;442;p6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3" name="Google Shape;443;p65"/>
          <p:cNvSpPr txBox="1"/>
          <p:nvPr>
            <p:ph idx="1" type="body"/>
          </p:nvPr>
        </p:nvSpPr>
        <p:spPr>
          <a:xfrm>
            <a:off x="485280" y="1194538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Title Only">
  <p:cSld name="33_Title Only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45" name="Google Shape;445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50996" y="1227049"/>
            <a:ext cx="4116923" cy="302382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6"/>
          <p:cNvSpPr/>
          <p:nvPr>
            <p:ph idx="2" type="pic"/>
          </p:nvPr>
        </p:nvSpPr>
        <p:spPr>
          <a:xfrm>
            <a:off x="4471749" y="1365790"/>
            <a:ext cx="3478447" cy="2711998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48" name="Google Shape;448;p6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9" name="Google Shape;449;p6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Title Only">
  <p:cSld name="32_Title Only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67"/>
          <p:cNvGrpSpPr/>
          <p:nvPr/>
        </p:nvGrpSpPr>
        <p:grpSpPr>
          <a:xfrm>
            <a:off x="3216729" y="1"/>
            <a:ext cx="5927272" cy="5143498"/>
            <a:chOff x="0" y="0"/>
            <a:chExt cx="7903028" cy="6857998"/>
          </a:xfrm>
        </p:grpSpPr>
        <p:sp>
          <p:nvSpPr>
            <p:cNvPr id="452" name="Google Shape;452;p67"/>
            <p:cNvSpPr/>
            <p:nvPr/>
          </p:nvSpPr>
          <p:spPr>
            <a:xfrm flipH="1" rot="10800000">
              <a:off x="2911927" y="2097261"/>
              <a:ext cx="4991101" cy="4760737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67"/>
            <p:cNvSpPr/>
            <p:nvPr/>
          </p:nvSpPr>
          <p:spPr>
            <a:xfrm flipH="1" rot="10800000">
              <a:off x="2911927" y="0"/>
              <a:ext cx="4991101" cy="21922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5.png" id="454" name="Google Shape;454;p67"/>
            <p:cNvPicPr preferRelativeResize="0"/>
            <p:nvPr/>
          </p:nvPicPr>
          <p:blipFill rotWithShape="1">
            <a:blip r:embed="rId2">
              <a:alphaModFix/>
            </a:blip>
            <a:srcRect b="12065" l="6105" r="3203" t="5661"/>
            <a:stretch/>
          </p:blipFill>
          <p:spPr>
            <a:xfrm>
              <a:off x="0" y="1384472"/>
              <a:ext cx="4804228" cy="40890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67"/>
          <p:cNvSpPr/>
          <p:nvPr>
            <p:ph idx="2" type="pic"/>
          </p:nvPr>
        </p:nvSpPr>
        <p:spPr>
          <a:xfrm>
            <a:off x="3419585" y="1300620"/>
            <a:ext cx="3197460" cy="1797597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6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57" name="Google Shape;457;p6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8" name="Google Shape;458;p6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Title Only">
  <p:cSld name="31_Title Onl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8"/>
          <p:cNvSpPr/>
          <p:nvPr>
            <p:ph idx="2" type="pic"/>
          </p:nvPr>
        </p:nvSpPr>
        <p:spPr>
          <a:xfrm>
            <a:off x="0" y="0"/>
            <a:ext cx="9144000" cy="268605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68"/>
          <p:cNvSpPr/>
          <p:nvPr>
            <p:ph idx="3" type="pic"/>
          </p:nvPr>
        </p:nvSpPr>
        <p:spPr>
          <a:xfrm>
            <a:off x="910006" y="1210790"/>
            <a:ext cx="2889056" cy="1820288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6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63" name="Google Shape;463;p6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4" name="Google Shape;464;p6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Title Only">
  <p:cSld name="30_Titl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9"/>
          <p:cNvSpPr/>
          <p:nvPr>
            <p:ph idx="2" type="pic"/>
          </p:nvPr>
        </p:nvSpPr>
        <p:spPr>
          <a:xfrm>
            <a:off x="0" y="0"/>
            <a:ext cx="9144000" cy="3940634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69"/>
          <p:cNvSpPr/>
          <p:nvPr/>
        </p:nvSpPr>
        <p:spPr>
          <a:xfrm>
            <a:off x="0" y="3940634"/>
            <a:ext cx="9144000" cy="3397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69"/>
          <p:cNvSpPr txBox="1"/>
          <p:nvPr>
            <p:ph type="title"/>
          </p:nvPr>
        </p:nvSpPr>
        <p:spPr>
          <a:xfrm>
            <a:off x="485280" y="1296330"/>
            <a:ext cx="2500460" cy="139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700"/>
              <a:buFont typeface="Roboto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69" name="Google Shape;469;p6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_Title Only" showMasterSp="0">
  <p:cSld name="57_Title Onl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70"/>
          <p:cNvSpPr txBox="1"/>
          <p:nvPr>
            <p:ph type="title"/>
          </p:nvPr>
        </p:nvSpPr>
        <p:spPr>
          <a:xfrm>
            <a:off x="485280" y="1296330"/>
            <a:ext cx="2500460" cy="139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700"/>
              <a:buFont typeface="Roboto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73" name="Google Shape;473;p7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4" name="Google Shape;474;p70"/>
          <p:cNvSpPr/>
          <p:nvPr/>
        </p:nvSpPr>
        <p:spPr>
          <a:xfrm>
            <a:off x="0" y="3216568"/>
            <a:ext cx="9144000" cy="3397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 showMasterSp="0">
  <p:cSld name="2_Blank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2"/>
          <p:cNvSpPr txBox="1"/>
          <p:nvPr>
            <p:ph type="title"/>
          </p:nvPr>
        </p:nvSpPr>
        <p:spPr>
          <a:xfrm>
            <a:off x="1143000" y="841772"/>
            <a:ext cx="6858000" cy="17907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79" name="Google Shape;479;p72"/>
          <p:cNvSpPr txBox="1"/>
          <p:nvPr>
            <p:ph idx="1" type="body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0" name="Google Shape;480;p7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3"/>
          <p:cNvSpPr txBox="1"/>
          <p:nvPr>
            <p:ph type="title"/>
          </p:nvPr>
        </p:nvSpPr>
        <p:spPr>
          <a:xfrm>
            <a:off x="436292" y="1"/>
            <a:ext cx="8270024" cy="68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83" name="Google Shape;483;p73"/>
          <p:cNvSpPr txBox="1"/>
          <p:nvPr>
            <p:ph idx="1" type="body"/>
          </p:nvPr>
        </p:nvSpPr>
        <p:spPr>
          <a:xfrm>
            <a:off x="436290" y="1081931"/>
            <a:ext cx="844101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4" name="Google Shape;484;p7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87" name="Google Shape;487;p74"/>
          <p:cNvSpPr txBox="1"/>
          <p:nvPr>
            <p:ph idx="1" type="body"/>
          </p:nvPr>
        </p:nvSpPr>
        <p:spPr>
          <a:xfrm>
            <a:off x="623888" y="3442097"/>
            <a:ext cx="7886700" cy="11251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8" name="Google Shape;488;p7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chemeClr val="accent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5"/>
          <p:cNvSpPr txBox="1"/>
          <p:nvPr>
            <p:ph type="title"/>
          </p:nvPr>
        </p:nvSpPr>
        <p:spPr>
          <a:xfrm>
            <a:off x="54243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91" name="Google Shape;491;p7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2" name="Google Shape;492;p75"/>
          <p:cNvSpPr txBox="1"/>
          <p:nvPr>
            <p:ph idx="1" type="body"/>
          </p:nvPr>
        </p:nvSpPr>
        <p:spPr>
          <a:xfrm>
            <a:off x="54243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b="0" i="0" sz="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>
  <p:cSld name="1_Blank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9" name="Google Shape;499;p7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0" name="Google Shape;500;p7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3" name="Google Shape;503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4" name="Google Shape;504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7" name="Google Shape;507;p8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8" name="Google Shape;508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4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1" name="Google Shape;511;p8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2" name="Google Shape;512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ABD3E"/>
              </a:gs>
              <a:gs pos="100000">
                <a:srgbClr val="1C5A1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628650" y="1781548"/>
            <a:ext cx="78867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League Gothic"/>
              <a:buNone/>
              <a:defRPr b="0" i="0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1.jpg"/><Relationship Id="rId5" Type="http://schemas.openxmlformats.org/officeDocument/2006/relationships/image" Target="../media/image13.jpg"/><Relationship Id="rId6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2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18" name="Google Shape;518;p82"/>
          <p:cNvSpPr txBox="1"/>
          <p:nvPr/>
        </p:nvSpPr>
        <p:spPr>
          <a:xfrm>
            <a:off x="6077457" y="2186988"/>
            <a:ext cx="26349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t/>
            </a:r>
            <a:endParaRPr b="0" i="0" sz="41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19" name="Google Shape;519;p82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0" name="Google Shape;520;p82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2"/>
          <p:cNvSpPr txBox="1"/>
          <p:nvPr/>
        </p:nvSpPr>
        <p:spPr>
          <a:xfrm>
            <a:off x="4639650" y="2202025"/>
            <a:ext cx="30651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4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Design da Solução</a:t>
            </a:r>
            <a:endParaRPr i="0" sz="45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22" name="Google Shape;522;p82"/>
          <p:cNvPicPr preferRelativeResize="0"/>
          <p:nvPr/>
        </p:nvPicPr>
        <p:blipFill rotWithShape="1">
          <a:blip r:embed="rId3">
            <a:alphaModFix/>
          </a:blip>
          <a:srcRect b="35033" l="0" r="0" t="39417"/>
          <a:stretch/>
        </p:blipFill>
        <p:spPr>
          <a:xfrm>
            <a:off x="504825" y="2152637"/>
            <a:ext cx="4134825" cy="105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" name="Google Shape;523;p82"/>
          <p:cNvCxnSpPr/>
          <p:nvPr/>
        </p:nvCxnSpPr>
        <p:spPr>
          <a:xfrm>
            <a:off x="4495800" y="2110800"/>
            <a:ext cx="0" cy="1207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3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29" name="Google Shape;529;p83"/>
          <p:cNvPicPr preferRelativeResize="0"/>
          <p:nvPr/>
        </p:nvPicPr>
        <p:blipFill rotWithShape="1">
          <a:blip r:embed="rId3">
            <a:alphaModFix/>
          </a:blip>
          <a:srcRect b="35033" l="0" r="0" t="39417"/>
          <a:stretch/>
        </p:blipFill>
        <p:spPr>
          <a:xfrm>
            <a:off x="1879900" y="1883963"/>
            <a:ext cx="5384200" cy="137557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83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4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36" name="Google Shape;536;p84"/>
          <p:cNvSpPr txBox="1"/>
          <p:nvPr/>
        </p:nvSpPr>
        <p:spPr>
          <a:xfrm>
            <a:off x="391300" y="1207100"/>
            <a:ext cx="315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Modelos Comerciais Z-API</a:t>
            </a:r>
            <a:endParaRPr b="0" i="0" sz="28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37" name="Google Shape;537;p84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8" name="Google Shape;538;p84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p84"/>
          <p:cNvPicPr preferRelativeResize="0"/>
          <p:nvPr/>
        </p:nvPicPr>
        <p:blipFill rotWithShape="1">
          <a:blip r:embed="rId3">
            <a:alphaModFix/>
          </a:blip>
          <a:srcRect b="4850" l="15936" r="15552" t="23398"/>
          <a:stretch/>
        </p:blipFill>
        <p:spPr>
          <a:xfrm>
            <a:off x="3497975" y="1616050"/>
            <a:ext cx="5256474" cy="27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84"/>
          <p:cNvSpPr txBox="1"/>
          <p:nvPr/>
        </p:nvSpPr>
        <p:spPr>
          <a:xfrm>
            <a:off x="344250" y="2258850"/>
            <a:ext cx="2830800" cy="1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Sabemos que é comum surgirem dúvidas nesse processo de integração, </a:t>
            </a:r>
            <a:r>
              <a:rPr lang="pt-B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parceria para entender</a:t>
            </a:r>
            <a:r>
              <a:rPr lang="pt-BR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melhor os modelos de negócio e possibilidades ou benefícios em ser um parceiro Z-API. Pensando nisso, segue um material completo sobre esses temas.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t/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5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46" name="Google Shape;546;p85"/>
          <p:cNvSpPr txBox="1"/>
          <p:nvPr/>
        </p:nvSpPr>
        <p:spPr>
          <a:xfrm>
            <a:off x="595225" y="895475"/>
            <a:ext cx="80856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t/>
            </a:r>
            <a:endParaRPr b="0" i="0" sz="52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47" name="Google Shape;547;p85"/>
          <p:cNvSpPr txBox="1"/>
          <p:nvPr/>
        </p:nvSpPr>
        <p:spPr>
          <a:xfrm>
            <a:off x="626750" y="2144675"/>
            <a:ext cx="8085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Apoiar nossos parceiros com a tecnologia para que eles possam cuidar de seus negócios!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Mantemos e cuidamos de toda infra e comunicação com o WhatsApp, e quanto à vocês…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100% focados em fazer o negócio crescer, conquistar clientes, atender, vender muito, gerar valor ao cliente  e estreitar cada vez mais nossa parceria.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85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49" name="Google Shape;549;p85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0" name="Google Shape;550;p85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7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60" name="Google Shape;560;p87"/>
          <p:cNvSpPr txBox="1"/>
          <p:nvPr/>
        </p:nvSpPr>
        <p:spPr>
          <a:xfrm>
            <a:off x="863275" y="1861200"/>
            <a:ext cx="25689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0" i="0" lang="pt-BR" sz="52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NOSSO PROPÓSITO</a:t>
            </a:r>
            <a:endParaRPr b="0" i="0" sz="52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61" name="Google Shape;561;p87"/>
          <p:cNvSpPr txBox="1"/>
          <p:nvPr/>
        </p:nvSpPr>
        <p:spPr>
          <a:xfrm>
            <a:off x="3578725" y="1790550"/>
            <a:ext cx="4872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Apoiar nossos parceiros com a tecnologia para que eles possam cuidar de seus negócios!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Mantemos e cuidamos de toda infra e comunicação com o WhatsApp, e quanto à vocês…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100% focados em fazer o negócio crescer, conquistar clientes, atender, vender muito, gerar valor ao cliente  e estreitar cada vez mais nossa parceria.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87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63" name="Google Shape;563;p87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64" name="Google Shape;564;p87"/>
          <p:cNvPicPr preferRelativeResize="0"/>
          <p:nvPr/>
        </p:nvPicPr>
        <p:blipFill rotWithShape="1">
          <a:blip r:embed="rId3">
            <a:alphaModFix/>
          </a:blip>
          <a:srcRect b="35033" l="0" r="0" t="39417"/>
          <a:stretch/>
        </p:blipFill>
        <p:spPr>
          <a:xfrm>
            <a:off x="634675" y="2998625"/>
            <a:ext cx="2145250" cy="5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87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8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71" name="Google Shape;571;p88"/>
          <p:cNvSpPr txBox="1"/>
          <p:nvPr/>
        </p:nvSpPr>
        <p:spPr>
          <a:xfrm>
            <a:off x="787075" y="1937400"/>
            <a:ext cx="72516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0" i="0" lang="pt-BR" sz="52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{JORNADA DE PARCEIROS}</a:t>
            </a:r>
            <a:endParaRPr b="0" i="0" sz="52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72" name="Google Shape;572;p88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73" name="Google Shape;573;p88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4" name="Google Shape;574;p88"/>
          <p:cNvPicPr preferRelativeResize="0"/>
          <p:nvPr/>
        </p:nvPicPr>
        <p:blipFill rotWithShape="1">
          <a:blip r:embed="rId3">
            <a:alphaModFix/>
          </a:blip>
          <a:srcRect b="35033" l="0" r="0" t="39418"/>
          <a:stretch/>
        </p:blipFill>
        <p:spPr>
          <a:xfrm>
            <a:off x="406075" y="2617625"/>
            <a:ext cx="3454175" cy="95067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88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5394"/>
            </a:gs>
            <a:gs pos="57000">
              <a:srgbClr val="031525"/>
            </a:gs>
            <a:gs pos="77000">
              <a:srgbClr val="020B13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9"/>
          <p:cNvSpPr/>
          <p:nvPr/>
        </p:nvSpPr>
        <p:spPr>
          <a:xfrm>
            <a:off x="2938000" y="2542566"/>
            <a:ext cx="8601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89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82" name="Google Shape;582;p89"/>
          <p:cNvSpPr txBox="1"/>
          <p:nvPr/>
        </p:nvSpPr>
        <p:spPr>
          <a:xfrm>
            <a:off x="671425" y="666400"/>
            <a:ext cx="28491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NOSSA JORNADA</a:t>
            </a:r>
            <a:endParaRPr b="0" i="0" sz="41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cxnSp>
        <p:nvCxnSpPr>
          <p:cNvPr id="583" name="Google Shape;583;p89"/>
          <p:cNvCxnSpPr>
            <a:stCxn id="584" idx="6"/>
          </p:cNvCxnSpPr>
          <p:nvPr/>
        </p:nvCxnSpPr>
        <p:spPr>
          <a:xfrm rot="10800000">
            <a:off x="-536693" y="2746875"/>
            <a:ext cx="1434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89"/>
          <p:cNvSpPr txBox="1"/>
          <p:nvPr/>
        </p:nvSpPr>
        <p:spPr>
          <a:xfrm>
            <a:off x="950388" y="2528275"/>
            <a:ext cx="99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Conversa inicial </a:t>
            </a:r>
            <a:endParaRPr b="0"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4" name="Google Shape;584;p89"/>
          <p:cNvSpPr/>
          <p:nvPr/>
        </p:nvSpPr>
        <p:spPr>
          <a:xfrm>
            <a:off x="798007" y="2696925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6" name="Google Shape;586;p89"/>
          <p:cNvCxnSpPr/>
          <p:nvPr/>
        </p:nvCxnSpPr>
        <p:spPr>
          <a:xfrm rot="10800000">
            <a:off x="5672700" y="2767525"/>
            <a:ext cx="674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89"/>
          <p:cNvSpPr/>
          <p:nvPr/>
        </p:nvSpPr>
        <p:spPr>
          <a:xfrm>
            <a:off x="5653978" y="2713763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89"/>
          <p:cNvSpPr txBox="1"/>
          <p:nvPr/>
        </p:nvSpPr>
        <p:spPr>
          <a:xfrm>
            <a:off x="759796" y="3104450"/>
            <a:ext cx="130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Explicação dos nossos modelos de negócio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589" name="Google Shape;589;p89"/>
          <p:cNvCxnSpPr/>
          <p:nvPr/>
        </p:nvCxnSpPr>
        <p:spPr>
          <a:xfrm rot="10800000">
            <a:off x="2001700" y="2754310"/>
            <a:ext cx="860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89"/>
          <p:cNvSpPr/>
          <p:nvPr/>
        </p:nvSpPr>
        <p:spPr>
          <a:xfrm>
            <a:off x="2004966" y="2704360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89"/>
          <p:cNvSpPr/>
          <p:nvPr/>
        </p:nvSpPr>
        <p:spPr>
          <a:xfrm>
            <a:off x="2754906" y="2707813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89"/>
          <p:cNvSpPr txBox="1"/>
          <p:nvPr/>
        </p:nvSpPr>
        <p:spPr>
          <a:xfrm>
            <a:off x="2855313" y="2528275"/>
            <a:ext cx="99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Materiais para Start</a:t>
            </a:r>
            <a:endParaRPr b="0"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3" name="Google Shape;593;p89"/>
          <p:cNvSpPr txBox="1"/>
          <p:nvPr/>
        </p:nvSpPr>
        <p:spPr>
          <a:xfrm>
            <a:off x="2172825" y="3171250"/>
            <a:ext cx="212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Envio dos modelos comerciais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Cronograma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Boas práticas, documentação 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Próximos passos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Formulário de parceiros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594" name="Google Shape;594;p89"/>
          <p:cNvCxnSpPr/>
          <p:nvPr/>
        </p:nvCxnSpPr>
        <p:spPr>
          <a:xfrm rot="10800000">
            <a:off x="3837150" y="2774585"/>
            <a:ext cx="860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5" name="Google Shape;595;p89"/>
          <p:cNvSpPr/>
          <p:nvPr/>
        </p:nvSpPr>
        <p:spPr>
          <a:xfrm>
            <a:off x="3840416" y="2724635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89"/>
          <p:cNvSpPr/>
          <p:nvPr/>
        </p:nvSpPr>
        <p:spPr>
          <a:xfrm>
            <a:off x="1021400" y="2542566"/>
            <a:ext cx="8601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89"/>
          <p:cNvSpPr/>
          <p:nvPr/>
        </p:nvSpPr>
        <p:spPr>
          <a:xfrm>
            <a:off x="4736300" y="2507991"/>
            <a:ext cx="8601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9"/>
          <p:cNvSpPr txBox="1"/>
          <p:nvPr/>
        </p:nvSpPr>
        <p:spPr>
          <a:xfrm>
            <a:off x="4660100" y="2618775"/>
            <a:ext cx="99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Acessos</a:t>
            </a:r>
            <a:endParaRPr b="0"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9" name="Google Shape;599;p89"/>
          <p:cNvSpPr txBox="1"/>
          <p:nvPr/>
        </p:nvSpPr>
        <p:spPr>
          <a:xfrm>
            <a:off x="4274350" y="3104450"/>
            <a:ext cx="185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Acessos e Login no Z-API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Documentação 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Contato do Suporte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0" name="Google Shape;600;p89"/>
          <p:cNvSpPr/>
          <p:nvPr/>
        </p:nvSpPr>
        <p:spPr>
          <a:xfrm>
            <a:off x="6504250" y="2431800"/>
            <a:ext cx="21138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9"/>
          <p:cNvSpPr txBox="1"/>
          <p:nvPr/>
        </p:nvSpPr>
        <p:spPr>
          <a:xfrm>
            <a:off x="6428050" y="2542575"/>
            <a:ext cx="219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Integração</a:t>
            </a:r>
            <a:endParaRPr b="0"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2" name="Google Shape;602;p89"/>
          <p:cNvSpPr txBox="1"/>
          <p:nvPr/>
        </p:nvSpPr>
        <p:spPr>
          <a:xfrm>
            <a:off x="6042300" y="3028250"/>
            <a:ext cx="2849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 parceiro começa a integração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Realiza os primeiros testes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Começa a escala em clientes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Ao atingir 26 instâncias caso não tenha nós mudamos o token partner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b="0" i="0" lang="pt-BR" sz="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 já tiver e for partner as faixas são alteradas automaticamente de acordo com o volume no painel</a:t>
            </a:r>
            <a:endParaRPr b="0" i="0" sz="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3" name="Google Shape;603;p89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4" name="Google Shape;604;p89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26C22"/>
            </a:gs>
            <a:gs pos="100000">
              <a:srgbClr val="0931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0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10" name="Google Shape;610;p90"/>
          <p:cNvSpPr txBox="1"/>
          <p:nvPr/>
        </p:nvSpPr>
        <p:spPr>
          <a:xfrm>
            <a:off x="4784150" y="2738200"/>
            <a:ext cx="3928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Após o período de integração, implementação e testes nos primeiros clientes (Estimativa média de 3 meses)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Vamos para a fase de escalada da nossa parceria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1" name="Google Shape;611;p90"/>
          <p:cNvSpPr txBox="1"/>
          <p:nvPr/>
        </p:nvSpPr>
        <p:spPr>
          <a:xfrm>
            <a:off x="5072850" y="1312450"/>
            <a:ext cx="34452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ESCALA DA PARCERIA</a:t>
            </a:r>
            <a:endParaRPr b="0" i="0" sz="41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LANÇANDO O FOGUETE</a:t>
            </a:r>
            <a:endParaRPr b="0" i="0" sz="41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12" name="Google Shape;612;p90"/>
          <p:cNvPicPr preferRelativeResize="0"/>
          <p:nvPr/>
        </p:nvPicPr>
        <p:blipFill rotWithShape="1">
          <a:blip r:embed="rId3">
            <a:alphaModFix/>
          </a:blip>
          <a:srcRect b="0" l="0" r="16749" t="0"/>
          <a:stretch/>
        </p:blipFill>
        <p:spPr>
          <a:xfrm>
            <a:off x="-1851275" y="1598250"/>
            <a:ext cx="6530524" cy="39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90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4" name="Google Shape;614;p90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26C22"/>
            </a:gs>
            <a:gs pos="100000">
              <a:srgbClr val="0931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1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20" name="Google Shape;620;p91"/>
          <p:cNvSpPr txBox="1"/>
          <p:nvPr/>
        </p:nvSpPr>
        <p:spPr>
          <a:xfrm>
            <a:off x="4326950" y="2281000"/>
            <a:ext cx="39282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Teste nos primeiros clientes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Migração de base (caso tenha) 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Estrutura do plano de marketing &amp; escala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Definição do modelo comercial e precificação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Início dos testes de volume e clientes novos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Definição do nosso plano estimativo de crescimento no Z-API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b="0" i="0" lang="pt-BR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Acompanhamento periódico e alinhamento (caso necessário) para ajudarmos nessa etapa</a:t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21" name="Google Shape;621;p91"/>
          <p:cNvSpPr txBox="1"/>
          <p:nvPr/>
        </p:nvSpPr>
        <p:spPr>
          <a:xfrm>
            <a:off x="4539450" y="1464850"/>
            <a:ext cx="31932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PROJETO DE ESCALA</a:t>
            </a:r>
            <a:endParaRPr b="0" i="0" sz="41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22" name="Google Shape;622;p91"/>
          <p:cNvPicPr preferRelativeResize="0"/>
          <p:nvPr/>
        </p:nvPicPr>
        <p:blipFill rotWithShape="1">
          <a:blip r:embed="rId3">
            <a:alphaModFix/>
          </a:blip>
          <a:srcRect b="0" l="0" r="16749" t="0"/>
          <a:stretch/>
        </p:blipFill>
        <p:spPr>
          <a:xfrm>
            <a:off x="-1851275" y="1598250"/>
            <a:ext cx="6530524" cy="39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91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4" name="Google Shape;624;p91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92"/>
          <p:cNvPicPr preferRelativeResize="0"/>
          <p:nvPr/>
        </p:nvPicPr>
        <p:blipFill rotWithShape="1">
          <a:blip r:embed="rId3">
            <a:alphaModFix/>
          </a:blip>
          <a:srcRect b="16130" l="9870" r="8821" t="2687"/>
          <a:stretch/>
        </p:blipFill>
        <p:spPr>
          <a:xfrm>
            <a:off x="589740" y="1698895"/>
            <a:ext cx="1644300" cy="164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0" name="Google Shape;630;p92"/>
          <p:cNvSpPr txBox="1"/>
          <p:nvPr/>
        </p:nvSpPr>
        <p:spPr>
          <a:xfrm>
            <a:off x="400765" y="3428794"/>
            <a:ext cx="2022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César Baleco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CEO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92"/>
          <p:cNvSpPr txBox="1"/>
          <p:nvPr/>
        </p:nvSpPr>
        <p:spPr>
          <a:xfrm>
            <a:off x="6507750" y="3424434"/>
            <a:ext cx="2112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Higor Plens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Dir. Vendas &amp; Parcerias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2" name="Google Shape;632;p92"/>
          <p:cNvPicPr preferRelativeResize="0"/>
          <p:nvPr/>
        </p:nvPicPr>
        <p:blipFill rotWithShape="1">
          <a:blip r:embed="rId4">
            <a:alphaModFix/>
          </a:blip>
          <a:srcRect b="16701" l="0" r="0" t="16707"/>
          <a:stretch/>
        </p:blipFill>
        <p:spPr>
          <a:xfrm>
            <a:off x="4660409" y="1702187"/>
            <a:ext cx="1644300" cy="164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3" name="Google Shape;633;p92"/>
          <p:cNvSpPr txBox="1"/>
          <p:nvPr/>
        </p:nvSpPr>
        <p:spPr>
          <a:xfrm>
            <a:off x="4471402" y="3416566"/>
            <a:ext cx="2022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Mateus Miranda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CIO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92"/>
          <p:cNvSpPr txBox="1"/>
          <p:nvPr/>
        </p:nvSpPr>
        <p:spPr>
          <a:xfrm>
            <a:off x="2443627" y="3428794"/>
            <a:ext cx="2022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Felipe Sabadini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CTO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5" name="Google Shape;635;p92"/>
          <p:cNvPicPr preferRelativeResize="0"/>
          <p:nvPr/>
        </p:nvPicPr>
        <p:blipFill rotWithShape="1">
          <a:blip r:embed="rId5">
            <a:alphaModFix/>
          </a:blip>
          <a:srcRect b="16666" l="0" r="0" t="16666"/>
          <a:stretch/>
        </p:blipFill>
        <p:spPr>
          <a:xfrm>
            <a:off x="6787177" y="1700204"/>
            <a:ext cx="1644300" cy="164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6" name="Google Shape;636;p92"/>
          <p:cNvSpPr txBox="1"/>
          <p:nvPr/>
        </p:nvSpPr>
        <p:spPr>
          <a:xfrm>
            <a:off x="513550" y="321875"/>
            <a:ext cx="81849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pt-BR" sz="4100" u="none" cap="none" strike="noStrike">
                <a:solidFill>
                  <a:srgbClr val="226C22"/>
                </a:solidFill>
                <a:latin typeface="League Gothic"/>
                <a:ea typeface="League Gothic"/>
                <a:cs typeface="League Gothic"/>
                <a:sym typeface="League Gothic"/>
              </a:rPr>
              <a:t>EQUIPE RESPONSÁVEL PELA PARCERIA</a:t>
            </a:r>
            <a:endParaRPr b="0" i="0" sz="4100" u="none" cap="none" strike="noStrike">
              <a:solidFill>
                <a:srgbClr val="226C2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37" name="Google Shape;637;p92"/>
          <p:cNvPicPr preferRelativeResize="0"/>
          <p:nvPr/>
        </p:nvPicPr>
        <p:blipFill rotWithShape="1">
          <a:blip r:embed="rId6">
            <a:alphaModFix/>
          </a:blip>
          <a:srcRect b="16689" l="0" r="0" t="16683"/>
          <a:stretch/>
        </p:blipFill>
        <p:spPr>
          <a:xfrm>
            <a:off x="2632622" y="1702187"/>
            <a:ext cx="1644300" cy="1644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177EE"/>
            </a:gs>
            <a:gs pos="100000">
              <a:srgbClr val="113D8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3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43" name="Google Shape;643;p93"/>
          <p:cNvSpPr txBox="1"/>
          <p:nvPr/>
        </p:nvSpPr>
        <p:spPr>
          <a:xfrm>
            <a:off x="2272950" y="2228100"/>
            <a:ext cx="45981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pt-BR" sz="60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BORA INTEGRAR!</a:t>
            </a:r>
            <a:endParaRPr b="0" i="0" sz="60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44" name="Google Shape;644;p93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b="0" i="0" sz="6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5" name="Google Shape;645;p93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9900"/>
      </a:accent1>
      <a:accent2>
        <a:srgbClr val="C55A11"/>
      </a:accent2>
      <a:accent3>
        <a:srgbClr val="323F4F"/>
      </a:accent3>
      <a:accent4>
        <a:srgbClr val="262626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